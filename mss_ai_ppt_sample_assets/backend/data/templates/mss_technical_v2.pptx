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{{REPORT_TITLE}}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/>
            </a:pPr>
            <a:r>
              <a:t>客户：{{CUSTOMER_NAME}}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周期：{{PERIOD}}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{{VERSION_TAG}}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保密等级：{{CONFIDENTIALITY}}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生成时间：{{GENERATED_AT}}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告警总数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{{KPI_ALERTS_TOTAL}}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097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高危告警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{{KPI_ALERTS_HIGH}}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中危告警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{{KPI_ALERTS_MEDIUM}}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097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低危告警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{{KPI_ALERTS_LOW}}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事件总数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77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{{KPI_INCIDENTS_TOTAL}}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03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高危事件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377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{{KPI_INCIDENTS_HIGH}}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03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平均MTTD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77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{{KPI_MTTD_MINUTES}}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平均MTTR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37743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{{KPI_MTTR_HOURS}}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严重漏洞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{{KPI_VULN_CRITICAL}}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108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高危漏洞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{{KPI_VULN_HIGH}}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108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误报率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3832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{{KPI_FALSE_POSITIVE}}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108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EDR覆盖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38327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{{KPI_EDR_COVERAGE}}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技术评估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{{TECHNICAL_ASSESSMENT}}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严重程度分布分析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{{SEVERITY_BREAKDOWN}}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Top规则分析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{{TOP_RULES_ANALYSIS}}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误报治理建议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94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{{FALSE_POSITIVE_INSIGHT}}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事件时间线叙述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{{TIMELINE_NARRATIVE}}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响应效率分析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{{RESPONSE_METRICS}}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经验教训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{{LESSONS_LEARNED}}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高危事件1 - 详细分析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{{INCIDENT_DETAIL_1}}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高危事件2 - 详细分析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{{INCIDENT_DETAIL_2}}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攻击模式总结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/>
            </a:pPr>
            <a:r>
              <a:t>{{ATTACK_PATTERN_SUMMARY}}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漏洞分布分析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{{VULN_DISTRIBUTION}}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CVE技术分析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{{CVE_TECHNICAL_ANALYSIS}}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补丁状态追踪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{{PATCH_STATUS}}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对外暴露服务分析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{{EXTERNAL_EXPOSURE}}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攻击面趋势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{{ATTACK_SURFACE_TREND}}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收敛技术方案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657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{{EXPOSURE_REMEDIATION}}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云配置问题详情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{{CLOUD_MISCONFIG_DETAILS}}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IAM权限风险分析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{{IAM_RISK_ANALYSIS}}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云安全合规检查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{{CLOUD_COMPLIANCE}}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技术整改方案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{{TECHNICAL_RECOMMENDATIONS}}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检测能力提升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{{DETECTION_IMPROVEMENTS}}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加固检查清单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{{HARDENING_CHECKLIST}}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数据新鲜度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{{DATA_FRESHNESS}}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数据口径说明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{{DATA_SCOPE_NOTES}}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漏洞统计说明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{{VULN_NOTES}}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证据索引说明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{{EVIDENCE_NOTES}}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资产组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805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{{ASSET_GROUPS_LIST}}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关键服务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{{KEY_SERVICES_LIST}}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技术术语表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/>
            </a:pPr>
            <a:r>
              <a:t>{{TERMINOLOGY_TECHNICAL}}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