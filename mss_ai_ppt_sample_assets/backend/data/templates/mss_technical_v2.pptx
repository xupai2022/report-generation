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2C55E"/>
                </a:solidFill>
              </a:defRPr>
            </a:pPr>
            <a:r>
              <a:t>{{REPORT_TITLE}}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/>
            </a:pPr>
            <a:r>
              <a:t>{{CUSTOMER_LABEL}}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{{PERIOD_LABEL}}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2C55E"/>
                </a:solidFill>
              </a:defRPr>
            </a:pPr>
            <a:r>
              <a:t>{{VERSION_TAG}}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20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{{CONFIDENTIALITY_LABEL}}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{{GENERATED_AT_LABEL}}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430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{{KPI_DASHBOARD}}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{{ASSESSMENT_TITLE}}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{{TECHNICAL_ASSESSMENT}}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{{SEVERITY_TITLE}}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{{SEVERITY_BREAKDOWN}}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{{TOP_RULES_TITLE}}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/>
            </a:pPr>
            <a:r>
              <a:t>{{TOP_RULES_TABLE}}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{{RULES_ANALYSIS_TITLE}}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7432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{{TOP_RULES_ANALYSIS}}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{{FP_TITLE}}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{{FALSE_POSITIVE_INSIGHT}}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{{TIMELINE_TITLE}}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{{TIMELINE_NARRATIVE}}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{{RESPONSE_TITLE}}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23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{{RESPONSE_METRICS}}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57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{{LESSONS_TITLE}}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02336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{{LESSONS_LEARNED}}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{{INCIDENT1_TITLE}}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{{INCIDENT_DETAIL_1}}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{{INCIDENT2_TITLE}}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233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{{INCIDENT_DETAIL_2}}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/>
            </a:pPr>
            <a:r>
              <a:t>{{ATTACK_PATTERN_SUMMARY}}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{{VULN_DIST_TITLE}}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{{VULN_DISTRIBUTION}}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{{CVE_ANALYSIS_TITLE}}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{{CVE_TECHNICAL_ANALYSIS}}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94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{{PATCH_TITLE}}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{{PATCH_STATUS}}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{{EXPOSED_SERVICES_TITLE}}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/>
            </a:pPr>
            <a:r>
              <a:t>{{EXPOSED_SERVICES_TABLE}}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{{EXPOSURE_ANALYSIS_TITLE}}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{{EXTERNAL_EXPOSURE}}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{{SURFACE_TREND_TITLE}}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{{ATTACK_SURFACE_TREND}}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{{REMEDIATION_TITLE}}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260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{{EXPOSURE_REMEDIATION}}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{{CLOUD_MISCONFIG_TITLE}}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{{CLOUD_MISCONFIG_DETAILS}}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{{IAM_TITLE}}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{{IAM_RISK_ANALYSIS}}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{{COMPLIANCE_TITLE}}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840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{{CLOUD_COMPLIANCE}}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{{TECH_REC_TITLE}}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{{TECHNICAL_RECOMMENDATIONS}}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{{DETECTION_TITLE}}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{{DETECTION_IMPROVEMENTS}}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{{HARDENING_TITLE}}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840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{{HARDENING_CHECKLIST}}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C55E"/>
                </a:solidFill>
              </a:defRPr>
            </a:pPr>
            <a:r>
              <a:t>{{SLIDE_TITLE}}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{{EVIDENCE_TITLE}}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/>
            </a:pPr>
            <a:r>
              <a:t>{{EVIDENCE_INDEX}}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{{FRESHNESS_TITLE}}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{{DATA_FRESHNESS}}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{{DATA_SCOPE_TITLE}}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{{DATA_SCOPE_NOTES}}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{{VULN_NOTES_TITLE}}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83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{{VULN_NOTES}}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108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{{EVIDENCE_NOTES_TITLE}}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383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{{EVIDENCE_NOTES}}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{{ASSETS_TITLE}}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{{ASSET_GROUPS_LIST}}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931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{{SERVICES_TITLE}}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{{KEY_SERVICES_LIST}}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{{TERMINOLOGY_TITLE}}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/>
            </a:pPr>
            <a:r>
              <a:t>{{TERMINOLOGY_TECHNICAL}}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