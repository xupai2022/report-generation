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{{REPORT_TITLE}}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{{CUSTOMER_LABEL}}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{{PERIOD_LABEL}}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{{GENERATED_AT_LABEL}}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{{HEADLINE}}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{{KPI_SECTION}}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{{SUMMARY_PARAGRAPH}}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{{KEY_INSIGHTS_TITLE}}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{{KEY_INSIGHTS}}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{{TREND_SECTION_TITLE}}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{{TREND_ANALYSIS}}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{{TOP_CATEGORIES_TITLE}}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{{TOP_CATEGORIES_LIST}}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{{CATEGORIES_INSIGHT_TITLE}}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{{TOP_CATEGORIES_INSIGHT}}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{{MOM_TITLE}}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{{MOM_COMPARISON}}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{{INCIDENT_OVERVIEW_TITLE}}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{{INCIDENT_SUMMARY}}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{{INCIDENT_DETAILS_TITLE}}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{{INCIDENT_DETAILS}}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{{INCIDENT_INSIGHT_TITLE}}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{{INCIDENT_INSIGHT}}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{{VULN_STATS_TITLE}}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{{VULN_STATS}}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{{VULN_OVERVIEW_TITLE}}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{{VULN_OVERVIEW}}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{{EXPOSURE_STATS_TITLE}}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{{EXPOSURE_STATS}}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{{TOP_CVE_TITLE}}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{{TOP_CVE_LIST}}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{{CVE_ANALYSIS_TITLE}}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{{TOP_CVE_ANALYSIS}}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{{EXPOSURE_SUMMARY}}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{{CLOUD_ACCOUNTS_TITLE}}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{{CLOUD_ACCOUNTS_COUNT}}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{{CLOUD_RISK_TITLE}}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{{CLOUD_RISK_LIST}}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{{CLOUD_ANALYSIS_TITLE}}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{{CLOUD_RISK_SUMMARY}}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{{CLOUD_REC_TITLE}}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{{CLOUD_RECOMMENDATIONS}}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{{P0_TITLE}}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{{P0_ACTIONS}}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{{P1_TITLE}}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{{P1_ACTIONS}}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{{STRATEGIC_TITLE}}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{{STRATEGIC_RECOMMENDATIONS}}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{{DATA_SCOPE_TITLE}}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{{DATA_SCOPE}}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{{ASSET_COVERAGE_TITLE}}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{{ASSET_COVERAGE}}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{{SLA_TITLE}}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{{SLA_NOTES}}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{{TERMINOLOGY_TITLE}}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{{TERMINOLOGY}}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{{CONTACT_INFO}}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WPS 演示</Application>
  <PresentationFormat>On-screen Show (4:3)</PresentationFormat>
  <Paragraphs>130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2</cp:revision>
  <dcterms:created xsi:type="dcterms:W3CDTF">2013-01-27T09:14:00Z</dcterms:created>
  <dcterms:modified xsi:type="dcterms:W3CDTF">2026-01-19T01:38:02Z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