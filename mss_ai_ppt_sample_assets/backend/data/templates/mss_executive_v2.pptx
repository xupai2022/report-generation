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</a:defRPr>
            </a:pPr>
            <a:r>
              <a:t>{{REPORT_TITLE}}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/>
            </a:pPr>
            <a:r>
              <a:t>客户：{{CUSTOMER_NAME}}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周期：{{PERIOD}}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保密等级：{{CONFIDENTIALITY}}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生成时间：{{GENERATED_AT}}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{{HEADLINE}}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告警总数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{{KPI_ALERTS_TOTAL}}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高危告警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{{KPI_ALERTS_HIGH}}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高危事件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{{KPI_INCIDENTS_HIGH}}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平均MTTR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{{KPI_MTTR_HOURS}}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{{SUMMARY_PARAGRAPH}}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关键洞察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{{KEY_INSIGHTS}}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趋势分析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{{TREND_ANALYSIS}}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Top告警类别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{{TOP_CATEGORIES_LIST}}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类别分析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{{TOP_CATEGORIES_INSIGHT}}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环比对比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{{MOM_COMPARISON}}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事件概述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{{INCIDENT_SUMMARY}}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重点事件详情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{{INCIDENT_DETAILS}}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安全洞察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{{INCIDENT_INSIGHT}}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漏洞态势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{{VULN_OVERVIEW}}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暴露面统计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{{EXPOSURE_STATS}}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Top CVE分析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{{TOP_CVE_ANALYSIS}}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暴露面分析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{{EXPOSURE_SUMMARY}}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云账号数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{{CLOUD_ACCOUNTS_COUNT}}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云风险清单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{{CLOUD_RISK_LIST}}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风险分析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{{CLOUD_RISK_SUMMARY}}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云安全建议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{{CLOUD_RECOMMENDATIONS}}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P0 紧急整改（7天内）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{{P0_ACTIONS}}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P1 重要整改（30天内）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{{P1_ACTIONS}}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中长期安全建设建议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{{STRATEGIC_RECOMMENDATIONS}}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数据口径说明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{{DATA_SCOPE}}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资产覆盖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{{ASSET_COVERAGE}}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SLA说明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{{SLA_NOTES}}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术语解释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{{TERMINOLOGY}}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17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{{CONTACT_INFO}}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