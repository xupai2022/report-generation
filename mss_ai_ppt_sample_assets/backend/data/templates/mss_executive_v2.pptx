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2020824"/>
            <a:ext cx="11018520" cy="19659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110185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10652760" cy="8229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 algn="l">
              <a:defRPr sz="3600" b="1">
                <a:solidFill>
                  <a:srgbClr val="1E40AF"/>
                </a:solidFill>
                <a:latin typeface="Microsoft YaHei"/>
              </a:defRPr>
            </a:pPr>
            <a:r>
              <a:t>{{REPORT_TITLE}}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160520"/>
            <a:ext cx="6583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15968"/>
            <a:ext cx="6217920" cy="5029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Microsoft YaHei"/>
              </a:defRPr>
            </a:pPr>
            <a:r>
              <a:t>{{CUSTOMER_LABEL}}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73752"/>
            <a:ext cx="621792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{{PERIOD_LABEL}}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49240"/>
            <a:ext cx="621792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{{CONFIDENTIALITY_LABEL}}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21792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{{GENERATED_AT_LABEL}}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8686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78992"/>
            <a:ext cx="10881360" cy="6400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Microsoft YaHei"/>
              </a:defRPr>
            </a:pPr>
            <a:r>
              <a:t>{{HEADLINE}}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" y="2020824"/>
            <a:ext cx="11247120" cy="10058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196596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84831"/>
            <a:ext cx="10881360" cy="7772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{{KPI_SECTION}}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" y="3145536"/>
            <a:ext cx="11247120" cy="14173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2"/>
            <a:ext cx="112471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18688"/>
            <a:ext cx="10881360" cy="11430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t>{{SUMMARY_PARAGRAPH}}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" y="4672583"/>
            <a:ext cx="11247120" cy="20574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11247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{{KEY_INSIGHTS_TITLE}}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74920"/>
            <a:ext cx="10881360" cy="1508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{{KEY_INSIGHTS}}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1014984"/>
            <a:ext cx="5532120" cy="20574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960120"/>
            <a:ext cx="5532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{{TREND_SECTION_TITLE}}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17320"/>
            <a:ext cx="5166360" cy="1508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{{TREND_ANALYSIS}}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1014984"/>
            <a:ext cx="5532120" cy="20574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5532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{{TOP_CATEGORIES_TITLE}}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417320"/>
            <a:ext cx="5166360" cy="1508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{{TOP_CATEGORIES_LIST}}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" y="3209544"/>
            <a:ext cx="11247120" cy="17830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154680"/>
            <a:ext cx="11247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{{CATEGORIES_INSIGHT_TITLE}}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11880"/>
            <a:ext cx="10881360" cy="12344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{{TOP_CATEGORIES_INSIGHT}}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" y="5129783"/>
            <a:ext cx="11247120" cy="1554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5074920"/>
            <a:ext cx="112471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{{MOM_TITLE}}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881360" cy="10058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{{MOM_COMPARISON}}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1014984"/>
            <a:ext cx="11247120" cy="11430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960120"/>
            <a:ext cx="11247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{{INCIDENT_OVERVIEW_TITLE}}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17320"/>
            <a:ext cx="1088136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{{INCIDENT_SUMMARY}}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" y="2295144"/>
            <a:ext cx="11247120" cy="29718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40280"/>
            <a:ext cx="11247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{{INCIDENT_DETAILS_TITLE}}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97480"/>
            <a:ext cx="10881360" cy="24231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Microsoft YaHei"/>
              </a:defRPr>
            </a:pPr>
            <a:r>
              <a:t>{{INCIDENT_DETAILS}}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" y="5404103"/>
            <a:ext cx="11247120" cy="1280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5349240"/>
            <a:ext cx="11247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{{INCIDENT_INSIGHT_TITLE}}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881360" cy="749808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{{INCIDENT_INSIGHT}}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1014984"/>
            <a:ext cx="11247120" cy="8686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960120"/>
            <a:ext cx="11247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{{VULN_STATS_TITLE}}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9888"/>
            <a:ext cx="10881360" cy="3931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{{VULN_STATS}}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" y="2020824"/>
            <a:ext cx="5532120" cy="1325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1965960"/>
            <a:ext cx="5532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5740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{{VULN_OVERVIEW_TITLE}}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5166360" cy="7772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{{VULN_OVERVIEW}}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2020824"/>
            <a:ext cx="5532120" cy="1325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1965960"/>
            <a:ext cx="5532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5740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{{EXPOSURE_STATS_TITLE}}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5166360" cy="7772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{{EXPOSURE_STATS}}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" y="3483864"/>
            <a:ext cx="11247120" cy="15087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3429000"/>
            <a:ext cx="11247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{{TOP_CVE_TITLE}}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86200"/>
            <a:ext cx="10881360" cy="9601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Microsoft YaHei"/>
              </a:defRPr>
            </a:pPr>
            <a:r>
              <a:t>{{TOP_CVE_LIST}}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" y="5129783"/>
            <a:ext cx="1124712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5074920"/>
            <a:ext cx="112471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663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{{CVE_ANALYSIS_TITLE}}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532120"/>
            <a:ext cx="10881360" cy="6858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Microsoft YaHei"/>
              </a:defRPr>
            </a:pPr>
            <a:r>
              <a:t>{{TOP_CVE_ANALYSIS}}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355080"/>
            <a:ext cx="1124712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{{EXPOSURE_SUMMARY}}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1014984"/>
            <a:ext cx="333756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96012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297180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{{CLOUD_ACCOUNTS_TITLE}}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5880"/>
            <a:ext cx="2971800" cy="7772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600" b="1">
                <a:solidFill>
                  <a:srgbClr val="1E40AF"/>
                </a:solidFill>
                <a:latin typeface="Microsoft YaHei"/>
              </a:defRPr>
            </a:pPr>
            <a:r>
              <a:t>{{CLOUD_ACCOUNTS_COUNT}}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23944" y="1014984"/>
            <a:ext cx="7772400" cy="32461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69080" y="960120"/>
            <a:ext cx="77724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051560"/>
            <a:ext cx="740664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{{CLOUD_RISK_TITLE}}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417320"/>
            <a:ext cx="3566160" cy="2697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{{CLOUD_RISK_LIST}}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051560"/>
            <a:ext cx="3749039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{{CLOUD_ANALYSIS_TITLE}}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1417320"/>
            <a:ext cx="3749039" cy="2697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{{CLOUD_RISK_SUMMARY}}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" y="4398264"/>
            <a:ext cx="11247120" cy="22860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3434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{{CLOUD_REC_TITLE}}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00600"/>
            <a:ext cx="10881360" cy="17830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{{CLOUD_RECOMMENDATIONS}}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1014984"/>
            <a:ext cx="5532120" cy="29718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960120"/>
            <a:ext cx="5532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{{P0_TITLE}}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17320"/>
            <a:ext cx="5166360" cy="24231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{{P0_ACTIONS}}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1014984"/>
            <a:ext cx="5532120" cy="29718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5532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{{P1_TITLE}}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417320"/>
            <a:ext cx="5166360" cy="24231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{{P1_ACTIONS}}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" y="4123944"/>
            <a:ext cx="11247120" cy="25603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2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{{STRATEGIC_TITLE}}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26280"/>
            <a:ext cx="10881360" cy="20116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0F172A"/>
                </a:solidFill>
                <a:latin typeface="Microsoft YaHei"/>
              </a:defRPr>
            </a:pPr>
            <a:r>
              <a:t>{{STRATEGIC_RECOMMENDATIONS}}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-822960"/>
            <a:ext cx="2926080" cy="2926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5669280"/>
            <a:ext cx="2377440" cy="23774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1014984"/>
            <a:ext cx="5532120" cy="1874519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960120"/>
            <a:ext cx="55321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{{DATA_SCOPE_TITLE}}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17320"/>
            <a:ext cx="5166360" cy="13258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Microsoft YaHei"/>
              </a:defRPr>
            </a:pPr>
            <a:r>
              <a:t>{{DATA_SCOPE}}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1014984"/>
            <a:ext cx="5532120" cy="1874519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55321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{{ASSET_COVERAGE_TITLE}}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417320"/>
            <a:ext cx="5166360" cy="13258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Microsoft YaHei"/>
              </a:defRPr>
            </a:pPr>
            <a:r>
              <a:t>{{ASSET_COVERAGE}}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" y="3026664"/>
            <a:ext cx="11247120" cy="8686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2971800"/>
            <a:ext cx="11247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274320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{{SLA_TITLE}}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063240"/>
            <a:ext cx="8229600" cy="5029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Microsoft YaHei"/>
              </a:defRPr>
            </a:pPr>
            <a:r>
              <a:t>{{SLA_NOTES}}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" y="4032503"/>
            <a:ext cx="11247120" cy="23317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3977639"/>
            <a:ext cx="11247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06908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{{TERMINOLOGY_TITLE}}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10881360" cy="17830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Microsoft YaHei"/>
              </a:defRPr>
            </a:pPr>
            <a:r>
              <a:t>{{TERMINOLOGY}}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355080"/>
            <a:ext cx="1124712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{{CONTACT_INFO}}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