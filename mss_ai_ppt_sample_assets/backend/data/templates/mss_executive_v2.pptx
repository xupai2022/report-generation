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A42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560320"/>
            <a:ext cx="10698480" cy="914400"/>
          </a:xfrm>
          <a:prstGeom prst="rect">
            <a:avLst/>
          </a:prstGeom>
          <a:noFill/>
        </p:spPr>
        <p:txBody>
          <a:bodyPr wrap="square" lIns="101600" rIns="101600" tIns="50800" bIns="50800">
            <a:spAutoFit/>
          </a:bodyPr>
          <a:lstStyle/>
          <a:p>
            <a:pPr algn="ctr">
              <a:defRPr sz="4200" b="1">
                <a:solidFill>
                  <a:srgbClr val="0A4275"/>
                </a:solidFill>
                <a:latin typeface="Microsoft YaHei"/>
              </a:defRPr>
            </a:pPr>
            <a:r>
              <a:t>{{REPORT_TITLE}}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0" y="3566160"/>
            <a:ext cx="2103120" cy="45720"/>
          </a:xfrm>
          <a:prstGeom prst="rect">
            <a:avLst/>
          </a:prstGeom>
          <a:solidFill>
            <a:srgbClr val="0A42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3931920"/>
            <a:ext cx="10698480" cy="457200"/>
          </a:xfrm>
          <a:prstGeom prst="rect">
            <a:avLst/>
          </a:prstGeom>
          <a:noFill/>
        </p:spPr>
        <p:txBody>
          <a:bodyPr wrap="square" lIns="101600" rIns="101600" tIns="50800" bIns="50800">
            <a:spAutoFit/>
          </a:bodyPr>
          <a:lstStyle/>
          <a:p>
            <a:pPr algn="ctr">
              <a:defRPr sz="1800" b="0">
                <a:solidFill>
                  <a:srgbClr val="333333"/>
                </a:solidFill>
                <a:latin typeface="Microsoft YaHei"/>
              </a:defRPr>
            </a:pPr>
            <a:r>
              <a:t>{{CUSTOMER_LABEL}}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4434840"/>
            <a:ext cx="10698480" cy="411480"/>
          </a:xfrm>
          <a:prstGeom prst="rect">
            <a:avLst/>
          </a:prstGeom>
          <a:noFill/>
        </p:spPr>
        <p:txBody>
          <a:bodyPr wrap="square" lIns="101600" rIns="101600" tIns="50800" bIns="50800">
            <a:spAutoFit/>
          </a:bodyPr>
          <a:lstStyle/>
          <a:p>
            <a:pPr algn="ctr">
              <a:defRPr sz="1600" b="0">
                <a:solidFill>
                  <a:srgbClr val="555555"/>
                </a:solidFill>
                <a:latin typeface="Microsoft YaHei"/>
              </a:defRPr>
            </a:pPr>
            <a:r>
              <a:t>{{PERIOD_LABEL}}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5852160"/>
            <a:ext cx="5029200" cy="320040"/>
          </a:xfrm>
          <a:prstGeom prst="rect">
            <a:avLst/>
          </a:prstGeom>
          <a:noFill/>
        </p:spPr>
        <p:txBody>
          <a:bodyPr wrap="square" lIns="101600" rIns="101600" tIns="50800" bIns="50800">
            <a:spAutoFit/>
          </a:bodyPr>
          <a:lstStyle/>
          <a:p>
            <a:pPr>
              <a:defRPr sz="1400" b="0">
                <a:solidFill>
                  <a:srgbClr val="666666"/>
                </a:solidFill>
                <a:latin typeface="Microsoft YaHei"/>
              </a:defRPr>
            </a:pPr>
            <a:r>
              <a:t>{{CONFIDENTIALITY_LABEL}}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0" y="5852160"/>
            <a:ext cx="5486400" cy="320040"/>
          </a:xfrm>
          <a:prstGeom prst="rect">
            <a:avLst/>
          </a:prstGeom>
          <a:noFill/>
        </p:spPr>
        <p:txBody>
          <a:bodyPr wrap="square" lIns="101600" rIns="101600" tIns="50800" bIns="50800">
            <a:spAutoFit/>
          </a:bodyPr>
          <a:lstStyle/>
          <a:p>
            <a:pPr algn="r">
              <a:defRPr sz="1400" b="0">
                <a:solidFill>
                  <a:srgbClr val="666666"/>
                </a:solidFill>
                <a:latin typeface="Microsoft YaHei"/>
              </a:defRPr>
            </a:pPr>
            <a:r>
              <a:t>{{GENERATED_AT_LABEL}}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A42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228600"/>
            <a:ext cx="45720" cy="502920"/>
          </a:xfrm>
          <a:prstGeom prst="rect">
            <a:avLst/>
          </a:prstGeom>
          <a:solidFill>
            <a:srgbClr val="0A42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228600"/>
            <a:ext cx="10927080" cy="502920"/>
          </a:xfrm>
          <a:prstGeom prst="rect">
            <a:avLst/>
          </a:prstGeom>
          <a:noFill/>
        </p:spPr>
        <p:txBody>
          <a:bodyPr wrap="square" lIns="101600" rIns="101600" tIns="50800" bIns="50800">
            <a:spAutoFit/>
          </a:bodyPr>
          <a:lstStyle/>
          <a:p>
            <a:pPr>
              <a:defRPr sz="2700" b="1">
                <a:solidFill>
                  <a:srgbClr val="0A4275"/>
                </a:solidFill>
                <a:latin typeface="Microsoft YaHei"/>
              </a:defRPr>
            </a:pPr>
            <a:r>
              <a:t>{{SLIDE_TITLE}}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68680"/>
            <a:ext cx="11064240" cy="777240"/>
          </a:xfrm>
          <a:prstGeom prst="rect">
            <a:avLst/>
          </a:prstGeom>
          <a:solidFill>
            <a:srgbClr val="EDF2F7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960120"/>
            <a:ext cx="10698480" cy="594360"/>
          </a:xfrm>
          <a:prstGeom prst="rect">
            <a:avLst/>
          </a:prstGeom>
          <a:noFill/>
        </p:spPr>
        <p:txBody>
          <a:bodyPr wrap="square" lIns="101600" rIns="101600" tIns="50800" bIns="50800">
            <a:spAutoFit/>
          </a:bodyPr>
          <a:lstStyle/>
          <a:p>
            <a:pPr>
              <a:defRPr sz="1800" b="1">
                <a:solidFill>
                  <a:srgbClr val="0A4275"/>
                </a:solidFill>
                <a:latin typeface="Microsoft YaHei"/>
              </a:defRPr>
            </a:pPr>
            <a:r>
              <a:t>{{HEADLINE}}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783080"/>
            <a:ext cx="11064240" cy="11887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920240"/>
            <a:ext cx="10698480" cy="914400"/>
          </a:xfrm>
          <a:prstGeom prst="rect">
            <a:avLst/>
          </a:prstGeom>
          <a:noFill/>
        </p:spPr>
        <p:txBody>
          <a:bodyPr wrap="square" lIns="101600" rIns="101600" tIns="50800" bIns="50800">
            <a:spAutoFit/>
          </a:bodyPr>
          <a:lstStyle/>
          <a:p>
            <a:pPr>
              <a:defRPr sz="1400" b="0">
                <a:solidFill>
                  <a:srgbClr val="333333"/>
                </a:solidFill>
                <a:latin typeface="Microsoft YaHei"/>
              </a:defRPr>
            </a:pPr>
            <a:r>
              <a:t>{{KPI_SECTION}}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3108960"/>
            <a:ext cx="11064240" cy="14630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3246120"/>
            <a:ext cx="10698480" cy="1234440"/>
          </a:xfrm>
          <a:prstGeom prst="rect">
            <a:avLst/>
          </a:prstGeom>
          <a:noFill/>
        </p:spPr>
        <p:txBody>
          <a:bodyPr wrap="square" lIns="101600" rIns="101600" tIns="50800" bIns="50800">
            <a:spAutoFit/>
          </a:bodyPr>
          <a:lstStyle/>
          <a:p>
            <a:pPr>
              <a:defRPr sz="1400" b="0">
                <a:solidFill>
                  <a:srgbClr val="333333"/>
                </a:solidFill>
                <a:latin typeface="Microsoft YaHei"/>
              </a:defRPr>
            </a:pPr>
            <a:r>
              <a:t>{{SUMMARY_PARAGRAPH}}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4709160"/>
            <a:ext cx="11064240" cy="19659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48640" y="4709160"/>
            <a:ext cx="45720" cy="1965960"/>
          </a:xfrm>
          <a:prstGeom prst="rect">
            <a:avLst/>
          </a:prstGeom>
          <a:solidFill>
            <a:srgbClr val="0A42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" y="4754880"/>
            <a:ext cx="10515600" cy="411480"/>
          </a:xfrm>
          <a:prstGeom prst="rect">
            <a:avLst/>
          </a:prstGeom>
          <a:noFill/>
        </p:spPr>
        <p:txBody>
          <a:bodyPr wrap="square" lIns="101600" rIns="101600" tIns="50800" bIns="50800">
            <a:spAutoFit/>
          </a:bodyPr>
          <a:lstStyle/>
          <a:p>
            <a:pPr>
              <a:defRPr sz="1600" b="1">
                <a:solidFill>
                  <a:srgbClr val="0A4275"/>
                </a:solidFill>
                <a:latin typeface="Microsoft YaHei"/>
              </a:defRPr>
            </a:pPr>
            <a:r>
              <a:t>{{KEY_INSIGHTS_TITLE}}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5212080"/>
            <a:ext cx="10515600" cy="1371600"/>
          </a:xfrm>
          <a:prstGeom prst="rect">
            <a:avLst/>
          </a:prstGeom>
          <a:noFill/>
        </p:spPr>
        <p:txBody>
          <a:bodyPr wrap="square" lIns="101600" rIns="101600" tIns="50800" bIns="50800">
            <a:spAutoFit/>
          </a:bodyPr>
          <a:lstStyle/>
          <a:p>
            <a:pPr>
              <a:defRPr sz="1300" b="0">
                <a:solidFill>
                  <a:srgbClr val="333333"/>
                </a:solidFill>
                <a:latin typeface="Microsoft YaHei"/>
              </a:defRPr>
            </a:pPr>
            <a:r>
              <a:t>{{KEY_INSIGHTS}}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A42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228600"/>
            <a:ext cx="45720" cy="502920"/>
          </a:xfrm>
          <a:prstGeom prst="rect">
            <a:avLst/>
          </a:prstGeom>
          <a:solidFill>
            <a:srgbClr val="0A42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228600"/>
            <a:ext cx="10927080" cy="502920"/>
          </a:xfrm>
          <a:prstGeom prst="rect">
            <a:avLst/>
          </a:prstGeom>
          <a:noFill/>
        </p:spPr>
        <p:txBody>
          <a:bodyPr wrap="square" lIns="101600" rIns="101600" tIns="50800" bIns="50800">
            <a:spAutoFit/>
          </a:bodyPr>
          <a:lstStyle/>
          <a:p>
            <a:pPr>
              <a:defRPr sz="2700" b="1">
                <a:solidFill>
                  <a:srgbClr val="0A4275"/>
                </a:solidFill>
                <a:latin typeface="Microsoft YaHei"/>
              </a:defRPr>
            </a:pPr>
            <a:r>
              <a:t>{{SLIDE_TITLE}}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68680"/>
            <a:ext cx="5349240" cy="21945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868680"/>
            <a:ext cx="45720" cy="2194560"/>
          </a:xfrm>
          <a:prstGeom prst="rect">
            <a:avLst/>
          </a:prstGeom>
          <a:solidFill>
            <a:srgbClr val="0A42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914400"/>
            <a:ext cx="4983480" cy="365760"/>
          </a:xfrm>
          <a:prstGeom prst="rect">
            <a:avLst/>
          </a:prstGeom>
          <a:noFill/>
        </p:spPr>
        <p:txBody>
          <a:bodyPr wrap="square" lIns="101600" rIns="101600" tIns="50800" bIns="50800">
            <a:spAutoFit/>
          </a:bodyPr>
          <a:lstStyle/>
          <a:p>
            <a:pPr>
              <a:defRPr sz="1600" b="1">
                <a:solidFill>
                  <a:srgbClr val="0A4275"/>
                </a:solidFill>
                <a:latin typeface="Microsoft YaHei"/>
              </a:defRPr>
            </a:pPr>
            <a:r>
              <a:t>{{TREND_SECTION_TITLE}}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1325880"/>
            <a:ext cx="4983480" cy="1645920"/>
          </a:xfrm>
          <a:prstGeom prst="rect">
            <a:avLst/>
          </a:prstGeom>
          <a:noFill/>
        </p:spPr>
        <p:txBody>
          <a:bodyPr wrap="square" lIns="101600" rIns="101600" tIns="50800" bIns="50800">
            <a:spAutoFit/>
          </a:bodyPr>
          <a:lstStyle/>
          <a:p>
            <a:pPr>
              <a:defRPr sz="1200" b="0">
                <a:solidFill>
                  <a:srgbClr val="333333"/>
                </a:solidFill>
                <a:latin typeface="Microsoft YaHei"/>
              </a:defRPr>
            </a:pPr>
            <a:r>
              <a:t>{{TREND_ANALYSIS}}</a:t>
            </a:r>
          </a:p>
        </p:txBody>
      </p:sp>
      <p:sp>
        <p:nvSpPr>
          <p:cNvPr id="9" name="Rectangle 8"/>
          <p:cNvSpPr/>
          <p:nvPr/>
        </p:nvSpPr>
        <p:spPr>
          <a:xfrm>
            <a:off x="6080760" y="868680"/>
            <a:ext cx="5532120" cy="21945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080760" y="868680"/>
            <a:ext cx="45720" cy="2194560"/>
          </a:xfrm>
          <a:prstGeom prst="rect">
            <a:avLst/>
          </a:prstGeom>
          <a:solidFill>
            <a:srgbClr val="0A42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63640" y="914400"/>
            <a:ext cx="5166360" cy="365760"/>
          </a:xfrm>
          <a:prstGeom prst="rect">
            <a:avLst/>
          </a:prstGeom>
          <a:noFill/>
        </p:spPr>
        <p:txBody>
          <a:bodyPr wrap="square" lIns="101600" rIns="101600" tIns="50800" bIns="50800">
            <a:spAutoFit/>
          </a:bodyPr>
          <a:lstStyle/>
          <a:p>
            <a:pPr>
              <a:defRPr sz="1600" b="1">
                <a:solidFill>
                  <a:srgbClr val="0A4275"/>
                </a:solidFill>
                <a:latin typeface="Microsoft YaHei"/>
              </a:defRPr>
            </a:pPr>
            <a:r>
              <a:t>{{TOP_CATEGORIES_TITLE}}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63640" y="1325880"/>
            <a:ext cx="5166360" cy="1645920"/>
          </a:xfrm>
          <a:prstGeom prst="rect">
            <a:avLst/>
          </a:prstGeom>
          <a:noFill/>
        </p:spPr>
        <p:txBody>
          <a:bodyPr wrap="square" lIns="101600" rIns="101600" tIns="50800" bIns="50800">
            <a:spAutoFit/>
          </a:bodyPr>
          <a:lstStyle/>
          <a:p>
            <a:pPr>
              <a:defRPr sz="1200" b="0">
                <a:solidFill>
                  <a:srgbClr val="333333"/>
                </a:solidFill>
                <a:latin typeface="Microsoft YaHei"/>
              </a:defRPr>
            </a:pPr>
            <a:r>
              <a:t>{{TOP_CATEGORIES_LIST}}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3200400"/>
            <a:ext cx="11064240" cy="15087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48640" y="3200400"/>
            <a:ext cx="45720" cy="1508760"/>
          </a:xfrm>
          <a:prstGeom prst="rect">
            <a:avLst/>
          </a:prstGeom>
          <a:solidFill>
            <a:srgbClr val="0A42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31520" y="3246120"/>
            <a:ext cx="10698480" cy="365760"/>
          </a:xfrm>
          <a:prstGeom prst="rect">
            <a:avLst/>
          </a:prstGeom>
          <a:noFill/>
        </p:spPr>
        <p:txBody>
          <a:bodyPr wrap="square" lIns="101600" rIns="101600" tIns="50800" bIns="50800">
            <a:spAutoFit/>
          </a:bodyPr>
          <a:lstStyle/>
          <a:p>
            <a:pPr>
              <a:defRPr sz="1600" b="1">
                <a:solidFill>
                  <a:srgbClr val="0A4275"/>
                </a:solidFill>
                <a:latin typeface="Microsoft YaHei"/>
              </a:defRPr>
            </a:pPr>
            <a:r>
              <a:t>{{CATEGORIES_INSIGHT_TITLE}}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3657600"/>
            <a:ext cx="10698480" cy="960120"/>
          </a:xfrm>
          <a:prstGeom prst="rect">
            <a:avLst/>
          </a:prstGeom>
          <a:noFill/>
        </p:spPr>
        <p:txBody>
          <a:bodyPr wrap="square" lIns="101600" rIns="101600" tIns="50800" bIns="50800">
            <a:spAutoFit/>
          </a:bodyPr>
          <a:lstStyle/>
          <a:p>
            <a:pPr>
              <a:defRPr sz="1300" b="0">
                <a:solidFill>
                  <a:srgbClr val="333333"/>
                </a:solidFill>
                <a:latin typeface="Microsoft YaHei"/>
              </a:defRPr>
            </a:pPr>
            <a:r>
              <a:t>{{TOP_CATEGORIES_INSIGHT}}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8640" y="4846320"/>
            <a:ext cx="11064240" cy="17830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48640" y="4846320"/>
            <a:ext cx="45720" cy="1783080"/>
          </a:xfrm>
          <a:prstGeom prst="rect">
            <a:avLst/>
          </a:prstGeom>
          <a:solidFill>
            <a:srgbClr val="0A42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31520" y="4892040"/>
            <a:ext cx="10698480" cy="365760"/>
          </a:xfrm>
          <a:prstGeom prst="rect">
            <a:avLst/>
          </a:prstGeom>
          <a:noFill/>
        </p:spPr>
        <p:txBody>
          <a:bodyPr wrap="square" lIns="101600" rIns="101600" tIns="50800" bIns="50800">
            <a:spAutoFit/>
          </a:bodyPr>
          <a:lstStyle/>
          <a:p>
            <a:pPr>
              <a:defRPr sz="1600" b="1">
                <a:solidFill>
                  <a:srgbClr val="0A4275"/>
                </a:solidFill>
                <a:latin typeface="Microsoft YaHei"/>
              </a:defRPr>
            </a:pPr>
            <a:r>
              <a:t>{{MOM_TITLE}}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520" y="5303520"/>
            <a:ext cx="10698480" cy="1234440"/>
          </a:xfrm>
          <a:prstGeom prst="rect">
            <a:avLst/>
          </a:prstGeom>
          <a:noFill/>
        </p:spPr>
        <p:txBody>
          <a:bodyPr wrap="square" lIns="101600" rIns="101600" tIns="50800" bIns="50800">
            <a:spAutoFit/>
          </a:bodyPr>
          <a:lstStyle/>
          <a:p>
            <a:pPr>
              <a:defRPr sz="1300" b="0">
                <a:solidFill>
                  <a:srgbClr val="333333"/>
                </a:solidFill>
                <a:latin typeface="Microsoft YaHei"/>
              </a:defRPr>
            </a:pPr>
            <a:r>
              <a:t>{{MOM_COMPARISON}}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A42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228600"/>
            <a:ext cx="45720" cy="502920"/>
          </a:xfrm>
          <a:prstGeom prst="rect">
            <a:avLst/>
          </a:prstGeom>
          <a:solidFill>
            <a:srgbClr val="0A42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228600"/>
            <a:ext cx="10927080" cy="502920"/>
          </a:xfrm>
          <a:prstGeom prst="rect">
            <a:avLst/>
          </a:prstGeom>
          <a:noFill/>
        </p:spPr>
        <p:txBody>
          <a:bodyPr wrap="square" lIns="101600" rIns="101600" tIns="50800" bIns="50800">
            <a:spAutoFit/>
          </a:bodyPr>
          <a:lstStyle/>
          <a:p>
            <a:pPr>
              <a:defRPr sz="2700" b="1">
                <a:solidFill>
                  <a:srgbClr val="0A4275"/>
                </a:solidFill>
                <a:latin typeface="Microsoft YaHei"/>
              </a:defRPr>
            </a:pPr>
            <a:r>
              <a:t>{{SLIDE_TITLE}}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68680"/>
            <a:ext cx="11064240" cy="12344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868680"/>
            <a:ext cx="45720" cy="1234440"/>
          </a:xfrm>
          <a:prstGeom prst="rect">
            <a:avLst/>
          </a:prstGeom>
          <a:solidFill>
            <a:srgbClr val="0A42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914400"/>
            <a:ext cx="10698480" cy="365760"/>
          </a:xfrm>
          <a:prstGeom prst="rect">
            <a:avLst/>
          </a:prstGeom>
          <a:noFill/>
        </p:spPr>
        <p:txBody>
          <a:bodyPr wrap="square" lIns="101600" rIns="101600" tIns="50800" bIns="50800">
            <a:spAutoFit/>
          </a:bodyPr>
          <a:lstStyle/>
          <a:p>
            <a:pPr>
              <a:defRPr sz="1600" b="1">
                <a:solidFill>
                  <a:srgbClr val="0A4275"/>
                </a:solidFill>
                <a:latin typeface="Microsoft YaHei"/>
              </a:defRPr>
            </a:pPr>
            <a:r>
              <a:t>{{INCIDENT_OVERVIEW_TITLE}}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1325880"/>
            <a:ext cx="10698480" cy="685800"/>
          </a:xfrm>
          <a:prstGeom prst="rect">
            <a:avLst/>
          </a:prstGeom>
          <a:noFill/>
        </p:spPr>
        <p:txBody>
          <a:bodyPr wrap="square" lIns="101600" rIns="101600" tIns="50800" bIns="50800">
            <a:spAutoFit/>
          </a:bodyPr>
          <a:lstStyle/>
          <a:p>
            <a:pPr>
              <a:defRPr sz="1300" b="0">
                <a:solidFill>
                  <a:srgbClr val="333333"/>
                </a:solidFill>
                <a:latin typeface="Microsoft YaHei"/>
              </a:defRPr>
            </a:pPr>
            <a:r>
              <a:t>{{INCIDENT_SUMMARY}}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2240280"/>
            <a:ext cx="11064240" cy="28803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48640" y="2240280"/>
            <a:ext cx="45720" cy="2880360"/>
          </a:xfrm>
          <a:prstGeom prst="rect">
            <a:avLst/>
          </a:prstGeom>
          <a:solidFill>
            <a:srgbClr val="0A42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2286000"/>
            <a:ext cx="10698480" cy="365760"/>
          </a:xfrm>
          <a:prstGeom prst="rect">
            <a:avLst/>
          </a:prstGeom>
          <a:noFill/>
        </p:spPr>
        <p:txBody>
          <a:bodyPr wrap="square" lIns="101600" rIns="101600" tIns="50800" bIns="50800">
            <a:spAutoFit/>
          </a:bodyPr>
          <a:lstStyle/>
          <a:p>
            <a:pPr>
              <a:defRPr sz="1600" b="1">
                <a:solidFill>
                  <a:srgbClr val="0A4275"/>
                </a:solidFill>
                <a:latin typeface="Microsoft YaHei"/>
              </a:defRPr>
            </a:pPr>
            <a:r>
              <a:t>{{INCIDENT_DETAILS_TITLE}}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2697480"/>
            <a:ext cx="10698480" cy="2331720"/>
          </a:xfrm>
          <a:prstGeom prst="rect">
            <a:avLst/>
          </a:prstGeom>
          <a:noFill/>
        </p:spPr>
        <p:txBody>
          <a:bodyPr wrap="square" lIns="101600" rIns="101600" tIns="50800" bIns="50800">
            <a:spAutoFit/>
          </a:bodyPr>
          <a:lstStyle/>
          <a:p>
            <a:pPr>
              <a:defRPr sz="1100" b="0">
                <a:solidFill>
                  <a:srgbClr val="333333"/>
                </a:solidFill>
                <a:latin typeface="Microsoft YaHei"/>
              </a:defRPr>
            </a:pPr>
            <a:r>
              <a:t>{{INCIDENT_DETAILS}}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5257800"/>
            <a:ext cx="11064240" cy="13716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48640" y="5257800"/>
            <a:ext cx="45720" cy="1371600"/>
          </a:xfrm>
          <a:prstGeom prst="rect">
            <a:avLst/>
          </a:prstGeom>
          <a:solidFill>
            <a:srgbClr val="0A42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31520" y="5303520"/>
            <a:ext cx="10698480" cy="365760"/>
          </a:xfrm>
          <a:prstGeom prst="rect">
            <a:avLst/>
          </a:prstGeom>
          <a:noFill/>
        </p:spPr>
        <p:txBody>
          <a:bodyPr wrap="square" lIns="101600" rIns="101600" tIns="50800" bIns="50800">
            <a:spAutoFit/>
          </a:bodyPr>
          <a:lstStyle/>
          <a:p>
            <a:pPr>
              <a:defRPr sz="1600" b="1">
                <a:solidFill>
                  <a:srgbClr val="0A4275"/>
                </a:solidFill>
                <a:latin typeface="Microsoft YaHei"/>
              </a:defRPr>
            </a:pPr>
            <a:r>
              <a:t>{{INCIDENT_INSIGHT_TITLE}}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5715000"/>
            <a:ext cx="10698480" cy="822960"/>
          </a:xfrm>
          <a:prstGeom prst="rect">
            <a:avLst/>
          </a:prstGeom>
          <a:noFill/>
        </p:spPr>
        <p:txBody>
          <a:bodyPr wrap="square" lIns="101600" rIns="101600" tIns="50800" bIns="50800">
            <a:spAutoFit/>
          </a:bodyPr>
          <a:lstStyle/>
          <a:p>
            <a:pPr>
              <a:defRPr sz="1300" b="0">
                <a:solidFill>
                  <a:srgbClr val="333333"/>
                </a:solidFill>
                <a:latin typeface="Microsoft YaHei"/>
              </a:defRPr>
            </a:pPr>
            <a:r>
              <a:t>{{INCIDENT_INSIGHT}}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A42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228600"/>
            <a:ext cx="45720" cy="502920"/>
          </a:xfrm>
          <a:prstGeom prst="rect">
            <a:avLst/>
          </a:prstGeom>
          <a:solidFill>
            <a:srgbClr val="0A42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228600"/>
            <a:ext cx="10927080" cy="502920"/>
          </a:xfrm>
          <a:prstGeom prst="rect">
            <a:avLst/>
          </a:prstGeom>
          <a:noFill/>
        </p:spPr>
        <p:txBody>
          <a:bodyPr wrap="square" lIns="101600" rIns="101600" tIns="50800" bIns="50800">
            <a:spAutoFit/>
          </a:bodyPr>
          <a:lstStyle/>
          <a:p>
            <a:pPr>
              <a:defRPr sz="2700" b="1">
                <a:solidFill>
                  <a:srgbClr val="0A4275"/>
                </a:solidFill>
                <a:latin typeface="Microsoft YaHei"/>
              </a:defRPr>
            </a:pPr>
            <a:r>
              <a:t>{{SLIDE_TITLE}}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68680"/>
            <a:ext cx="11064240" cy="868680"/>
          </a:xfrm>
          <a:prstGeom prst="rect">
            <a:avLst/>
          </a:prstGeom>
          <a:solidFill>
            <a:srgbClr val="EDF2F7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868680"/>
            <a:ext cx="45720" cy="868680"/>
          </a:xfrm>
          <a:prstGeom prst="rect">
            <a:avLst/>
          </a:prstGeom>
          <a:solidFill>
            <a:srgbClr val="0A42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914400"/>
            <a:ext cx="2286000" cy="365760"/>
          </a:xfrm>
          <a:prstGeom prst="rect">
            <a:avLst/>
          </a:prstGeom>
          <a:noFill/>
        </p:spPr>
        <p:txBody>
          <a:bodyPr wrap="square" lIns="101600" rIns="101600" tIns="50800" bIns="50800">
            <a:spAutoFit/>
          </a:bodyPr>
          <a:lstStyle/>
          <a:p>
            <a:pPr>
              <a:defRPr sz="1400" b="1">
                <a:solidFill>
                  <a:srgbClr val="0A4275"/>
                </a:solidFill>
                <a:latin typeface="Microsoft YaHei"/>
              </a:defRPr>
            </a:pPr>
            <a:r>
              <a:t>{{VULN_STATS_TITLE}}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017520" y="914400"/>
            <a:ext cx="8412480" cy="731520"/>
          </a:xfrm>
          <a:prstGeom prst="rect">
            <a:avLst/>
          </a:prstGeom>
          <a:noFill/>
        </p:spPr>
        <p:txBody>
          <a:bodyPr wrap="square" lIns="101600" rIns="101600" tIns="50800" bIns="50800">
            <a:spAutoFit/>
          </a:bodyPr>
          <a:lstStyle/>
          <a:p>
            <a:pPr>
              <a:defRPr sz="1400" b="1">
                <a:solidFill>
                  <a:srgbClr val="333333"/>
                </a:solidFill>
                <a:latin typeface="Microsoft YaHei"/>
              </a:defRPr>
            </a:pPr>
            <a:r>
              <a:t>{{VULN_STATS}}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1874519"/>
            <a:ext cx="5349240" cy="14173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48640" y="1874519"/>
            <a:ext cx="45720" cy="1417320"/>
          </a:xfrm>
          <a:prstGeom prst="rect">
            <a:avLst/>
          </a:prstGeom>
          <a:solidFill>
            <a:srgbClr val="0A42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1920240"/>
            <a:ext cx="4983480" cy="320040"/>
          </a:xfrm>
          <a:prstGeom prst="rect">
            <a:avLst/>
          </a:prstGeom>
          <a:noFill/>
        </p:spPr>
        <p:txBody>
          <a:bodyPr wrap="square" lIns="101600" rIns="101600" tIns="50800" bIns="50800">
            <a:spAutoFit/>
          </a:bodyPr>
          <a:lstStyle/>
          <a:p>
            <a:pPr>
              <a:defRPr sz="1400" b="1">
                <a:solidFill>
                  <a:srgbClr val="0A4275"/>
                </a:solidFill>
                <a:latin typeface="Microsoft YaHei"/>
              </a:defRPr>
            </a:pPr>
            <a:r>
              <a:t>{{VULN_OVERVIEW_TITLE}}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2286000"/>
            <a:ext cx="4983480" cy="914400"/>
          </a:xfrm>
          <a:prstGeom prst="rect">
            <a:avLst/>
          </a:prstGeom>
          <a:noFill/>
        </p:spPr>
        <p:txBody>
          <a:bodyPr wrap="square" lIns="101600" rIns="101600" tIns="50800" bIns="50800">
            <a:spAutoFit/>
          </a:bodyPr>
          <a:lstStyle/>
          <a:p>
            <a:pPr>
              <a:defRPr sz="1200" b="0">
                <a:solidFill>
                  <a:srgbClr val="333333"/>
                </a:solidFill>
                <a:latin typeface="Microsoft YaHei"/>
              </a:defRPr>
            </a:pPr>
            <a:r>
              <a:t>{{VULN_OVERVIEW}}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080760" y="1874519"/>
            <a:ext cx="5532120" cy="14173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080760" y="1874519"/>
            <a:ext cx="45720" cy="1417320"/>
          </a:xfrm>
          <a:prstGeom prst="rect">
            <a:avLst/>
          </a:prstGeom>
          <a:solidFill>
            <a:srgbClr val="0A42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63640" y="1920240"/>
            <a:ext cx="5166360" cy="320040"/>
          </a:xfrm>
          <a:prstGeom prst="rect">
            <a:avLst/>
          </a:prstGeom>
          <a:noFill/>
        </p:spPr>
        <p:txBody>
          <a:bodyPr wrap="square" lIns="101600" rIns="101600" tIns="50800" bIns="50800">
            <a:spAutoFit/>
          </a:bodyPr>
          <a:lstStyle/>
          <a:p>
            <a:pPr>
              <a:defRPr sz="1400" b="1">
                <a:solidFill>
                  <a:srgbClr val="0A4275"/>
                </a:solidFill>
                <a:latin typeface="Microsoft YaHei"/>
              </a:defRPr>
            </a:pPr>
            <a:r>
              <a:t>{{EXPOSURE_STATS_TITLE}}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63640" y="2286000"/>
            <a:ext cx="5166360" cy="914400"/>
          </a:xfrm>
          <a:prstGeom prst="rect">
            <a:avLst/>
          </a:prstGeom>
          <a:noFill/>
        </p:spPr>
        <p:txBody>
          <a:bodyPr wrap="square" lIns="101600" rIns="101600" tIns="50800" bIns="50800">
            <a:spAutoFit/>
          </a:bodyPr>
          <a:lstStyle/>
          <a:p>
            <a:pPr>
              <a:defRPr sz="1200" b="0">
                <a:solidFill>
                  <a:srgbClr val="333333"/>
                </a:solidFill>
                <a:latin typeface="Microsoft YaHei"/>
              </a:defRPr>
            </a:pPr>
            <a:r>
              <a:t>{{EXPOSURE_STATS}}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8640" y="3429000"/>
            <a:ext cx="11064240" cy="16916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48640" y="3429000"/>
            <a:ext cx="45720" cy="1691640"/>
          </a:xfrm>
          <a:prstGeom prst="rect">
            <a:avLst/>
          </a:prstGeom>
          <a:solidFill>
            <a:srgbClr val="0A42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31520" y="3474720"/>
            <a:ext cx="10698480" cy="320040"/>
          </a:xfrm>
          <a:prstGeom prst="rect">
            <a:avLst/>
          </a:prstGeom>
          <a:noFill/>
        </p:spPr>
        <p:txBody>
          <a:bodyPr wrap="square" lIns="101600" rIns="101600" tIns="50800" bIns="50800">
            <a:spAutoFit/>
          </a:bodyPr>
          <a:lstStyle/>
          <a:p>
            <a:pPr>
              <a:defRPr sz="1400" b="1">
                <a:solidFill>
                  <a:srgbClr val="0A4275"/>
                </a:solidFill>
                <a:latin typeface="Microsoft YaHei"/>
              </a:defRPr>
            </a:pPr>
            <a:r>
              <a:t>{{TOP_CVE_TITLE}}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520" y="3840480"/>
            <a:ext cx="10698480" cy="1188720"/>
          </a:xfrm>
          <a:prstGeom prst="rect">
            <a:avLst/>
          </a:prstGeom>
          <a:noFill/>
        </p:spPr>
        <p:txBody>
          <a:bodyPr wrap="square" lIns="101600" rIns="101600" tIns="50800" bIns="50800">
            <a:spAutoFit/>
          </a:bodyPr>
          <a:lstStyle/>
          <a:p>
            <a:pPr>
              <a:defRPr sz="1100" b="0">
                <a:solidFill>
                  <a:srgbClr val="333333"/>
                </a:solidFill>
                <a:latin typeface="Microsoft YaHei"/>
              </a:defRPr>
            </a:pPr>
            <a:r>
              <a:t>{{TOP_CVE_LIST}}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48640" y="5257800"/>
            <a:ext cx="11064240" cy="1143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48640" y="5257800"/>
            <a:ext cx="45720" cy="1143000"/>
          </a:xfrm>
          <a:prstGeom prst="rect">
            <a:avLst/>
          </a:prstGeom>
          <a:solidFill>
            <a:srgbClr val="0A42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31520" y="5303520"/>
            <a:ext cx="10698480" cy="320040"/>
          </a:xfrm>
          <a:prstGeom prst="rect">
            <a:avLst/>
          </a:prstGeom>
          <a:noFill/>
        </p:spPr>
        <p:txBody>
          <a:bodyPr wrap="square" lIns="101600" rIns="101600" tIns="50800" bIns="50800">
            <a:spAutoFit/>
          </a:bodyPr>
          <a:lstStyle/>
          <a:p>
            <a:pPr>
              <a:defRPr sz="1400" b="1">
                <a:solidFill>
                  <a:srgbClr val="0A4275"/>
                </a:solidFill>
                <a:latin typeface="Microsoft YaHei"/>
              </a:defRPr>
            </a:pPr>
            <a:r>
              <a:t>{{CVE_ANALYSIS_TITLE}}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1520" y="5669280"/>
            <a:ext cx="10698480" cy="640080"/>
          </a:xfrm>
          <a:prstGeom prst="rect">
            <a:avLst/>
          </a:prstGeom>
          <a:noFill/>
        </p:spPr>
        <p:txBody>
          <a:bodyPr wrap="square" lIns="101600" rIns="101600" tIns="50800" bIns="50800">
            <a:spAutoFit/>
          </a:bodyPr>
          <a:lstStyle/>
          <a:p>
            <a:pPr>
              <a:defRPr sz="1200" b="0">
                <a:solidFill>
                  <a:srgbClr val="333333"/>
                </a:solidFill>
                <a:latin typeface="Microsoft YaHei"/>
              </a:defRPr>
            </a:pPr>
            <a:r>
              <a:t>{{TOP_CVE_ANALYSIS}}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8640" y="6492240"/>
            <a:ext cx="11064240" cy="320040"/>
          </a:xfrm>
          <a:prstGeom prst="rect">
            <a:avLst/>
          </a:prstGeom>
          <a:noFill/>
        </p:spPr>
        <p:txBody>
          <a:bodyPr wrap="square" lIns="101600" rIns="101600" tIns="50800" bIns="50800">
            <a:spAutoFit/>
          </a:bodyPr>
          <a:lstStyle/>
          <a:p>
            <a:pPr>
              <a:defRPr sz="1000" b="0">
                <a:solidFill>
                  <a:srgbClr val="666666"/>
                </a:solidFill>
                <a:latin typeface="Microsoft YaHei"/>
              </a:defRPr>
            </a:pPr>
            <a:r>
              <a:t>{{EXPOSURE_SUMMARY}}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A42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228600"/>
            <a:ext cx="45720" cy="502920"/>
          </a:xfrm>
          <a:prstGeom prst="rect">
            <a:avLst/>
          </a:prstGeom>
          <a:solidFill>
            <a:srgbClr val="0A42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228600"/>
            <a:ext cx="10927080" cy="502920"/>
          </a:xfrm>
          <a:prstGeom prst="rect">
            <a:avLst/>
          </a:prstGeom>
          <a:noFill/>
        </p:spPr>
        <p:txBody>
          <a:bodyPr wrap="square" lIns="101600" rIns="101600" tIns="50800" bIns="50800">
            <a:spAutoFit/>
          </a:bodyPr>
          <a:lstStyle/>
          <a:p>
            <a:pPr>
              <a:defRPr sz="2700" b="1">
                <a:solidFill>
                  <a:srgbClr val="0A4275"/>
                </a:solidFill>
                <a:latin typeface="Microsoft YaHei"/>
              </a:defRPr>
            </a:pPr>
            <a:r>
              <a:t>{{SLIDE_TITLE}}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68680"/>
            <a:ext cx="2926080" cy="1371600"/>
          </a:xfrm>
          <a:prstGeom prst="rect">
            <a:avLst/>
          </a:prstGeom>
          <a:solidFill>
            <a:srgbClr val="EDF2F7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960120"/>
            <a:ext cx="2651760" cy="320040"/>
          </a:xfrm>
          <a:prstGeom prst="rect">
            <a:avLst/>
          </a:prstGeom>
          <a:noFill/>
        </p:spPr>
        <p:txBody>
          <a:bodyPr wrap="square" lIns="101600" rIns="101600" tIns="50800" bIns="50800">
            <a:spAutoFit/>
          </a:bodyPr>
          <a:lstStyle/>
          <a:p>
            <a:pPr algn="ctr">
              <a:defRPr sz="1200" b="0">
                <a:solidFill>
                  <a:srgbClr val="555555"/>
                </a:solidFill>
                <a:latin typeface="Microsoft YaHei"/>
              </a:defRPr>
            </a:pPr>
            <a:r>
              <a:t>{{CLOUD_ACCOUNTS_TITLE}}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325880"/>
            <a:ext cx="2651760" cy="822960"/>
          </a:xfrm>
          <a:prstGeom prst="rect">
            <a:avLst/>
          </a:prstGeom>
          <a:noFill/>
        </p:spPr>
        <p:txBody>
          <a:bodyPr wrap="square" lIns="101600" rIns="101600" tIns="50800" bIns="50800">
            <a:spAutoFit/>
          </a:bodyPr>
          <a:lstStyle/>
          <a:p>
            <a:pPr algn="ctr">
              <a:defRPr sz="3600" b="1">
                <a:solidFill>
                  <a:srgbClr val="0A4275"/>
                </a:solidFill>
                <a:latin typeface="Microsoft YaHei"/>
              </a:defRPr>
            </a:pPr>
            <a:r>
              <a:t>{{CLOUD_ACCOUNTS_COUNT}}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0" y="868680"/>
            <a:ext cx="7955279" cy="33375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657600" y="868680"/>
            <a:ext cx="45720" cy="3337560"/>
          </a:xfrm>
          <a:prstGeom prst="rect">
            <a:avLst/>
          </a:prstGeom>
          <a:solidFill>
            <a:srgbClr val="0A42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840480" y="914400"/>
            <a:ext cx="7589520" cy="365760"/>
          </a:xfrm>
          <a:prstGeom prst="rect">
            <a:avLst/>
          </a:prstGeom>
          <a:noFill/>
        </p:spPr>
        <p:txBody>
          <a:bodyPr wrap="square" lIns="101600" rIns="101600" tIns="50800" bIns="50800">
            <a:spAutoFit/>
          </a:bodyPr>
          <a:lstStyle/>
          <a:p>
            <a:pPr>
              <a:defRPr sz="1600" b="1">
                <a:solidFill>
                  <a:srgbClr val="0A4275"/>
                </a:solidFill>
                <a:latin typeface="Microsoft YaHei"/>
              </a:defRPr>
            </a:pPr>
            <a:r>
              <a:t>{{CLOUD_RISK_TITLE}}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840480" y="1371600"/>
            <a:ext cx="3657600" cy="2743200"/>
          </a:xfrm>
          <a:prstGeom prst="rect">
            <a:avLst/>
          </a:prstGeom>
          <a:noFill/>
        </p:spPr>
        <p:txBody>
          <a:bodyPr wrap="square" lIns="101600" rIns="101600" tIns="50800" bIns="50800">
            <a:spAutoFit/>
          </a:bodyPr>
          <a:lstStyle/>
          <a:p>
            <a:pPr>
              <a:defRPr sz="1200" b="0">
                <a:solidFill>
                  <a:srgbClr val="333333"/>
                </a:solidFill>
                <a:latin typeface="Microsoft YaHei"/>
              </a:defRPr>
            </a:pPr>
            <a:r>
              <a:t>{{CLOUD_RISK_LIST}}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589520" y="1371600"/>
            <a:ext cx="18288" cy="256032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0" y="1371600"/>
            <a:ext cx="3657600" cy="320040"/>
          </a:xfrm>
          <a:prstGeom prst="rect">
            <a:avLst/>
          </a:prstGeom>
          <a:noFill/>
        </p:spPr>
        <p:txBody>
          <a:bodyPr wrap="square" lIns="101600" rIns="101600" tIns="50800" bIns="50800">
            <a:spAutoFit/>
          </a:bodyPr>
          <a:lstStyle/>
          <a:p>
            <a:pPr>
              <a:defRPr sz="1400" b="1">
                <a:solidFill>
                  <a:srgbClr val="0A4275"/>
                </a:solidFill>
                <a:latin typeface="Microsoft YaHei"/>
              </a:defRPr>
            </a:pPr>
            <a:r>
              <a:t>{{CLOUD_ANALYSIS_TITLE}}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0" y="1737360"/>
            <a:ext cx="3657600" cy="2377440"/>
          </a:xfrm>
          <a:prstGeom prst="rect">
            <a:avLst/>
          </a:prstGeom>
          <a:noFill/>
        </p:spPr>
        <p:txBody>
          <a:bodyPr wrap="square" lIns="101600" rIns="101600" tIns="50800" bIns="50800">
            <a:spAutoFit/>
          </a:bodyPr>
          <a:lstStyle/>
          <a:p>
            <a:pPr>
              <a:defRPr sz="1200" b="0">
                <a:solidFill>
                  <a:srgbClr val="333333"/>
                </a:solidFill>
                <a:latin typeface="Microsoft YaHei"/>
              </a:defRPr>
            </a:pPr>
            <a:r>
              <a:t>{{CLOUD_RISK_SUMMARY}}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8640" y="4343400"/>
            <a:ext cx="11064240" cy="228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48640" y="4343400"/>
            <a:ext cx="45720" cy="2286000"/>
          </a:xfrm>
          <a:prstGeom prst="rect">
            <a:avLst/>
          </a:prstGeom>
          <a:solidFill>
            <a:srgbClr val="0A42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31520" y="4389120"/>
            <a:ext cx="10698480" cy="365760"/>
          </a:xfrm>
          <a:prstGeom prst="rect">
            <a:avLst/>
          </a:prstGeom>
          <a:noFill/>
        </p:spPr>
        <p:txBody>
          <a:bodyPr wrap="square" lIns="101600" rIns="101600" tIns="50800" bIns="50800">
            <a:spAutoFit/>
          </a:bodyPr>
          <a:lstStyle/>
          <a:p>
            <a:pPr>
              <a:defRPr sz="1600" b="1">
                <a:solidFill>
                  <a:srgbClr val="0A4275"/>
                </a:solidFill>
                <a:latin typeface="Microsoft YaHei"/>
              </a:defRPr>
            </a:pPr>
            <a:r>
              <a:t>{{CLOUD_REC_TITLE}}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4800600"/>
            <a:ext cx="10698480" cy="1737360"/>
          </a:xfrm>
          <a:prstGeom prst="rect">
            <a:avLst/>
          </a:prstGeom>
          <a:noFill/>
        </p:spPr>
        <p:txBody>
          <a:bodyPr wrap="square" lIns="101600" rIns="101600" tIns="50800" bIns="50800">
            <a:spAutoFit/>
          </a:bodyPr>
          <a:lstStyle/>
          <a:p>
            <a:pPr>
              <a:defRPr sz="1300" b="0">
                <a:solidFill>
                  <a:srgbClr val="333333"/>
                </a:solidFill>
                <a:latin typeface="Microsoft YaHei"/>
              </a:defRPr>
            </a:pPr>
            <a:r>
              <a:t>{{CLOUD_RECOMMENDATIONS}}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A42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228600"/>
            <a:ext cx="45720" cy="502920"/>
          </a:xfrm>
          <a:prstGeom prst="rect">
            <a:avLst/>
          </a:prstGeom>
          <a:solidFill>
            <a:srgbClr val="0A42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228600"/>
            <a:ext cx="10927080" cy="502920"/>
          </a:xfrm>
          <a:prstGeom prst="rect">
            <a:avLst/>
          </a:prstGeom>
          <a:noFill/>
        </p:spPr>
        <p:txBody>
          <a:bodyPr wrap="square" lIns="101600" rIns="101600" tIns="50800" bIns="50800">
            <a:spAutoFit/>
          </a:bodyPr>
          <a:lstStyle/>
          <a:p>
            <a:pPr>
              <a:defRPr sz="2700" b="1">
                <a:solidFill>
                  <a:srgbClr val="0A4275"/>
                </a:solidFill>
                <a:latin typeface="Microsoft YaHei"/>
              </a:defRPr>
            </a:pPr>
            <a:r>
              <a:t>{{SLIDE_TITLE}}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68680"/>
            <a:ext cx="5349240" cy="29718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868680"/>
            <a:ext cx="45720" cy="2971800"/>
          </a:xfrm>
          <a:prstGeom prst="rect">
            <a:avLst/>
          </a:prstGeom>
          <a:solidFill>
            <a:srgbClr val="DC35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914400"/>
            <a:ext cx="4983480" cy="365760"/>
          </a:xfrm>
          <a:prstGeom prst="rect">
            <a:avLst/>
          </a:prstGeom>
          <a:noFill/>
        </p:spPr>
        <p:txBody>
          <a:bodyPr wrap="square" lIns="101600" rIns="101600" tIns="50800" bIns="50800">
            <a:spAutoFit/>
          </a:bodyPr>
          <a:lstStyle/>
          <a:p>
            <a:pPr>
              <a:defRPr sz="1600" b="1">
                <a:solidFill>
                  <a:srgbClr val="DC3545"/>
                </a:solidFill>
                <a:latin typeface="Microsoft YaHei"/>
              </a:defRPr>
            </a:pPr>
            <a:r>
              <a:t>{{P0_TITLE}}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1325880"/>
            <a:ext cx="4983480" cy="2423160"/>
          </a:xfrm>
          <a:prstGeom prst="rect">
            <a:avLst/>
          </a:prstGeom>
          <a:noFill/>
        </p:spPr>
        <p:txBody>
          <a:bodyPr wrap="square" lIns="101600" rIns="101600" tIns="50800" bIns="50800">
            <a:spAutoFit/>
          </a:bodyPr>
          <a:lstStyle/>
          <a:p>
            <a:pPr>
              <a:defRPr sz="1200" b="0">
                <a:solidFill>
                  <a:srgbClr val="333333"/>
                </a:solidFill>
                <a:latin typeface="Microsoft YaHei"/>
              </a:defRPr>
            </a:pPr>
            <a:r>
              <a:t>{{P0_ACTIONS}}</a:t>
            </a:r>
          </a:p>
        </p:txBody>
      </p:sp>
      <p:sp>
        <p:nvSpPr>
          <p:cNvPr id="9" name="Rectangle 8"/>
          <p:cNvSpPr/>
          <p:nvPr/>
        </p:nvSpPr>
        <p:spPr>
          <a:xfrm>
            <a:off x="6080760" y="868680"/>
            <a:ext cx="5532120" cy="29718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080760" y="868680"/>
            <a:ext cx="45720" cy="2971800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63640" y="914400"/>
            <a:ext cx="5166360" cy="365760"/>
          </a:xfrm>
          <a:prstGeom prst="rect">
            <a:avLst/>
          </a:prstGeom>
          <a:noFill/>
        </p:spPr>
        <p:txBody>
          <a:bodyPr wrap="square" lIns="101600" rIns="101600" tIns="50800" bIns="50800">
            <a:spAutoFit/>
          </a:bodyPr>
          <a:lstStyle/>
          <a:p>
            <a:pPr>
              <a:defRPr sz="1600" b="1">
                <a:solidFill>
                  <a:srgbClr val="EA580C"/>
                </a:solidFill>
                <a:latin typeface="Microsoft YaHei"/>
              </a:defRPr>
            </a:pPr>
            <a:r>
              <a:t>{{P1_TITLE}}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63640" y="1325880"/>
            <a:ext cx="5166360" cy="2423160"/>
          </a:xfrm>
          <a:prstGeom prst="rect">
            <a:avLst/>
          </a:prstGeom>
          <a:noFill/>
        </p:spPr>
        <p:txBody>
          <a:bodyPr wrap="square" lIns="101600" rIns="101600" tIns="50800" bIns="50800">
            <a:spAutoFit/>
          </a:bodyPr>
          <a:lstStyle/>
          <a:p>
            <a:pPr>
              <a:defRPr sz="1200" b="0">
                <a:solidFill>
                  <a:srgbClr val="333333"/>
                </a:solidFill>
                <a:latin typeface="Microsoft YaHei"/>
              </a:defRPr>
            </a:pPr>
            <a:r>
              <a:t>{{P1_ACTIONS}}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3977639"/>
            <a:ext cx="11064240" cy="26517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48640" y="3977639"/>
            <a:ext cx="45720" cy="2651760"/>
          </a:xfrm>
          <a:prstGeom prst="rect">
            <a:avLst/>
          </a:prstGeom>
          <a:solidFill>
            <a:srgbClr val="0A42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31520" y="4023360"/>
            <a:ext cx="10698480" cy="365760"/>
          </a:xfrm>
          <a:prstGeom prst="rect">
            <a:avLst/>
          </a:prstGeom>
          <a:noFill/>
        </p:spPr>
        <p:txBody>
          <a:bodyPr wrap="square" lIns="101600" rIns="101600" tIns="50800" bIns="50800">
            <a:spAutoFit/>
          </a:bodyPr>
          <a:lstStyle/>
          <a:p>
            <a:pPr>
              <a:defRPr sz="1600" b="1">
                <a:solidFill>
                  <a:srgbClr val="0A4275"/>
                </a:solidFill>
                <a:latin typeface="Microsoft YaHei"/>
              </a:defRPr>
            </a:pPr>
            <a:r>
              <a:t>{{STRATEGIC_TITLE}}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4434840"/>
            <a:ext cx="10698480" cy="2103120"/>
          </a:xfrm>
          <a:prstGeom prst="rect">
            <a:avLst/>
          </a:prstGeom>
          <a:noFill/>
        </p:spPr>
        <p:txBody>
          <a:bodyPr wrap="square" lIns="101600" rIns="101600" tIns="50800" bIns="50800">
            <a:spAutoFit/>
          </a:bodyPr>
          <a:lstStyle/>
          <a:p>
            <a:pPr>
              <a:defRPr sz="1300" b="0">
                <a:solidFill>
                  <a:srgbClr val="333333"/>
                </a:solidFill>
                <a:latin typeface="Microsoft YaHei"/>
              </a:defRPr>
            </a:pPr>
            <a:r>
              <a:t>{{STRATEGIC_RECOMMENDATIONS}}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A42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228600"/>
            <a:ext cx="45720" cy="502920"/>
          </a:xfrm>
          <a:prstGeom prst="rect">
            <a:avLst/>
          </a:prstGeom>
          <a:solidFill>
            <a:srgbClr val="0A42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228600"/>
            <a:ext cx="10927080" cy="502920"/>
          </a:xfrm>
          <a:prstGeom prst="rect">
            <a:avLst/>
          </a:prstGeom>
          <a:noFill/>
        </p:spPr>
        <p:txBody>
          <a:bodyPr wrap="square" lIns="101600" rIns="101600" tIns="50800" bIns="50800">
            <a:spAutoFit/>
          </a:bodyPr>
          <a:lstStyle/>
          <a:p>
            <a:pPr>
              <a:defRPr sz="2700" b="1">
                <a:solidFill>
                  <a:srgbClr val="0A4275"/>
                </a:solidFill>
                <a:latin typeface="Microsoft YaHei"/>
              </a:defRPr>
            </a:pPr>
            <a:r>
              <a:t>{{SLIDE_TITLE}}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68680"/>
            <a:ext cx="5349240" cy="16916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868680"/>
            <a:ext cx="45720" cy="1691640"/>
          </a:xfrm>
          <a:prstGeom prst="rect">
            <a:avLst/>
          </a:prstGeom>
          <a:solidFill>
            <a:srgbClr val="0A42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914400"/>
            <a:ext cx="4983480" cy="320040"/>
          </a:xfrm>
          <a:prstGeom prst="rect">
            <a:avLst/>
          </a:prstGeom>
          <a:noFill/>
        </p:spPr>
        <p:txBody>
          <a:bodyPr wrap="square" lIns="101600" rIns="101600" tIns="50800" bIns="50800">
            <a:spAutoFit/>
          </a:bodyPr>
          <a:lstStyle/>
          <a:p>
            <a:pPr>
              <a:defRPr sz="1400" b="1">
                <a:solidFill>
                  <a:srgbClr val="0A4275"/>
                </a:solidFill>
                <a:latin typeface="Microsoft YaHei"/>
              </a:defRPr>
            </a:pPr>
            <a:r>
              <a:t>{{DATA_SCOPE_TITLE}}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1280160"/>
            <a:ext cx="4983480" cy="1188720"/>
          </a:xfrm>
          <a:prstGeom prst="rect">
            <a:avLst/>
          </a:prstGeom>
          <a:noFill/>
        </p:spPr>
        <p:txBody>
          <a:bodyPr wrap="square" lIns="101600" rIns="101600" tIns="50800" bIns="50800">
            <a:spAutoFit/>
          </a:bodyPr>
          <a:lstStyle/>
          <a:p>
            <a:pPr>
              <a:defRPr sz="1100" b="0">
                <a:solidFill>
                  <a:srgbClr val="333333"/>
                </a:solidFill>
                <a:latin typeface="Microsoft YaHei"/>
              </a:defRPr>
            </a:pPr>
            <a:r>
              <a:t>{{DATA_SCOPE}}</a:t>
            </a:r>
          </a:p>
        </p:txBody>
      </p:sp>
      <p:sp>
        <p:nvSpPr>
          <p:cNvPr id="9" name="Rectangle 8"/>
          <p:cNvSpPr/>
          <p:nvPr/>
        </p:nvSpPr>
        <p:spPr>
          <a:xfrm>
            <a:off x="6080760" y="868680"/>
            <a:ext cx="5532120" cy="16916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080760" y="868680"/>
            <a:ext cx="45720" cy="1691640"/>
          </a:xfrm>
          <a:prstGeom prst="rect">
            <a:avLst/>
          </a:prstGeom>
          <a:solidFill>
            <a:srgbClr val="0A42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63640" y="914400"/>
            <a:ext cx="5166360" cy="320040"/>
          </a:xfrm>
          <a:prstGeom prst="rect">
            <a:avLst/>
          </a:prstGeom>
          <a:noFill/>
        </p:spPr>
        <p:txBody>
          <a:bodyPr wrap="square" lIns="101600" rIns="101600" tIns="50800" bIns="50800">
            <a:spAutoFit/>
          </a:bodyPr>
          <a:lstStyle/>
          <a:p>
            <a:pPr>
              <a:defRPr sz="1400" b="1">
                <a:solidFill>
                  <a:srgbClr val="0A4275"/>
                </a:solidFill>
                <a:latin typeface="Microsoft YaHei"/>
              </a:defRPr>
            </a:pPr>
            <a:r>
              <a:t>{{ASSET_COVERAGE_TITLE}}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63640" y="1280160"/>
            <a:ext cx="5166360" cy="1188720"/>
          </a:xfrm>
          <a:prstGeom prst="rect">
            <a:avLst/>
          </a:prstGeom>
          <a:noFill/>
        </p:spPr>
        <p:txBody>
          <a:bodyPr wrap="square" lIns="101600" rIns="101600" tIns="50800" bIns="50800">
            <a:spAutoFit/>
          </a:bodyPr>
          <a:lstStyle/>
          <a:p>
            <a:pPr>
              <a:defRPr sz="1100" b="0">
                <a:solidFill>
                  <a:srgbClr val="333333"/>
                </a:solidFill>
                <a:latin typeface="Microsoft YaHei"/>
              </a:defRPr>
            </a:pPr>
            <a:r>
              <a:t>{{ASSET_COVERAGE}}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2697480"/>
            <a:ext cx="11064240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48640" y="2697480"/>
            <a:ext cx="45720" cy="822960"/>
          </a:xfrm>
          <a:prstGeom prst="rect">
            <a:avLst/>
          </a:prstGeom>
          <a:solidFill>
            <a:srgbClr val="0A42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31520" y="2743200"/>
            <a:ext cx="2286000" cy="320040"/>
          </a:xfrm>
          <a:prstGeom prst="rect">
            <a:avLst/>
          </a:prstGeom>
          <a:noFill/>
        </p:spPr>
        <p:txBody>
          <a:bodyPr wrap="square" lIns="101600" rIns="101600" tIns="50800" bIns="50800">
            <a:spAutoFit/>
          </a:bodyPr>
          <a:lstStyle/>
          <a:p>
            <a:pPr>
              <a:defRPr sz="1400" b="1">
                <a:solidFill>
                  <a:srgbClr val="0A4275"/>
                </a:solidFill>
                <a:latin typeface="Microsoft YaHei"/>
              </a:defRPr>
            </a:pPr>
            <a:r>
              <a:t>{{SLA_TITLE}}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108960" y="2743200"/>
            <a:ext cx="8321040" cy="685800"/>
          </a:xfrm>
          <a:prstGeom prst="rect">
            <a:avLst/>
          </a:prstGeom>
          <a:noFill/>
        </p:spPr>
        <p:txBody>
          <a:bodyPr wrap="square" lIns="101600" rIns="101600" tIns="50800" bIns="50800">
            <a:spAutoFit/>
          </a:bodyPr>
          <a:lstStyle/>
          <a:p>
            <a:pPr>
              <a:defRPr sz="1100" b="0">
                <a:solidFill>
                  <a:srgbClr val="333333"/>
                </a:solidFill>
                <a:latin typeface="Microsoft YaHei"/>
              </a:defRPr>
            </a:pPr>
            <a:r>
              <a:t>{{SLA_NOTES}}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8640" y="3657600"/>
            <a:ext cx="11064240" cy="24231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48640" y="3657600"/>
            <a:ext cx="45720" cy="2423160"/>
          </a:xfrm>
          <a:prstGeom prst="rect">
            <a:avLst/>
          </a:prstGeom>
          <a:solidFill>
            <a:srgbClr val="0A42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31520" y="3703320"/>
            <a:ext cx="10698480" cy="320040"/>
          </a:xfrm>
          <a:prstGeom prst="rect">
            <a:avLst/>
          </a:prstGeom>
          <a:noFill/>
        </p:spPr>
        <p:txBody>
          <a:bodyPr wrap="square" lIns="101600" rIns="101600" tIns="50800" bIns="50800">
            <a:spAutoFit/>
          </a:bodyPr>
          <a:lstStyle/>
          <a:p>
            <a:pPr>
              <a:defRPr sz="1400" b="1">
                <a:solidFill>
                  <a:srgbClr val="0A4275"/>
                </a:solidFill>
                <a:latin typeface="Microsoft YaHei"/>
              </a:defRPr>
            </a:pPr>
            <a:r>
              <a:t>{{TERMINOLOGY_TITLE}}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520" y="4069080"/>
            <a:ext cx="10698480" cy="1920240"/>
          </a:xfrm>
          <a:prstGeom prst="rect">
            <a:avLst/>
          </a:prstGeom>
          <a:noFill/>
        </p:spPr>
        <p:txBody>
          <a:bodyPr wrap="square" lIns="101600" rIns="101600" tIns="50800" bIns="50800">
            <a:spAutoFit/>
          </a:bodyPr>
          <a:lstStyle/>
          <a:p>
            <a:pPr>
              <a:defRPr sz="1100" b="0">
                <a:solidFill>
                  <a:srgbClr val="333333"/>
                </a:solidFill>
                <a:latin typeface="Microsoft YaHei"/>
              </a:defRPr>
            </a:pPr>
            <a:r>
              <a:t>{{TERMINOLOGY}}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8640" y="6217920"/>
            <a:ext cx="11064240" cy="365760"/>
          </a:xfrm>
          <a:prstGeom prst="rect">
            <a:avLst/>
          </a:prstGeom>
          <a:noFill/>
        </p:spPr>
        <p:txBody>
          <a:bodyPr wrap="square" lIns="101600" rIns="101600" tIns="50800" bIns="50800">
            <a:spAutoFit/>
          </a:bodyPr>
          <a:lstStyle/>
          <a:p>
            <a:pPr algn="ctr">
              <a:defRPr sz="1100" b="0">
                <a:solidFill>
                  <a:srgbClr val="666666"/>
                </a:solidFill>
                <a:latin typeface="Microsoft YaHei"/>
              </a:defRPr>
            </a:pPr>
            <a:r>
              <a:t>{{CONTACT_INFO}}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