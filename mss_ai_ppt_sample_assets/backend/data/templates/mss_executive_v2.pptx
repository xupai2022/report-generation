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1365" cy="6858000" type="screen4x3"/>
  <p:notesSz cx="6858000" cy="9144000"/>
  <p:custDataLst>
    <p:tags r:id="rId1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gs" Target="tags/tag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 algn="ctr">
              <a:defRPr sz="42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{{REPORT_TITLE}}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566160"/>
            <a:ext cx="2103120" cy="457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 algn="ctr">
              <a:defRPr sz="18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{{CUSTOMER_LABEL}}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34840"/>
            <a:ext cx="1069848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{{PERIOD_LABEL}}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5029200" cy="316865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0">
                <a:solidFill>
                  <a:srgbClr val="666666"/>
                </a:solidFill>
                <a:latin typeface="微软雅黑" panose="020B0503020204020204" charset="-122"/>
              </a:defRPr>
            </a:pPr>
            <a:r>
              <a:t>密级：内部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5852160"/>
            <a:ext cx="548640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微软雅黑" panose="020B0503020204020204" charset="-122"/>
              </a:defRPr>
            </a:pPr>
            <a:r>
              <a:t>{{GENERATED_AT_LABEL}}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solidFill>
            <a:srgbClr val="EDF2F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10698480" cy="5943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8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{{HEADLINE}}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064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{{KPI_SECTION}}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11064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10698480" cy="12344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{{SUMMARY_PARAGRAPH}}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09160"/>
            <a:ext cx="11064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709160"/>
            <a:ext cx="45720" cy="19659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754880"/>
            <a:ext cx="1051560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{{KEY_INSIGHTS_TITLE}}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12080"/>
            <a:ext cx="10515600" cy="13716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{{KEY_INSIGHTS}}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5349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45720" cy="21945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498348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{{TREND_SECTION_TITLE}}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4983480" cy="28575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微软雅黑" panose="020B0503020204020204" charset="-122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080760" y="868680"/>
            <a:ext cx="55321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868680"/>
            <a:ext cx="45720" cy="21945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91440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{{TOP_CATEGORIES_TITLE}}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325880"/>
            <a:ext cx="5166360" cy="1645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{{TOP_CATEGORIES_LIST}}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110642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45720" cy="15087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{{CATEGORIES_INSIGHT_TITLE}}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57600"/>
            <a:ext cx="10698480" cy="9601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{{TOP_CATEGORIES_INSIGHT}}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11064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846320"/>
            <a:ext cx="45720" cy="178308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{{MOM_TITLE}}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698480" cy="12344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{{MOM_COMPARISON}}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11064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45720" cy="123444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1069848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{{INCIDENT_OVERVIEW_TITLE}}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{{INCIDENT_SUMMARY}}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1106424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45720" cy="28803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1069848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{{INCIDENT_DETAILS_TITLE}}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10698480" cy="23317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{{INCIDENT_DETAILS}}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45720" cy="137160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03520"/>
            <a:ext cx="1069848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{{INCIDENT_INSIGHT_TITLE}}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715000"/>
            <a:ext cx="10698480" cy="8229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{{INCIDENT_INSIGHT}}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11064240" cy="868680"/>
          </a:xfrm>
          <a:prstGeom prst="rect">
            <a:avLst/>
          </a:prstGeom>
          <a:solidFill>
            <a:srgbClr val="EDF2F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45720" cy="86868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{{VULN_STATS_TITLE}}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914400"/>
            <a:ext cx="8412480" cy="7315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{{VULN_STATS}}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349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45720" cy="14173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498348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{{VULN_OVERVIEW_TITLE}}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4983480" cy="9144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{{VULN_OVERVIEW}}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874519"/>
            <a:ext cx="5532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874519"/>
            <a:ext cx="45720" cy="14173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92024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{{EXPOSURE_STATS_TITLE}}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86000"/>
            <a:ext cx="5166360" cy="9144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{{EXPOSURE_STATS}}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29000"/>
            <a:ext cx="11064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429000"/>
            <a:ext cx="45720" cy="169164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74720"/>
            <a:ext cx="1069848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{{TOP_CVE_TITLE}}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840480"/>
            <a:ext cx="10698480" cy="11887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{{TOP_CVE_LIST}}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57800"/>
            <a:ext cx="11064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257800"/>
            <a:ext cx="45720" cy="114300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{{CVE_ANALYSIS_TITLE}}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{{TOP_CVE_ANALYSIS}}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106424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666666"/>
                </a:solidFill>
                <a:latin typeface="微软雅黑" panose="020B0503020204020204" charset="-122"/>
              </a:defRPr>
            </a:pPr>
            <a:r>
              <a:t>{{EXPOSURE_SUMMARY}}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926080" cy="1371600"/>
          </a:xfrm>
          <a:prstGeom prst="rect">
            <a:avLst/>
          </a:prstGeom>
          <a:solidFill>
            <a:srgbClr val="EDF2F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26517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{{CLOUD_ACCOUNTS_TITLE}}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2651760" cy="8229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 algn="ctr">
              <a:defRPr sz="3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{{CLOUD_ACCOUNTS_COUNT}}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868680"/>
            <a:ext cx="7955279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868680"/>
            <a:ext cx="45720" cy="33375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914400"/>
            <a:ext cx="758952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{{CLOUD_RISK_TITLE}}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3657600" cy="27432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{{CLOUD_RISK_LIST}}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371600"/>
            <a:ext cx="18288" cy="2560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371600"/>
            <a:ext cx="365760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{{CLOUD_ANALYSIS_TITLE}}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1737360"/>
            <a:ext cx="3657600" cy="23774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{{CLOUD_RISK_SUMMARY}}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343400"/>
            <a:ext cx="11064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343400"/>
            <a:ext cx="45720" cy="228600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1069848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{{CLOUD_REC_TITLE}}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00600"/>
            <a:ext cx="10698480" cy="17373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{{CLOUD_RECOMMENDATIONS}}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534924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45720" cy="29718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498348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DC3545"/>
                </a:solidFill>
                <a:latin typeface="微软雅黑" panose="020B0503020204020204" charset="-122"/>
              </a:defRPr>
            </a:pPr>
            <a:r>
              <a:t>{{P0_TITLE}}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4983480" cy="24231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{{P0_ACTIONS}}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868680"/>
            <a:ext cx="553212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868680"/>
            <a:ext cx="45720" cy="29718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91440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EA580C"/>
                </a:solidFill>
                <a:latin typeface="微软雅黑" panose="020B0503020204020204" charset="-122"/>
              </a:defRPr>
            </a:pPr>
            <a:r>
              <a:t>{{P1_TITLE}}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325880"/>
            <a:ext cx="5166360" cy="24231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{{P1_ACTIONS}}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77639"/>
            <a:ext cx="110642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45720" cy="26517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{{STRATEGIC_TITLE}}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21031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{{STRATEGIC_RECOMMENDATIONS}}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45720" cy="169164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498348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{{DATA_SCOPE_TITLE}}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983480" cy="11887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{{DATA_SCOPE}}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868680"/>
            <a:ext cx="55321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868680"/>
            <a:ext cx="45720" cy="169164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91440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{{ASSET_COVERAGE_TITLE}}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280160"/>
            <a:ext cx="5166360" cy="11887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{{ASSET_COVERAGE}}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9748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97480"/>
            <a:ext cx="45720" cy="8229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228600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{{SLA_TITLE}}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743200"/>
            <a:ext cx="832104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{{SLA_NOTES}}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57600"/>
            <a:ext cx="110642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57600"/>
            <a:ext cx="45720" cy="24231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微软雅黑" panose="020B0503020204020204" charset="-122"/>
              </a:defRPr>
            </a:pPr>
            <a:r>
              <a:t>{{TERMINOLOGY_TITLE}}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10698480" cy="19202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t>{{TERMINOLOGY}}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微软雅黑" panose="020B0503020204020204" charset="-122"/>
              </a:defRPr>
            </a:pPr>
            <a:r>
              <a:t>{{CONTACT_INFO}}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NzBiN2QxNGQ4NjIwZWE5Mjc3ZDY1N2NlMGYwOTU3MDU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1204</Words>
  <Application>WPS 演示</Application>
  <PresentationFormat>On-screen Show (4:3)</PresentationFormat>
  <Paragraphs>128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User</cp:lastModifiedBy>
  <cp:revision>7</cp:revision>
  <dcterms:created xsi:type="dcterms:W3CDTF">2013-01-27T09:14:00Z</dcterms:created>
  <dcterms:modified xsi:type="dcterms:W3CDTF">2026-01-23T09:56:26Z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D6B0E5BCA9D342F291DE7B7C65523EEF_12</vt:lpwstr>
  </property>
  <property fmtid="{D5CDD505-2E9C-101B-9397-08002B2CF9AE}" pid="3" name="KSOProductBuildVer">
    <vt:lpwstr>2052-12.1.0.16729</vt:lpwstr>
  </property>
</Properties>
</file>