
<file path=[Content_Types].xml><?xml version="1.0" encoding="utf-8"?>
<Types xmlns="http://schemas.openxmlformats.org/package/2006/content-types">
  <Default Extension="png" ContentType="image/png"/>
  <Default Extension="jpeg" ContentType="image/jpeg"/>
  <Default Extension="JPG" ContentType="image/.jp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charts/chart1.xml" ContentType="application/vnd.openxmlformats-officedocument.drawingml.chart+xml"/>
  <Override PartName="/ppt/charts/chart10.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harts/colors1.xml" ContentType="application/vnd.ms-office.chartcolorstyle+xml"/>
  <Override PartName="/ppt/charts/colors10.xml" ContentType="application/vnd.ms-office.chartcolorstyle+xml"/>
  <Override PartName="/ppt/charts/colors2.xml" ContentType="application/vnd.ms-office.chartcolorstyle+xml"/>
  <Override PartName="/ppt/charts/colors3.xml" ContentType="application/vnd.ms-office.chartcolorstyle+xml"/>
  <Override PartName="/ppt/charts/colors4.xml" ContentType="application/vnd.ms-office.chartcolorstyle+xml"/>
  <Override PartName="/ppt/charts/colors5.xml" ContentType="application/vnd.ms-office.chartcolorstyle+xml"/>
  <Override PartName="/ppt/charts/colors6.xml" ContentType="application/vnd.ms-office.chartcolorstyle+xml"/>
  <Override PartName="/ppt/charts/colors7.xml" ContentType="application/vnd.ms-office.chartcolorstyle+xml"/>
  <Override PartName="/ppt/charts/colors8.xml" ContentType="application/vnd.ms-office.chartcolorstyle+xml"/>
  <Override PartName="/ppt/charts/colors9.xml" ContentType="application/vnd.ms-office.chartcolorstyle+xml"/>
  <Override PartName="/ppt/charts/style1.xml" ContentType="application/vnd.ms-office.chartstyle+xml"/>
  <Override PartName="/ppt/charts/style10.xml" ContentType="application/vnd.ms-office.chartstyle+xml"/>
  <Override PartName="/ppt/charts/style2.xml" ContentType="application/vnd.ms-office.chartstyle+xml"/>
  <Override PartName="/ppt/charts/style3.xml" ContentType="application/vnd.ms-office.chartstyle+xml"/>
  <Override PartName="/ppt/charts/style4.xml" ContentType="application/vnd.ms-office.chartstyle+xml"/>
  <Override PartName="/ppt/charts/style5.xml" ContentType="application/vnd.ms-office.chartstyle+xml"/>
  <Override PartName="/ppt/charts/style6.xml" ContentType="application/vnd.ms-office.chartstyle+xml"/>
  <Override PartName="/ppt/charts/style7.xml" ContentType="application/vnd.ms-office.chartstyle+xml"/>
  <Override PartName="/ppt/charts/style8.xml" ContentType="application/vnd.ms-office.chartstyle+xml"/>
  <Override PartName="/ppt/charts/style9.xml" ContentType="application/vnd.ms-office.chartstyle+xml"/>
  <Override PartName="/ppt/commentAuthors.xml" ContentType="application/vnd.openxmlformats-officedocument.presentationml.commentAuthors+xml"/>
  <Override PartName="/ppt/media/image11.svg" ContentType="image/svg+xml"/>
  <Override PartName="/ppt/media/image13.svg" ContentType="image/svg+xml"/>
  <Override PartName="/ppt/media/image17.svg" ContentType="image/svg+xml"/>
  <Override PartName="/ppt/media/image19.svg" ContentType="image/svg+xml"/>
  <Override PartName="/ppt/media/image22.svg" ContentType="image/svg+xml"/>
  <Override PartName="/ppt/media/image24.svg" ContentType="image/svg+xml"/>
  <Override PartName="/ppt/media/image26.svg" ContentType="image/svg+xml"/>
  <Override PartName="/ppt/media/image44.svg" ContentType="image/svg+xml"/>
  <Override PartName="/ppt/media/image46.svg" ContentType="image/svg+xml"/>
  <Override PartName="/ppt/media/image54.svg" ContentType="image/svg+xml"/>
  <Override PartName="/ppt/media/image56.svg" ContentType="image/svg+xml"/>
  <Override PartName="/ppt/media/image58.svg" ContentType="image/svg+xml"/>
  <Override PartName="/ppt/media/image60.svg" ContentType="image/svg+xml"/>
  <Override PartName="/ppt/media/image62.svg" ContentType="image/svg+xml"/>
  <Override PartName="/ppt/media/image64.svg" ContentType="image/svg+xml"/>
  <Override PartName="/ppt/media/image66.svg" ContentType="image/svg+xml"/>
  <Override PartName="/ppt/media/image68.svg" ContentType="image/svg+xml"/>
  <Override PartName="/ppt/media/image70.svg" ContentType="image/svg+xml"/>
  <Override PartName="/ppt/media/image72.svg" ContentType="image/svg+xml"/>
  <Override PartName="/ppt/media/image74.svg" ContentType="image/svg+xml"/>
  <Override PartName="/ppt/media/image76.svg" ContentType="image/svg+xml"/>
  <Override PartName="/ppt/media/image78.svg" ContentType="image/svg+xml"/>
  <Override PartName="/ppt/media/image80.svg" ContentType="image/svg+xml"/>
  <Override PartName="/ppt/media/image82.svg" ContentType="image/svg+xml"/>
  <Override PartName="/ppt/media/image9.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ags/tag1.xml" ContentType="application/vnd.openxmlformats-officedocument.presentationml.tags+xml"/>
  <Override PartName="/ppt/tags/tag10.xml" ContentType="application/vnd.openxmlformats-officedocument.presentationml.tags+xml"/>
  <Override PartName="/ppt/tags/tag100.xml" ContentType="application/vnd.openxmlformats-officedocument.presentationml.tags+xml"/>
  <Override PartName="/ppt/tags/tag101.xml" ContentType="application/vnd.openxmlformats-officedocument.presentationml.tags+xml"/>
  <Override PartName="/ppt/tags/tag102.xml" ContentType="application/vnd.openxmlformats-officedocument.presentationml.tags+xml"/>
  <Override PartName="/ppt/tags/tag103.xml" ContentType="application/vnd.openxmlformats-officedocument.presentationml.tags+xml"/>
  <Override PartName="/ppt/tags/tag104.xml" ContentType="application/vnd.openxmlformats-officedocument.presentationml.tags+xml"/>
  <Override PartName="/ppt/tags/tag105.xml" ContentType="application/vnd.openxmlformats-officedocument.presentationml.tags+xml"/>
  <Override PartName="/ppt/tags/tag106.xml" ContentType="application/vnd.openxmlformats-officedocument.presentationml.tags+xml"/>
  <Override PartName="/ppt/tags/tag107.xml" ContentType="application/vnd.openxmlformats-officedocument.presentationml.tags+xml"/>
  <Override PartName="/ppt/tags/tag108.xml" ContentType="application/vnd.openxmlformats-officedocument.presentationml.tags+xml"/>
  <Override PartName="/ppt/tags/tag109.xml" ContentType="application/vnd.openxmlformats-officedocument.presentationml.tags+xml"/>
  <Override PartName="/ppt/tags/tag11.xml" ContentType="application/vnd.openxmlformats-officedocument.presentationml.tags+xml"/>
  <Override PartName="/ppt/tags/tag110.xml" ContentType="application/vnd.openxmlformats-officedocument.presentationml.tags+xml"/>
  <Override PartName="/ppt/tags/tag111.xml" ContentType="application/vnd.openxmlformats-officedocument.presentationml.tags+xml"/>
  <Override PartName="/ppt/tags/tag112.xml" ContentType="application/vnd.openxmlformats-officedocument.presentationml.tags+xml"/>
  <Override PartName="/ppt/tags/tag113.xml" ContentType="application/vnd.openxmlformats-officedocument.presentationml.tags+xml"/>
  <Override PartName="/ppt/tags/tag114.xml" ContentType="application/vnd.openxmlformats-officedocument.presentationml.tags+xml"/>
  <Override PartName="/ppt/tags/tag115.xml" ContentType="application/vnd.openxmlformats-officedocument.presentationml.tags+xml"/>
  <Override PartName="/ppt/tags/tag116.xml" ContentType="application/vnd.openxmlformats-officedocument.presentationml.tags+xml"/>
  <Override PartName="/ppt/tags/tag117.xml" ContentType="application/vnd.openxmlformats-officedocument.presentationml.tags+xml"/>
  <Override PartName="/ppt/tags/tag118.xml" ContentType="application/vnd.openxmlformats-officedocument.presentationml.tags+xml"/>
  <Override PartName="/ppt/tags/tag119.xml" ContentType="application/vnd.openxmlformats-officedocument.presentationml.tags+xml"/>
  <Override PartName="/ppt/tags/tag12.xml" ContentType="application/vnd.openxmlformats-officedocument.presentationml.tags+xml"/>
  <Override PartName="/ppt/tags/tag120.xml" ContentType="application/vnd.openxmlformats-officedocument.presentationml.tags+xml"/>
  <Override PartName="/ppt/tags/tag121.xml" ContentType="application/vnd.openxmlformats-officedocument.presentationml.tags+xml"/>
  <Override PartName="/ppt/tags/tag122.xml" ContentType="application/vnd.openxmlformats-officedocument.presentationml.tags+xml"/>
  <Override PartName="/ppt/tags/tag123.xml" ContentType="application/vnd.openxmlformats-officedocument.presentationml.tags+xml"/>
  <Override PartName="/ppt/tags/tag124.xml" ContentType="application/vnd.openxmlformats-officedocument.presentationml.tags+xml"/>
  <Override PartName="/ppt/tags/tag125.xml" ContentType="application/vnd.openxmlformats-officedocument.presentationml.tags+xml"/>
  <Override PartName="/ppt/tags/tag126.xml" ContentType="application/vnd.openxmlformats-officedocument.presentationml.tags+xml"/>
  <Override PartName="/ppt/tags/tag127.xml" ContentType="application/vnd.openxmlformats-officedocument.presentationml.tags+xml"/>
  <Override PartName="/ppt/tags/tag128.xml" ContentType="application/vnd.openxmlformats-officedocument.presentationml.tags+xml"/>
  <Override PartName="/ppt/tags/tag129.xml" ContentType="application/vnd.openxmlformats-officedocument.presentationml.tags+xml"/>
  <Override PartName="/ppt/tags/tag13.xml" ContentType="application/vnd.openxmlformats-officedocument.presentationml.tags+xml"/>
  <Override PartName="/ppt/tags/tag130.xml" ContentType="application/vnd.openxmlformats-officedocument.presentationml.tags+xml"/>
  <Override PartName="/ppt/tags/tag131.xml" ContentType="application/vnd.openxmlformats-officedocument.presentationml.tags+xml"/>
  <Override PartName="/ppt/tags/tag132.xml" ContentType="application/vnd.openxmlformats-officedocument.presentationml.tags+xml"/>
  <Override PartName="/ppt/tags/tag133.xml" ContentType="application/vnd.openxmlformats-officedocument.presentationml.tags+xml"/>
  <Override PartName="/ppt/tags/tag134.xml" ContentType="application/vnd.openxmlformats-officedocument.presentationml.tags+xml"/>
  <Override PartName="/ppt/tags/tag135.xml" ContentType="application/vnd.openxmlformats-officedocument.presentationml.tags+xml"/>
  <Override PartName="/ppt/tags/tag136.xml" ContentType="application/vnd.openxmlformats-officedocument.presentationml.tags+xml"/>
  <Override PartName="/ppt/tags/tag137.xml" ContentType="application/vnd.openxmlformats-officedocument.presentationml.tags+xml"/>
  <Override PartName="/ppt/tags/tag138.xml" ContentType="application/vnd.openxmlformats-officedocument.presentationml.tags+xml"/>
  <Override PartName="/ppt/tags/tag139.xml" ContentType="application/vnd.openxmlformats-officedocument.presentationml.tags+xml"/>
  <Override PartName="/ppt/tags/tag14.xml" ContentType="application/vnd.openxmlformats-officedocument.presentationml.tags+xml"/>
  <Override PartName="/ppt/tags/tag140.xml" ContentType="application/vnd.openxmlformats-officedocument.presentationml.tags+xml"/>
  <Override PartName="/ppt/tags/tag141.xml" ContentType="application/vnd.openxmlformats-officedocument.presentationml.tags+xml"/>
  <Override PartName="/ppt/tags/tag142.xml" ContentType="application/vnd.openxmlformats-officedocument.presentationml.tags+xml"/>
  <Override PartName="/ppt/tags/tag143.xml" ContentType="application/vnd.openxmlformats-officedocument.presentationml.tags+xml"/>
  <Override PartName="/ppt/tags/tag144.xml" ContentType="application/vnd.openxmlformats-officedocument.presentationml.tags+xml"/>
  <Override PartName="/ppt/tags/tag145.xml" ContentType="application/vnd.openxmlformats-officedocument.presentationml.tags+xml"/>
  <Override PartName="/ppt/tags/tag146.xml" ContentType="application/vnd.openxmlformats-officedocument.presentationml.tags+xml"/>
  <Override PartName="/ppt/tags/tag147.xml" ContentType="application/vnd.openxmlformats-officedocument.presentationml.tags+xml"/>
  <Override PartName="/ppt/tags/tag148.xml" ContentType="application/vnd.openxmlformats-officedocument.presentationml.tags+xml"/>
  <Override PartName="/ppt/tags/tag149.xml" ContentType="application/vnd.openxmlformats-officedocument.presentationml.tags+xml"/>
  <Override PartName="/ppt/tags/tag15.xml" ContentType="application/vnd.openxmlformats-officedocument.presentationml.tags+xml"/>
  <Override PartName="/ppt/tags/tag150.xml" ContentType="application/vnd.openxmlformats-officedocument.presentationml.tags+xml"/>
  <Override PartName="/ppt/tags/tag151.xml" ContentType="application/vnd.openxmlformats-officedocument.presentationml.tags+xml"/>
  <Override PartName="/ppt/tags/tag152.xml" ContentType="application/vnd.openxmlformats-officedocument.presentationml.tags+xml"/>
  <Override PartName="/ppt/tags/tag153.xml" ContentType="application/vnd.openxmlformats-officedocument.presentationml.tags+xml"/>
  <Override PartName="/ppt/tags/tag154.xml" ContentType="application/vnd.openxmlformats-officedocument.presentationml.tags+xml"/>
  <Override PartName="/ppt/tags/tag155.xml" ContentType="application/vnd.openxmlformats-officedocument.presentationml.tags+xml"/>
  <Override PartName="/ppt/tags/tag156.xml" ContentType="application/vnd.openxmlformats-officedocument.presentationml.tags+xml"/>
  <Override PartName="/ppt/tags/tag157.xml" ContentType="application/vnd.openxmlformats-officedocument.presentationml.tags+xml"/>
  <Override PartName="/ppt/tags/tag158.xml" ContentType="application/vnd.openxmlformats-officedocument.presentationml.tags+xml"/>
  <Override PartName="/ppt/tags/tag159.xml" ContentType="application/vnd.openxmlformats-officedocument.presentationml.tags+xml"/>
  <Override PartName="/ppt/tags/tag16.xml" ContentType="application/vnd.openxmlformats-officedocument.presentationml.tags+xml"/>
  <Override PartName="/ppt/tags/tag160.xml" ContentType="application/vnd.openxmlformats-officedocument.presentationml.tags+xml"/>
  <Override PartName="/ppt/tags/tag161.xml" ContentType="application/vnd.openxmlformats-officedocument.presentationml.tags+xml"/>
  <Override PartName="/ppt/tags/tag162.xml" ContentType="application/vnd.openxmlformats-officedocument.presentationml.tags+xml"/>
  <Override PartName="/ppt/tags/tag163.xml" ContentType="application/vnd.openxmlformats-officedocument.presentationml.tags+xml"/>
  <Override PartName="/ppt/tags/tag164.xml" ContentType="application/vnd.openxmlformats-officedocument.presentationml.tags+xml"/>
  <Override PartName="/ppt/tags/tag165.xml" ContentType="application/vnd.openxmlformats-officedocument.presentationml.tags+xml"/>
  <Override PartName="/ppt/tags/tag166.xml" ContentType="application/vnd.openxmlformats-officedocument.presentationml.tags+xml"/>
  <Override PartName="/ppt/tags/tag167.xml" ContentType="application/vnd.openxmlformats-officedocument.presentationml.tags+xml"/>
  <Override PartName="/ppt/tags/tag168.xml" ContentType="application/vnd.openxmlformats-officedocument.presentationml.tags+xml"/>
  <Override PartName="/ppt/tags/tag169.xml" ContentType="application/vnd.openxmlformats-officedocument.presentationml.tags+xml"/>
  <Override PartName="/ppt/tags/tag17.xml" ContentType="application/vnd.openxmlformats-officedocument.presentationml.tags+xml"/>
  <Override PartName="/ppt/tags/tag170.xml" ContentType="application/vnd.openxmlformats-officedocument.presentationml.tags+xml"/>
  <Override PartName="/ppt/tags/tag171.xml" ContentType="application/vnd.openxmlformats-officedocument.presentationml.tags+xml"/>
  <Override PartName="/ppt/tags/tag172.xml" ContentType="application/vnd.openxmlformats-officedocument.presentationml.tags+xml"/>
  <Override PartName="/ppt/tags/tag173.xml" ContentType="application/vnd.openxmlformats-officedocument.presentationml.tags+xml"/>
  <Override PartName="/ppt/tags/tag174.xml" ContentType="application/vnd.openxmlformats-officedocument.presentationml.tags+xml"/>
  <Override PartName="/ppt/tags/tag175.xml" ContentType="application/vnd.openxmlformats-officedocument.presentationml.tags+xml"/>
  <Override PartName="/ppt/tags/tag176.xml" ContentType="application/vnd.openxmlformats-officedocument.presentationml.tags+xml"/>
  <Override PartName="/ppt/tags/tag177.xml" ContentType="application/vnd.openxmlformats-officedocument.presentationml.tags+xml"/>
  <Override PartName="/ppt/tags/tag178.xml" ContentType="application/vnd.openxmlformats-officedocument.presentationml.tags+xml"/>
  <Override PartName="/ppt/tags/tag179.xml" ContentType="application/vnd.openxmlformats-officedocument.presentationml.tags+xml"/>
  <Override PartName="/ppt/tags/tag18.xml" ContentType="application/vnd.openxmlformats-officedocument.presentationml.tags+xml"/>
  <Override PartName="/ppt/tags/tag180.xml" ContentType="application/vnd.openxmlformats-officedocument.presentationml.tags+xml"/>
  <Override PartName="/ppt/tags/tag181.xml" ContentType="application/vnd.openxmlformats-officedocument.presentationml.tags+xml"/>
  <Override PartName="/ppt/tags/tag182.xml" ContentType="application/vnd.openxmlformats-officedocument.presentationml.tags+xml"/>
  <Override PartName="/ppt/tags/tag183.xml" ContentType="application/vnd.openxmlformats-officedocument.presentationml.tags+xml"/>
  <Override PartName="/ppt/tags/tag184.xml" ContentType="application/vnd.openxmlformats-officedocument.presentationml.tags+xml"/>
  <Override PartName="/ppt/tags/tag185.xml" ContentType="application/vnd.openxmlformats-officedocument.presentationml.tags+xml"/>
  <Override PartName="/ppt/tags/tag186.xml" ContentType="application/vnd.openxmlformats-officedocument.presentationml.tags+xml"/>
  <Override PartName="/ppt/tags/tag187.xml" ContentType="application/vnd.openxmlformats-officedocument.presentationml.tags+xml"/>
  <Override PartName="/ppt/tags/tag188.xml" ContentType="application/vnd.openxmlformats-officedocument.presentationml.tags+xml"/>
  <Override PartName="/ppt/tags/tag189.xml" ContentType="application/vnd.openxmlformats-officedocument.presentationml.tags+xml"/>
  <Override PartName="/ppt/tags/tag19.xml" ContentType="application/vnd.openxmlformats-officedocument.presentationml.tags+xml"/>
  <Override PartName="/ppt/tags/tag190.xml" ContentType="application/vnd.openxmlformats-officedocument.presentationml.tags+xml"/>
  <Override PartName="/ppt/tags/tag191.xml" ContentType="application/vnd.openxmlformats-officedocument.presentationml.tags+xml"/>
  <Override PartName="/ppt/tags/tag192.xml" ContentType="application/vnd.openxmlformats-officedocument.presentationml.tags+xml"/>
  <Override PartName="/ppt/tags/tag193.xml" ContentType="application/vnd.openxmlformats-officedocument.presentationml.tags+xml"/>
  <Override PartName="/ppt/tags/tag194.xml" ContentType="application/vnd.openxmlformats-officedocument.presentationml.tags+xml"/>
  <Override PartName="/ppt/tags/tag195.xml" ContentType="application/vnd.openxmlformats-officedocument.presentationml.tags+xml"/>
  <Override PartName="/ppt/tags/tag196.xml" ContentType="application/vnd.openxmlformats-officedocument.presentationml.tags+xml"/>
  <Override PartName="/ppt/tags/tag197.xml" ContentType="application/vnd.openxmlformats-officedocument.presentationml.tags+xml"/>
  <Override PartName="/ppt/tags/tag198.xml" ContentType="application/vnd.openxmlformats-officedocument.presentationml.tags+xml"/>
  <Override PartName="/ppt/tags/tag199.xml" ContentType="application/vnd.openxmlformats-officedocument.presentationml.tags+xml"/>
  <Override PartName="/ppt/tags/tag2.xml" ContentType="application/vnd.openxmlformats-officedocument.presentationml.tags+xml"/>
  <Override PartName="/ppt/tags/tag20.xml" ContentType="application/vnd.openxmlformats-officedocument.presentationml.tags+xml"/>
  <Override PartName="/ppt/tags/tag200.xml" ContentType="application/vnd.openxmlformats-officedocument.presentationml.tags+xml"/>
  <Override PartName="/ppt/tags/tag201.xml" ContentType="application/vnd.openxmlformats-officedocument.presentationml.tags+xml"/>
  <Override PartName="/ppt/tags/tag202.xml" ContentType="application/vnd.openxmlformats-officedocument.presentationml.tags+xml"/>
  <Override PartName="/ppt/tags/tag203.xml" ContentType="application/vnd.openxmlformats-officedocument.presentationml.tags+xml"/>
  <Override PartName="/ppt/tags/tag204.xml" ContentType="application/vnd.openxmlformats-officedocument.presentationml.tags+xml"/>
  <Override PartName="/ppt/tags/tag205.xml" ContentType="application/vnd.openxmlformats-officedocument.presentationml.tags+xml"/>
  <Override PartName="/ppt/tags/tag206.xml" ContentType="application/vnd.openxmlformats-officedocument.presentationml.tags+xml"/>
  <Override PartName="/ppt/tags/tag207.xml" ContentType="application/vnd.openxmlformats-officedocument.presentationml.tags+xml"/>
  <Override PartName="/ppt/tags/tag208.xml" ContentType="application/vnd.openxmlformats-officedocument.presentationml.tags+xml"/>
  <Override PartName="/ppt/tags/tag209.xml" ContentType="application/vnd.openxmlformats-officedocument.presentationml.tags+xml"/>
  <Override PartName="/ppt/tags/tag21.xml" ContentType="application/vnd.openxmlformats-officedocument.presentationml.tags+xml"/>
  <Override PartName="/ppt/tags/tag210.xml" ContentType="application/vnd.openxmlformats-officedocument.presentationml.tags+xml"/>
  <Override PartName="/ppt/tags/tag211.xml" ContentType="application/vnd.openxmlformats-officedocument.presentationml.tags+xml"/>
  <Override PartName="/ppt/tags/tag212.xml" ContentType="application/vnd.openxmlformats-officedocument.presentationml.tags+xml"/>
  <Override PartName="/ppt/tags/tag213.xml" ContentType="application/vnd.openxmlformats-officedocument.presentationml.tags+xml"/>
  <Override PartName="/ppt/tags/tag214.xml" ContentType="application/vnd.openxmlformats-officedocument.presentationml.tags+xml"/>
  <Override PartName="/ppt/tags/tag215.xml" ContentType="application/vnd.openxmlformats-officedocument.presentationml.tags+xml"/>
  <Override PartName="/ppt/tags/tag216.xml" ContentType="application/vnd.openxmlformats-officedocument.presentationml.tags+xml"/>
  <Override PartName="/ppt/tags/tag217.xml" ContentType="application/vnd.openxmlformats-officedocument.presentationml.tags+xml"/>
  <Override PartName="/ppt/tags/tag218.xml" ContentType="application/vnd.openxmlformats-officedocument.presentationml.tags+xml"/>
  <Override PartName="/ppt/tags/tag219.xml" ContentType="application/vnd.openxmlformats-officedocument.presentationml.tags+xml"/>
  <Override PartName="/ppt/tags/tag22.xml" ContentType="application/vnd.openxmlformats-officedocument.presentationml.tags+xml"/>
  <Override PartName="/ppt/tags/tag220.xml" ContentType="application/vnd.openxmlformats-officedocument.presentationml.tags+xml"/>
  <Override PartName="/ppt/tags/tag221.xml" ContentType="application/vnd.openxmlformats-officedocument.presentationml.tags+xml"/>
  <Override PartName="/ppt/tags/tag222.xml" ContentType="application/vnd.openxmlformats-officedocument.presentationml.tags+xml"/>
  <Override PartName="/ppt/tags/tag223.xml" ContentType="application/vnd.openxmlformats-officedocument.presentationml.tags+xml"/>
  <Override PartName="/ppt/tags/tag224.xml" ContentType="application/vnd.openxmlformats-officedocument.presentationml.tags+xml"/>
  <Override PartName="/ppt/tags/tag225.xml" ContentType="application/vnd.openxmlformats-officedocument.presentationml.tags+xml"/>
  <Override PartName="/ppt/tags/tag226.xml" ContentType="application/vnd.openxmlformats-officedocument.presentationml.tags+xml"/>
  <Override PartName="/ppt/tags/tag227.xml" ContentType="application/vnd.openxmlformats-officedocument.presentationml.tags+xml"/>
  <Override PartName="/ppt/tags/tag228.xml" ContentType="application/vnd.openxmlformats-officedocument.presentationml.tags+xml"/>
  <Override PartName="/ppt/tags/tag229.xml" ContentType="application/vnd.openxmlformats-officedocument.presentationml.tags+xml"/>
  <Override PartName="/ppt/tags/tag23.xml" ContentType="application/vnd.openxmlformats-officedocument.presentationml.tags+xml"/>
  <Override PartName="/ppt/tags/tag230.xml" ContentType="application/vnd.openxmlformats-officedocument.presentationml.tags+xml"/>
  <Override PartName="/ppt/tags/tag231.xml" ContentType="application/vnd.openxmlformats-officedocument.presentationml.tags+xml"/>
  <Override PartName="/ppt/tags/tag232.xml" ContentType="application/vnd.openxmlformats-officedocument.presentationml.tags+xml"/>
  <Override PartName="/ppt/tags/tag233.xml" ContentType="application/vnd.openxmlformats-officedocument.presentationml.tags+xml"/>
  <Override PartName="/ppt/tags/tag234.xml" ContentType="application/vnd.openxmlformats-officedocument.presentationml.tags+xml"/>
  <Override PartName="/ppt/tags/tag235.xml" ContentType="application/vnd.openxmlformats-officedocument.presentationml.tags+xml"/>
  <Override PartName="/ppt/tags/tag236.xml" ContentType="application/vnd.openxmlformats-officedocument.presentationml.tags+xml"/>
  <Override PartName="/ppt/tags/tag237.xml" ContentType="application/vnd.openxmlformats-officedocument.presentationml.tags+xml"/>
  <Override PartName="/ppt/tags/tag238.xml" ContentType="application/vnd.openxmlformats-officedocument.presentationml.tags+xml"/>
  <Override PartName="/ppt/tags/tag239.xml" ContentType="application/vnd.openxmlformats-officedocument.presentationml.tags+xml"/>
  <Override PartName="/ppt/tags/tag24.xml" ContentType="application/vnd.openxmlformats-officedocument.presentationml.tags+xml"/>
  <Override PartName="/ppt/tags/tag240.xml" ContentType="application/vnd.openxmlformats-officedocument.presentationml.tags+xml"/>
  <Override PartName="/ppt/tags/tag241.xml" ContentType="application/vnd.openxmlformats-officedocument.presentationml.tags+xml"/>
  <Override PartName="/ppt/tags/tag242.xml" ContentType="application/vnd.openxmlformats-officedocument.presentationml.tags+xml"/>
  <Override PartName="/ppt/tags/tag243.xml" ContentType="application/vnd.openxmlformats-officedocument.presentationml.tags+xml"/>
  <Override PartName="/ppt/tags/tag244.xml" ContentType="application/vnd.openxmlformats-officedocument.presentationml.tags+xml"/>
  <Override PartName="/ppt/tags/tag245.xml" ContentType="application/vnd.openxmlformats-officedocument.presentationml.tags+xml"/>
  <Override PartName="/ppt/tags/tag246.xml" ContentType="application/vnd.openxmlformats-officedocument.presentationml.tags+xml"/>
  <Override PartName="/ppt/tags/tag247.xml" ContentType="application/vnd.openxmlformats-officedocument.presentationml.tags+xml"/>
  <Override PartName="/ppt/tags/tag248.xml" ContentType="application/vnd.openxmlformats-officedocument.presentationml.tags+xml"/>
  <Override PartName="/ppt/tags/tag249.xml" ContentType="application/vnd.openxmlformats-officedocument.presentationml.tags+xml"/>
  <Override PartName="/ppt/tags/tag25.xml" ContentType="application/vnd.openxmlformats-officedocument.presentationml.tags+xml"/>
  <Override PartName="/ppt/tags/tag250.xml" ContentType="application/vnd.openxmlformats-officedocument.presentationml.tags+xml"/>
  <Override PartName="/ppt/tags/tag251.xml" ContentType="application/vnd.openxmlformats-officedocument.presentationml.tags+xml"/>
  <Override PartName="/ppt/tags/tag252.xml" ContentType="application/vnd.openxmlformats-officedocument.presentationml.tags+xml"/>
  <Override PartName="/ppt/tags/tag253.xml" ContentType="application/vnd.openxmlformats-officedocument.presentationml.tags+xml"/>
  <Override PartName="/ppt/tags/tag254.xml" ContentType="application/vnd.openxmlformats-officedocument.presentationml.tags+xml"/>
  <Override PartName="/ppt/tags/tag255.xml" ContentType="application/vnd.openxmlformats-officedocument.presentationml.tags+xml"/>
  <Override PartName="/ppt/tags/tag256.xml" ContentType="application/vnd.openxmlformats-officedocument.presentationml.tags+xml"/>
  <Override PartName="/ppt/tags/tag257.xml" ContentType="application/vnd.openxmlformats-officedocument.presentationml.tags+xml"/>
  <Override PartName="/ppt/tags/tag258.xml" ContentType="application/vnd.openxmlformats-officedocument.presentationml.tags+xml"/>
  <Override PartName="/ppt/tags/tag259.xml" ContentType="application/vnd.openxmlformats-officedocument.presentationml.tags+xml"/>
  <Override PartName="/ppt/tags/tag26.xml" ContentType="application/vnd.openxmlformats-officedocument.presentationml.tags+xml"/>
  <Override PartName="/ppt/tags/tag260.xml" ContentType="application/vnd.openxmlformats-officedocument.presentationml.tags+xml"/>
  <Override PartName="/ppt/tags/tag261.xml" ContentType="application/vnd.openxmlformats-officedocument.presentationml.tags+xml"/>
  <Override PartName="/ppt/tags/tag262.xml" ContentType="application/vnd.openxmlformats-officedocument.presentationml.tags+xml"/>
  <Override PartName="/ppt/tags/tag263.xml" ContentType="application/vnd.openxmlformats-officedocument.presentationml.tags+xml"/>
  <Override PartName="/ppt/tags/tag264.xml" ContentType="application/vnd.openxmlformats-officedocument.presentationml.tags+xml"/>
  <Override PartName="/ppt/tags/tag265.xml" ContentType="application/vnd.openxmlformats-officedocument.presentationml.tags+xml"/>
  <Override PartName="/ppt/tags/tag266.xml" ContentType="application/vnd.openxmlformats-officedocument.presentationml.tags+xml"/>
  <Override PartName="/ppt/tags/tag267.xml" ContentType="application/vnd.openxmlformats-officedocument.presentationml.tags+xml"/>
  <Override PartName="/ppt/tags/tag268.xml" ContentType="application/vnd.openxmlformats-officedocument.presentationml.tags+xml"/>
  <Override PartName="/ppt/tags/tag269.xml" ContentType="application/vnd.openxmlformats-officedocument.presentationml.tags+xml"/>
  <Override PartName="/ppt/tags/tag27.xml" ContentType="application/vnd.openxmlformats-officedocument.presentationml.tags+xml"/>
  <Override PartName="/ppt/tags/tag270.xml" ContentType="application/vnd.openxmlformats-officedocument.presentationml.tags+xml"/>
  <Override PartName="/ppt/tags/tag271.xml" ContentType="application/vnd.openxmlformats-officedocument.presentationml.tags+xml"/>
  <Override PartName="/ppt/tags/tag272.xml" ContentType="application/vnd.openxmlformats-officedocument.presentationml.tags+xml"/>
  <Override PartName="/ppt/tags/tag273.xml" ContentType="application/vnd.openxmlformats-officedocument.presentationml.tags+xml"/>
  <Override PartName="/ppt/tags/tag274.xml" ContentType="application/vnd.openxmlformats-officedocument.presentationml.tags+xml"/>
  <Override PartName="/ppt/tags/tag275.xml" ContentType="application/vnd.openxmlformats-officedocument.presentationml.tags+xml"/>
  <Override PartName="/ppt/tags/tag276.xml" ContentType="application/vnd.openxmlformats-officedocument.presentationml.tags+xml"/>
  <Override PartName="/ppt/tags/tag277.xml" ContentType="application/vnd.openxmlformats-officedocument.presentationml.tags+xml"/>
  <Override PartName="/ppt/tags/tag278.xml" ContentType="application/vnd.openxmlformats-officedocument.presentationml.tags+xml"/>
  <Override PartName="/ppt/tags/tag279.xml" ContentType="application/vnd.openxmlformats-officedocument.presentationml.tags+xml"/>
  <Override PartName="/ppt/tags/tag28.xml" ContentType="application/vnd.openxmlformats-officedocument.presentationml.tags+xml"/>
  <Override PartName="/ppt/tags/tag280.xml" ContentType="application/vnd.openxmlformats-officedocument.presentationml.tags+xml"/>
  <Override PartName="/ppt/tags/tag281.xml" ContentType="application/vnd.openxmlformats-officedocument.presentationml.tags+xml"/>
  <Override PartName="/ppt/tags/tag282.xml" ContentType="application/vnd.openxmlformats-officedocument.presentationml.tags+xml"/>
  <Override PartName="/ppt/tags/tag283.xml" ContentType="application/vnd.openxmlformats-officedocument.presentationml.tags+xml"/>
  <Override PartName="/ppt/tags/tag284.xml" ContentType="application/vnd.openxmlformats-officedocument.presentationml.tags+xml"/>
  <Override PartName="/ppt/tags/tag285.xml" ContentType="application/vnd.openxmlformats-officedocument.presentationml.tags+xml"/>
  <Override PartName="/ppt/tags/tag286.xml" ContentType="application/vnd.openxmlformats-officedocument.presentationml.tags+xml"/>
  <Override PartName="/ppt/tags/tag287.xml" ContentType="application/vnd.openxmlformats-officedocument.presentationml.tags+xml"/>
  <Override PartName="/ppt/tags/tag288.xml" ContentType="application/vnd.openxmlformats-officedocument.presentationml.tags+xml"/>
  <Override PartName="/ppt/tags/tag289.xml" ContentType="application/vnd.openxmlformats-officedocument.presentationml.tags+xml"/>
  <Override PartName="/ppt/tags/tag29.xml" ContentType="application/vnd.openxmlformats-officedocument.presentationml.tags+xml"/>
  <Override PartName="/ppt/tags/tag290.xml" ContentType="application/vnd.openxmlformats-officedocument.presentationml.tags+xml"/>
  <Override PartName="/ppt/tags/tag291.xml" ContentType="application/vnd.openxmlformats-officedocument.presentationml.tags+xml"/>
  <Override PartName="/ppt/tags/tag292.xml" ContentType="application/vnd.openxmlformats-officedocument.presentationml.tags+xml"/>
  <Override PartName="/ppt/tags/tag293.xml" ContentType="application/vnd.openxmlformats-officedocument.presentationml.tags+xml"/>
  <Override PartName="/ppt/tags/tag294.xml" ContentType="application/vnd.openxmlformats-officedocument.presentationml.tags+xml"/>
  <Override PartName="/ppt/tags/tag295.xml" ContentType="application/vnd.openxmlformats-officedocument.presentationml.tags+xml"/>
  <Override PartName="/ppt/tags/tag296.xml" ContentType="application/vnd.openxmlformats-officedocument.presentationml.tags+xml"/>
  <Override PartName="/ppt/tags/tag297.xml" ContentType="application/vnd.openxmlformats-officedocument.presentationml.tags+xml"/>
  <Override PartName="/ppt/tags/tag298.xml" ContentType="application/vnd.openxmlformats-officedocument.presentationml.tags+xml"/>
  <Override PartName="/ppt/tags/tag299.xml" ContentType="application/vnd.openxmlformats-officedocument.presentationml.tags+xml"/>
  <Override PartName="/ppt/tags/tag3.xml" ContentType="application/vnd.openxmlformats-officedocument.presentationml.tags+xml"/>
  <Override PartName="/ppt/tags/tag30.xml" ContentType="application/vnd.openxmlformats-officedocument.presentationml.tags+xml"/>
  <Override PartName="/ppt/tags/tag300.xml" ContentType="application/vnd.openxmlformats-officedocument.presentationml.tags+xml"/>
  <Override PartName="/ppt/tags/tag301.xml" ContentType="application/vnd.openxmlformats-officedocument.presentationml.tags+xml"/>
  <Override PartName="/ppt/tags/tag302.xml" ContentType="application/vnd.openxmlformats-officedocument.presentationml.tags+xml"/>
  <Override PartName="/ppt/tags/tag303.xml" ContentType="application/vnd.openxmlformats-officedocument.presentationml.tags+xml"/>
  <Override PartName="/ppt/tags/tag304.xml" ContentType="application/vnd.openxmlformats-officedocument.presentationml.tags+xml"/>
  <Override PartName="/ppt/tags/tag305.xml" ContentType="application/vnd.openxmlformats-officedocument.presentationml.tags+xml"/>
  <Override PartName="/ppt/tags/tag306.xml" ContentType="application/vnd.openxmlformats-officedocument.presentationml.tags+xml"/>
  <Override PartName="/ppt/tags/tag307.xml" ContentType="application/vnd.openxmlformats-officedocument.presentationml.tags+xml"/>
  <Override PartName="/ppt/tags/tag308.xml" ContentType="application/vnd.openxmlformats-officedocument.presentationml.tags+xml"/>
  <Override PartName="/ppt/tags/tag309.xml" ContentType="application/vnd.openxmlformats-officedocument.presentationml.tags+xml"/>
  <Override PartName="/ppt/tags/tag31.xml" ContentType="application/vnd.openxmlformats-officedocument.presentationml.tags+xml"/>
  <Override PartName="/ppt/tags/tag310.xml" ContentType="application/vnd.openxmlformats-officedocument.presentationml.tags+xml"/>
  <Override PartName="/ppt/tags/tag311.xml" ContentType="application/vnd.openxmlformats-officedocument.presentationml.tags+xml"/>
  <Override PartName="/ppt/tags/tag312.xml" ContentType="application/vnd.openxmlformats-officedocument.presentationml.tags+xml"/>
  <Override PartName="/ppt/tags/tag313.xml" ContentType="application/vnd.openxmlformats-officedocument.presentationml.tags+xml"/>
  <Override PartName="/ppt/tags/tag314.xml" ContentType="application/vnd.openxmlformats-officedocument.presentationml.tags+xml"/>
  <Override PartName="/ppt/tags/tag315.xml" ContentType="application/vnd.openxmlformats-officedocument.presentationml.tags+xml"/>
  <Override PartName="/ppt/tags/tag316.xml" ContentType="application/vnd.openxmlformats-officedocument.presentationml.tags+xml"/>
  <Override PartName="/ppt/tags/tag317.xml" ContentType="application/vnd.openxmlformats-officedocument.presentationml.tags+xml"/>
  <Override PartName="/ppt/tags/tag318.xml" ContentType="application/vnd.openxmlformats-officedocument.presentationml.tags+xml"/>
  <Override PartName="/ppt/tags/tag319.xml" ContentType="application/vnd.openxmlformats-officedocument.presentationml.tags+xml"/>
  <Override PartName="/ppt/tags/tag32.xml" ContentType="application/vnd.openxmlformats-officedocument.presentationml.tags+xml"/>
  <Override PartName="/ppt/tags/tag320.xml" ContentType="application/vnd.openxmlformats-officedocument.presentationml.tags+xml"/>
  <Override PartName="/ppt/tags/tag321.xml" ContentType="application/vnd.openxmlformats-officedocument.presentationml.tags+xml"/>
  <Override PartName="/ppt/tags/tag322.xml" ContentType="application/vnd.openxmlformats-officedocument.presentationml.tags+xml"/>
  <Override PartName="/ppt/tags/tag323.xml" ContentType="application/vnd.openxmlformats-officedocument.presentationml.tags+xml"/>
  <Override PartName="/ppt/tags/tag324.xml" ContentType="application/vnd.openxmlformats-officedocument.presentationml.tags+xml"/>
  <Override PartName="/ppt/tags/tag325.xml" ContentType="application/vnd.openxmlformats-officedocument.presentationml.tags+xml"/>
  <Override PartName="/ppt/tags/tag326.xml" ContentType="application/vnd.openxmlformats-officedocument.presentationml.tags+xml"/>
  <Override PartName="/ppt/tags/tag327.xml" ContentType="application/vnd.openxmlformats-officedocument.presentationml.tags+xml"/>
  <Override PartName="/ppt/tags/tag328.xml" ContentType="application/vnd.openxmlformats-officedocument.presentationml.tags+xml"/>
  <Override PartName="/ppt/tags/tag329.xml" ContentType="application/vnd.openxmlformats-officedocument.presentationml.tags+xml"/>
  <Override PartName="/ppt/tags/tag33.xml" ContentType="application/vnd.openxmlformats-officedocument.presentationml.tags+xml"/>
  <Override PartName="/ppt/tags/tag330.xml" ContentType="application/vnd.openxmlformats-officedocument.presentationml.tags+xml"/>
  <Override PartName="/ppt/tags/tag331.xml" ContentType="application/vnd.openxmlformats-officedocument.presentationml.tags+xml"/>
  <Override PartName="/ppt/tags/tag332.xml" ContentType="application/vnd.openxmlformats-officedocument.presentationml.tags+xml"/>
  <Override PartName="/ppt/tags/tag333.xml" ContentType="application/vnd.openxmlformats-officedocument.presentationml.tags+xml"/>
  <Override PartName="/ppt/tags/tag334.xml" ContentType="application/vnd.openxmlformats-officedocument.presentationml.tags+xml"/>
  <Override PartName="/ppt/tags/tag335.xml" ContentType="application/vnd.openxmlformats-officedocument.presentationml.tags+xml"/>
  <Override PartName="/ppt/tags/tag336.xml" ContentType="application/vnd.openxmlformats-officedocument.presentationml.tags+xml"/>
  <Override PartName="/ppt/tags/tag337.xml" ContentType="application/vnd.openxmlformats-officedocument.presentationml.tags+xml"/>
  <Override PartName="/ppt/tags/tag338.xml" ContentType="application/vnd.openxmlformats-officedocument.presentationml.tags+xml"/>
  <Override PartName="/ppt/tags/tag339.xml" ContentType="application/vnd.openxmlformats-officedocument.presentationml.tags+xml"/>
  <Override PartName="/ppt/tags/tag34.xml" ContentType="application/vnd.openxmlformats-officedocument.presentationml.tags+xml"/>
  <Override PartName="/ppt/tags/tag340.xml" ContentType="application/vnd.openxmlformats-officedocument.presentationml.tags+xml"/>
  <Override PartName="/ppt/tags/tag341.xml" ContentType="application/vnd.openxmlformats-officedocument.presentationml.tags+xml"/>
  <Override PartName="/ppt/tags/tag342.xml" ContentType="application/vnd.openxmlformats-officedocument.presentationml.tags+xml"/>
  <Override PartName="/ppt/tags/tag343.xml" ContentType="application/vnd.openxmlformats-officedocument.presentationml.tags+xml"/>
  <Override PartName="/ppt/tags/tag344.xml" ContentType="application/vnd.openxmlformats-officedocument.presentationml.tags+xml"/>
  <Override PartName="/ppt/tags/tag345.xml" ContentType="application/vnd.openxmlformats-officedocument.presentationml.tags+xml"/>
  <Override PartName="/ppt/tags/tag346.xml" ContentType="application/vnd.openxmlformats-officedocument.presentationml.tags+xml"/>
  <Override PartName="/ppt/tags/tag347.xml" ContentType="application/vnd.openxmlformats-officedocument.presentationml.tags+xml"/>
  <Override PartName="/ppt/tags/tag348.xml" ContentType="application/vnd.openxmlformats-officedocument.presentationml.tags+xml"/>
  <Override PartName="/ppt/tags/tag349.xml" ContentType="application/vnd.openxmlformats-officedocument.presentationml.tags+xml"/>
  <Override PartName="/ppt/tags/tag35.xml" ContentType="application/vnd.openxmlformats-officedocument.presentationml.tags+xml"/>
  <Override PartName="/ppt/tags/tag350.xml" ContentType="application/vnd.openxmlformats-officedocument.presentationml.tags+xml"/>
  <Override PartName="/ppt/tags/tag351.xml" ContentType="application/vnd.openxmlformats-officedocument.presentationml.tags+xml"/>
  <Override PartName="/ppt/tags/tag352.xml" ContentType="application/vnd.openxmlformats-officedocument.presentationml.tags+xml"/>
  <Override PartName="/ppt/tags/tag353.xml" ContentType="application/vnd.openxmlformats-officedocument.presentationml.tags+xml"/>
  <Override PartName="/ppt/tags/tag354.xml" ContentType="application/vnd.openxmlformats-officedocument.presentationml.tags+xml"/>
  <Override PartName="/ppt/tags/tag355.xml" ContentType="application/vnd.openxmlformats-officedocument.presentationml.tags+xml"/>
  <Override PartName="/ppt/tags/tag356.xml" ContentType="application/vnd.openxmlformats-officedocument.presentationml.tags+xml"/>
  <Override PartName="/ppt/tags/tag357.xml" ContentType="application/vnd.openxmlformats-officedocument.presentationml.tags+xml"/>
  <Override PartName="/ppt/tags/tag358.xml" ContentType="application/vnd.openxmlformats-officedocument.presentationml.tags+xml"/>
  <Override PartName="/ppt/tags/tag359.xml" ContentType="application/vnd.openxmlformats-officedocument.presentationml.tags+xml"/>
  <Override PartName="/ppt/tags/tag36.xml" ContentType="application/vnd.openxmlformats-officedocument.presentationml.tags+xml"/>
  <Override PartName="/ppt/tags/tag360.xml" ContentType="application/vnd.openxmlformats-officedocument.presentationml.tags+xml"/>
  <Override PartName="/ppt/tags/tag361.xml" ContentType="application/vnd.openxmlformats-officedocument.presentationml.tags+xml"/>
  <Override PartName="/ppt/tags/tag362.xml" ContentType="application/vnd.openxmlformats-officedocument.presentationml.tags+xml"/>
  <Override PartName="/ppt/tags/tag363.xml" ContentType="application/vnd.openxmlformats-officedocument.presentationml.tags+xml"/>
  <Override PartName="/ppt/tags/tag364.xml" ContentType="application/vnd.openxmlformats-officedocument.presentationml.tags+xml"/>
  <Override PartName="/ppt/tags/tag365.xml" ContentType="application/vnd.openxmlformats-officedocument.presentationml.tags+xml"/>
  <Override PartName="/ppt/tags/tag366.xml" ContentType="application/vnd.openxmlformats-officedocument.presentationml.tags+xml"/>
  <Override PartName="/ppt/tags/tag367.xml" ContentType="application/vnd.openxmlformats-officedocument.presentationml.tags+xml"/>
  <Override PartName="/ppt/tags/tag368.xml" ContentType="application/vnd.openxmlformats-officedocument.presentationml.tags+xml"/>
  <Override PartName="/ppt/tags/tag369.xml" ContentType="application/vnd.openxmlformats-officedocument.presentationml.tags+xml"/>
  <Override PartName="/ppt/tags/tag37.xml" ContentType="application/vnd.openxmlformats-officedocument.presentationml.tags+xml"/>
  <Override PartName="/ppt/tags/tag370.xml" ContentType="application/vnd.openxmlformats-officedocument.presentationml.tags+xml"/>
  <Override PartName="/ppt/tags/tag371.xml" ContentType="application/vnd.openxmlformats-officedocument.presentationml.tags+xml"/>
  <Override PartName="/ppt/tags/tag372.xml" ContentType="application/vnd.openxmlformats-officedocument.presentationml.tags+xml"/>
  <Override PartName="/ppt/tags/tag373.xml" ContentType="application/vnd.openxmlformats-officedocument.presentationml.tags+xml"/>
  <Override PartName="/ppt/tags/tag374.xml" ContentType="application/vnd.openxmlformats-officedocument.presentationml.tags+xml"/>
  <Override PartName="/ppt/tags/tag375.xml" ContentType="application/vnd.openxmlformats-officedocument.presentationml.tags+xml"/>
  <Override PartName="/ppt/tags/tag376.xml" ContentType="application/vnd.openxmlformats-officedocument.presentationml.tags+xml"/>
  <Override PartName="/ppt/tags/tag377.xml" ContentType="application/vnd.openxmlformats-officedocument.presentationml.tags+xml"/>
  <Override PartName="/ppt/tags/tag378.xml" ContentType="application/vnd.openxmlformats-officedocument.presentationml.tags+xml"/>
  <Override PartName="/ppt/tags/tag379.xml" ContentType="application/vnd.openxmlformats-officedocument.presentationml.tags+xml"/>
  <Override PartName="/ppt/tags/tag38.xml" ContentType="application/vnd.openxmlformats-officedocument.presentationml.tags+xml"/>
  <Override PartName="/ppt/tags/tag380.xml" ContentType="application/vnd.openxmlformats-officedocument.presentationml.tags+xml"/>
  <Override PartName="/ppt/tags/tag381.xml" ContentType="application/vnd.openxmlformats-officedocument.presentationml.tags+xml"/>
  <Override PartName="/ppt/tags/tag382.xml" ContentType="application/vnd.openxmlformats-officedocument.presentationml.tags+xml"/>
  <Override PartName="/ppt/tags/tag383.xml" ContentType="application/vnd.openxmlformats-officedocument.presentationml.tags+xml"/>
  <Override PartName="/ppt/tags/tag384.xml" ContentType="application/vnd.openxmlformats-officedocument.presentationml.tags+xml"/>
  <Override PartName="/ppt/tags/tag385.xml" ContentType="application/vnd.openxmlformats-officedocument.presentationml.tags+xml"/>
  <Override PartName="/ppt/tags/tag386.xml" ContentType="application/vnd.openxmlformats-officedocument.presentationml.tags+xml"/>
  <Override PartName="/ppt/tags/tag387.xml" ContentType="application/vnd.openxmlformats-officedocument.presentationml.tags+xml"/>
  <Override PartName="/ppt/tags/tag388.xml" ContentType="application/vnd.openxmlformats-officedocument.presentationml.tags+xml"/>
  <Override PartName="/ppt/tags/tag389.xml" ContentType="application/vnd.openxmlformats-officedocument.presentationml.tags+xml"/>
  <Override PartName="/ppt/tags/tag39.xml" ContentType="application/vnd.openxmlformats-officedocument.presentationml.tags+xml"/>
  <Override PartName="/ppt/tags/tag390.xml" ContentType="application/vnd.openxmlformats-officedocument.presentationml.tags+xml"/>
  <Override PartName="/ppt/tags/tag391.xml" ContentType="application/vnd.openxmlformats-officedocument.presentationml.tags+xml"/>
  <Override PartName="/ppt/tags/tag392.xml" ContentType="application/vnd.openxmlformats-officedocument.presentationml.tags+xml"/>
  <Override PartName="/ppt/tags/tag393.xml" ContentType="application/vnd.openxmlformats-officedocument.presentationml.tags+xml"/>
  <Override PartName="/ppt/tags/tag394.xml" ContentType="application/vnd.openxmlformats-officedocument.presentationml.tags+xml"/>
  <Override PartName="/ppt/tags/tag395.xml" ContentType="application/vnd.openxmlformats-officedocument.presentationml.tags+xml"/>
  <Override PartName="/ppt/tags/tag396.xml" ContentType="application/vnd.openxmlformats-officedocument.presentationml.tags+xml"/>
  <Override PartName="/ppt/tags/tag397.xml" ContentType="application/vnd.openxmlformats-officedocument.presentationml.tags+xml"/>
  <Override PartName="/ppt/tags/tag398.xml" ContentType="application/vnd.openxmlformats-officedocument.presentationml.tags+xml"/>
  <Override PartName="/ppt/tags/tag399.xml" ContentType="application/vnd.openxmlformats-officedocument.presentationml.tags+xml"/>
  <Override PartName="/ppt/tags/tag4.xml" ContentType="application/vnd.openxmlformats-officedocument.presentationml.tags+xml"/>
  <Override PartName="/ppt/tags/tag40.xml" ContentType="application/vnd.openxmlformats-officedocument.presentationml.tags+xml"/>
  <Override PartName="/ppt/tags/tag400.xml" ContentType="application/vnd.openxmlformats-officedocument.presentationml.tags+xml"/>
  <Override PartName="/ppt/tags/tag401.xml" ContentType="application/vnd.openxmlformats-officedocument.presentationml.tags+xml"/>
  <Override PartName="/ppt/tags/tag402.xml" ContentType="application/vnd.openxmlformats-officedocument.presentationml.tags+xml"/>
  <Override PartName="/ppt/tags/tag403.xml" ContentType="application/vnd.openxmlformats-officedocument.presentationml.tags+xml"/>
  <Override PartName="/ppt/tags/tag404.xml" ContentType="application/vnd.openxmlformats-officedocument.presentationml.tags+xml"/>
  <Override PartName="/ppt/tags/tag405.xml" ContentType="application/vnd.openxmlformats-officedocument.presentationml.tags+xml"/>
  <Override PartName="/ppt/tags/tag406.xml" ContentType="application/vnd.openxmlformats-officedocument.presentationml.tags+xml"/>
  <Override PartName="/ppt/tags/tag407.xml" ContentType="application/vnd.openxmlformats-officedocument.presentationml.tags+xml"/>
  <Override PartName="/ppt/tags/tag408.xml" ContentType="application/vnd.openxmlformats-officedocument.presentationml.tags+xml"/>
  <Override PartName="/ppt/tags/tag409.xml" ContentType="application/vnd.openxmlformats-officedocument.presentationml.tags+xml"/>
  <Override PartName="/ppt/tags/tag41.xml" ContentType="application/vnd.openxmlformats-officedocument.presentationml.tags+xml"/>
  <Override PartName="/ppt/tags/tag410.xml" ContentType="application/vnd.openxmlformats-officedocument.presentationml.tags+xml"/>
  <Override PartName="/ppt/tags/tag411.xml" ContentType="application/vnd.openxmlformats-officedocument.presentationml.tags+xml"/>
  <Override PartName="/ppt/tags/tag412.xml" ContentType="application/vnd.openxmlformats-officedocument.presentationml.tags+xml"/>
  <Override PartName="/ppt/tags/tag413.xml" ContentType="application/vnd.openxmlformats-officedocument.presentationml.tags+xml"/>
  <Override PartName="/ppt/tags/tag414.xml" ContentType="application/vnd.openxmlformats-officedocument.presentationml.tags+xml"/>
  <Override PartName="/ppt/tags/tag415.xml" ContentType="application/vnd.openxmlformats-officedocument.presentationml.tags+xml"/>
  <Override PartName="/ppt/tags/tag416.xml" ContentType="application/vnd.openxmlformats-officedocument.presentationml.tags+xml"/>
  <Override PartName="/ppt/tags/tag417.xml" ContentType="application/vnd.openxmlformats-officedocument.presentationml.tags+xml"/>
  <Override PartName="/ppt/tags/tag418.xml" ContentType="application/vnd.openxmlformats-officedocument.presentationml.tags+xml"/>
  <Override PartName="/ppt/tags/tag419.xml" ContentType="application/vnd.openxmlformats-officedocument.presentationml.tags+xml"/>
  <Override PartName="/ppt/tags/tag42.xml" ContentType="application/vnd.openxmlformats-officedocument.presentationml.tags+xml"/>
  <Override PartName="/ppt/tags/tag420.xml" ContentType="application/vnd.openxmlformats-officedocument.presentationml.tags+xml"/>
  <Override PartName="/ppt/tags/tag421.xml" ContentType="application/vnd.openxmlformats-officedocument.presentationml.tags+xml"/>
  <Override PartName="/ppt/tags/tag422.xml" ContentType="application/vnd.openxmlformats-officedocument.presentationml.tags+xml"/>
  <Override PartName="/ppt/tags/tag423.xml" ContentType="application/vnd.openxmlformats-officedocument.presentationml.tags+xml"/>
  <Override PartName="/ppt/tags/tag424.xml" ContentType="application/vnd.openxmlformats-officedocument.presentationml.tags+xml"/>
  <Override PartName="/ppt/tags/tag425.xml" ContentType="application/vnd.openxmlformats-officedocument.presentationml.tags+xml"/>
  <Override PartName="/ppt/tags/tag426.xml" ContentType="application/vnd.openxmlformats-officedocument.presentationml.tags+xml"/>
  <Override PartName="/ppt/tags/tag427.xml" ContentType="application/vnd.openxmlformats-officedocument.presentationml.tags+xml"/>
  <Override PartName="/ppt/tags/tag428.xml" ContentType="application/vnd.openxmlformats-officedocument.presentationml.tags+xml"/>
  <Override PartName="/ppt/tags/tag429.xml" ContentType="application/vnd.openxmlformats-officedocument.presentationml.tags+xml"/>
  <Override PartName="/ppt/tags/tag43.xml" ContentType="application/vnd.openxmlformats-officedocument.presentationml.tags+xml"/>
  <Override PartName="/ppt/tags/tag430.xml" ContentType="application/vnd.openxmlformats-officedocument.presentationml.tags+xml"/>
  <Override PartName="/ppt/tags/tag44.xml" ContentType="application/vnd.openxmlformats-officedocument.presentationml.tags+xml"/>
  <Override PartName="/ppt/tags/tag45.xml" ContentType="application/vnd.openxmlformats-officedocument.presentationml.tags+xml"/>
  <Override PartName="/ppt/tags/tag46.xml" ContentType="application/vnd.openxmlformats-officedocument.presentationml.tags+xml"/>
  <Override PartName="/ppt/tags/tag47.xml" ContentType="application/vnd.openxmlformats-officedocument.presentationml.tags+xml"/>
  <Override PartName="/ppt/tags/tag48.xml" ContentType="application/vnd.openxmlformats-officedocument.presentationml.tags+xml"/>
  <Override PartName="/ppt/tags/tag49.xml" ContentType="application/vnd.openxmlformats-officedocument.presentationml.tags+xml"/>
  <Override PartName="/ppt/tags/tag5.xml" ContentType="application/vnd.openxmlformats-officedocument.presentationml.tags+xml"/>
  <Override PartName="/ppt/tags/tag50.xml" ContentType="application/vnd.openxmlformats-officedocument.presentationml.tags+xml"/>
  <Override PartName="/ppt/tags/tag51.xml" ContentType="application/vnd.openxmlformats-officedocument.presentationml.tags+xml"/>
  <Override PartName="/ppt/tags/tag52.xml" ContentType="application/vnd.openxmlformats-officedocument.presentationml.tags+xml"/>
  <Override PartName="/ppt/tags/tag53.xml" ContentType="application/vnd.openxmlformats-officedocument.presentationml.tags+xml"/>
  <Override PartName="/ppt/tags/tag54.xml" ContentType="application/vnd.openxmlformats-officedocument.presentationml.tags+xml"/>
  <Override PartName="/ppt/tags/tag55.xml" ContentType="application/vnd.openxmlformats-officedocument.presentationml.tags+xml"/>
  <Override PartName="/ppt/tags/tag56.xml" ContentType="application/vnd.openxmlformats-officedocument.presentationml.tags+xml"/>
  <Override PartName="/ppt/tags/tag57.xml" ContentType="application/vnd.openxmlformats-officedocument.presentationml.tags+xml"/>
  <Override PartName="/ppt/tags/tag58.xml" ContentType="application/vnd.openxmlformats-officedocument.presentationml.tags+xml"/>
  <Override PartName="/ppt/tags/tag59.xml" ContentType="application/vnd.openxmlformats-officedocument.presentationml.tags+xml"/>
  <Override PartName="/ppt/tags/tag6.xml" ContentType="application/vnd.openxmlformats-officedocument.presentationml.tags+xml"/>
  <Override PartName="/ppt/tags/tag60.xml" ContentType="application/vnd.openxmlformats-officedocument.presentationml.tags+xml"/>
  <Override PartName="/ppt/tags/tag61.xml" ContentType="application/vnd.openxmlformats-officedocument.presentationml.tags+xml"/>
  <Override PartName="/ppt/tags/tag62.xml" ContentType="application/vnd.openxmlformats-officedocument.presentationml.tags+xml"/>
  <Override PartName="/ppt/tags/tag63.xml" ContentType="application/vnd.openxmlformats-officedocument.presentationml.tags+xml"/>
  <Override PartName="/ppt/tags/tag64.xml" ContentType="application/vnd.openxmlformats-officedocument.presentationml.tags+xml"/>
  <Override PartName="/ppt/tags/tag65.xml" ContentType="application/vnd.openxmlformats-officedocument.presentationml.tags+xml"/>
  <Override PartName="/ppt/tags/tag66.xml" ContentType="application/vnd.openxmlformats-officedocument.presentationml.tags+xml"/>
  <Override PartName="/ppt/tags/tag67.xml" ContentType="application/vnd.openxmlformats-officedocument.presentationml.tags+xml"/>
  <Override PartName="/ppt/tags/tag68.xml" ContentType="application/vnd.openxmlformats-officedocument.presentationml.tags+xml"/>
  <Override PartName="/ppt/tags/tag69.xml" ContentType="application/vnd.openxmlformats-officedocument.presentationml.tags+xml"/>
  <Override PartName="/ppt/tags/tag7.xml" ContentType="application/vnd.openxmlformats-officedocument.presentationml.tags+xml"/>
  <Override PartName="/ppt/tags/tag70.xml" ContentType="application/vnd.openxmlformats-officedocument.presentationml.tags+xml"/>
  <Override PartName="/ppt/tags/tag71.xml" ContentType="application/vnd.openxmlformats-officedocument.presentationml.tags+xml"/>
  <Override PartName="/ppt/tags/tag72.xml" ContentType="application/vnd.openxmlformats-officedocument.presentationml.tags+xml"/>
  <Override PartName="/ppt/tags/tag73.xml" ContentType="application/vnd.openxmlformats-officedocument.presentationml.tags+xml"/>
  <Override PartName="/ppt/tags/tag74.xml" ContentType="application/vnd.openxmlformats-officedocument.presentationml.tags+xml"/>
  <Override PartName="/ppt/tags/tag75.xml" ContentType="application/vnd.openxmlformats-officedocument.presentationml.tags+xml"/>
  <Override PartName="/ppt/tags/tag76.xml" ContentType="application/vnd.openxmlformats-officedocument.presentationml.tags+xml"/>
  <Override PartName="/ppt/tags/tag77.xml" ContentType="application/vnd.openxmlformats-officedocument.presentationml.tags+xml"/>
  <Override PartName="/ppt/tags/tag78.xml" ContentType="application/vnd.openxmlformats-officedocument.presentationml.tags+xml"/>
  <Override PartName="/ppt/tags/tag79.xml" ContentType="application/vnd.openxmlformats-officedocument.presentationml.tags+xml"/>
  <Override PartName="/ppt/tags/tag8.xml" ContentType="application/vnd.openxmlformats-officedocument.presentationml.tags+xml"/>
  <Override PartName="/ppt/tags/tag80.xml" ContentType="application/vnd.openxmlformats-officedocument.presentationml.tags+xml"/>
  <Override PartName="/ppt/tags/tag81.xml" ContentType="application/vnd.openxmlformats-officedocument.presentationml.tags+xml"/>
  <Override PartName="/ppt/tags/tag82.xml" ContentType="application/vnd.openxmlformats-officedocument.presentationml.tags+xml"/>
  <Override PartName="/ppt/tags/tag83.xml" ContentType="application/vnd.openxmlformats-officedocument.presentationml.tags+xml"/>
  <Override PartName="/ppt/tags/tag84.xml" ContentType="application/vnd.openxmlformats-officedocument.presentationml.tags+xml"/>
  <Override PartName="/ppt/tags/tag85.xml" ContentType="application/vnd.openxmlformats-officedocument.presentationml.tags+xml"/>
  <Override PartName="/ppt/tags/tag86.xml" ContentType="application/vnd.openxmlformats-officedocument.presentationml.tags+xml"/>
  <Override PartName="/ppt/tags/tag87.xml" ContentType="application/vnd.openxmlformats-officedocument.presentationml.tags+xml"/>
  <Override PartName="/ppt/tags/tag88.xml" ContentType="application/vnd.openxmlformats-officedocument.presentationml.tags+xml"/>
  <Override PartName="/ppt/tags/tag89.xml" ContentType="application/vnd.openxmlformats-officedocument.presentationml.tags+xml"/>
  <Override PartName="/ppt/tags/tag9.xml" ContentType="application/vnd.openxmlformats-officedocument.presentationml.tags+xml"/>
  <Override PartName="/ppt/tags/tag90.xml" ContentType="application/vnd.openxmlformats-officedocument.presentationml.tags+xml"/>
  <Override PartName="/ppt/tags/tag91.xml" ContentType="application/vnd.openxmlformats-officedocument.presentationml.tags+xml"/>
  <Override PartName="/ppt/tags/tag92.xml" ContentType="application/vnd.openxmlformats-officedocument.presentationml.tags+xml"/>
  <Override PartName="/ppt/tags/tag93.xml" ContentType="application/vnd.openxmlformats-officedocument.presentationml.tags+xml"/>
  <Override PartName="/ppt/tags/tag94.xml" ContentType="application/vnd.openxmlformats-officedocument.presentationml.tags+xml"/>
  <Override PartName="/ppt/tags/tag95.xml" ContentType="application/vnd.openxmlformats-officedocument.presentationml.tags+xml"/>
  <Override PartName="/ppt/tags/tag96.xml" ContentType="application/vnd.openxmlformats-officedocument.presentationml.tags+xml"/>
  <Override PartName="/ppt/tags/tag97.xml" ContentType="application/vnd.openxmlformats-officedocument.presentationml.tags+xml"/>
  <Override PartName="/ppt/tags/tag98.xml" ContentType="application/vnd.openxmlformats-officedocument.presentationml.tags+xml"/>
  <Override PartName="/ppt/tags/tag99.xml" ContentType="application/vnd.openxmlformats-officedocument.presentationml.tag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Override1.xml" ContentType="application/vnd.openxmlformats-officedocument.themeOverride+xml"/>
  <Override PartName="/ppt/theme/themeOverride2.xml" ContentType="application/vnd.openxmlformats-officedocument.themeOverride+xml"/>
  <Override PartName="/ppt/theme/themeOverride3.xml" ContentType="application/vnd.openxmlformats-officedocument.themeOverrid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3" Type="http://schemas.openxmlformats.org/package/2006/relationships/metadata/core-properties" Target="docProps/core.xml"/><Relationship Id="rId2" Type="http://schemas.openxmlformats.org/officeDocument/2006/relationships/extended-properties" Target="docProps/app.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7" r:id="rId3"/>
    <p:sldMasterId id="2147483662" r:id="rId4"/>
  </p:sldMasterIdLst>
  <p:notesMasterIdLst>
    <p:notesMasterId r:id="rId6"/>
  </p:notesMasterIdLst>
  <p:sldIdLst>
    <p:sldId id="391" r:id="rId5"/>
    <p:sldId id="421" r:id="rId7"/>
    <p:sldId id="393" r:id="rId8"/>
    <p:sldId id="394" r:id="rId9"/>
    <p:sldId id="395" r:id="rId10"/>
    <p:sldId id="396" r:id="rId11"/>
    <p:sldId id="397" r:id="rId12"/>
    <p:sldId id="419" r:id="rId13"/>
    <p:sldId id="398" r:id="rId14"/>
    <p:sldId id="399" r:id="rId15"/>
    <p:sldId id="400" r:id="rId16"/>
    <p:sldId id="401" r:id="rId17"/>
    <p:sldId id="418" r:id="rId18"/>
    <p:sldId id="402" r:id="rId19"/>
    <p:sldId id="404" r:id="rId20"/>
    <p:sldId id="405" r:id="rId21"/>
    <p:sldId id="406" r:id="rId22"/>
    <p:sldId id="407" r:id="rId23"/>
    <p:sldId id="408" r:id="rId24"/>
    <p:sldId id="409" r:id="rId25"/>
    <p:sldId id="410" r:id="rId26"/>
    <p:sldId id="411" r:id="rId27"/>
    <p:sldId id="412" r:id="rId28"/>
    <p:sldId id="415" r:id="rId29"/>
    <p:sldId id="414" r:id="rId30"/>
    <p:sldId id="416" r:id="rId31"/>
    <p:sldId id="417" r:id="rId32"/>
  </p:sldIdLst>
  <p:sldSz cx="12192000" cy="6858000"/>
  <p:notesSz cx="6858000" cy="9144000"/>
  <p:custDataLst>
    <p:tags r:id="rId37"/>
  </p:custDataLst>
  <p:defaultTex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王帆" initials="WF" lastIdx="1" clrIdx="0"/>
  <p:cmAuthor id="1" name="Microsoft Office User" initials="MOU" lastIdx="5" clrIdx="0"/>
  <p:cmAuthor id="2" name="wangpq" initials="w" lastIdx="1" clrIdx="1"/>
  <p:cmAuthor id="3" name="yerunguo" initials="yerunguo" lastIdx="1" clrIdx="2"/>
  <p:cmAuthor id="4" name="KPMG Cyber" initials="WA(" lastIdx="1" clrIdx="3"/>
  <p:cmAuthor id="5" name="Wang, Autumn" initials="WA(" lastIdx="2" clrIdx="4"/>
  <p:cmAuthor id="312" name="000823681" initials="0" lastIdx="1" clrIdx="311"/>
  <p:cmAuthor id="6" name="chenyang" initials="c" lastIdx="1" clrIdx="5"/>
  <p:cmAuthor id="7" name="98802" initials="9" lastIdx="5" clrIdx="6"/>
  <p:cmAuthor id="8" name="AndyLee" initials="A" lastIdx="5" clrIdx="8"/>
  <p:cmAuthor id="9" name="duan" initials="d" lastIdx="3" clrIdx="8"/>
  <p:cmAuthor id="10" name="wei.xin" initials="w" lastIdx="2" clrIdx="9"/>
  <p:cmAuthor id="11" name="未知用户2" initials="未知用户2" lastIdx="1" clrIdx="5"/>
  <p:cmAuthor id="12" name="未知用户3" initials="未知用户3" lastIdx="1" clrIdx="6"/>
  <p:cmAuthor id="381437688" name="谢学斌" initials="谢" lastIdx="0" clrIdx="0"/>
  <p:cmAuthor id="13" name="吕品" initials="吕品" lastIdx="1" clrIdx="11"/>
  <p:cmAuthor id="15" name="wulifang" initials="wlf" lastIdx="1" clrIdx="14"/>
  <p:cmAuthor id="16" name="彭润" initials="彭" lastIdx="1" clrIdx="15"/>
  <p:cmAuthor id="17" name="未知用户4" initials="未知用户4" lastIdx="1" clrIdx="7"/>
  <p:cmAuthor id="18" name="gt" initials="g" lastIdx="10" clrIdx="17"/>
  <p:cmAuthor id="19" name="未知用户5" initials="未知用户5" lastIdx="1" clrIdx="8"/>
  <p:cmAuthor id="20" name="Jie" initials="J" lastIdx="5" clrIdx="19"/>
  <p:cmAuthor id="21" name="SXF-Admin" initials="S" lastIdx="1" clrIdx="20"/>
  <p:cmAuthor id="22" name="蔡建楠" initials="caijianna" lastIdx="15" clrIdx="17"/>
  <p:cmAuthor id="338605058" name="J I N G " initials="J" lastIdx="1" clrIdx="217"/>
  <p:cmAuthor id="23" name="Sangfor" initials="S" lastIdx="3" clrIdx="22"/>
  <p:cmAuthor id="24" name="李蕾00009994" initials="李" lastIdx="6" clrIdx="17"/>
  <p:cmAuthor id="25" name="wyz" initials="w" lastIdx="1" clrIdx="24"/>
  <p:cmAuthor id="26" name="10270945" initials="1" lastIdx="2" clrIdx="25"/>
  <p:cmAuthor id="27" name="杨艳霞" initials="杨" lastIdx="34" clrIdx="1"/>
  <p:cmAuthor id="28" name="Hou Yingfeng" initials="H" lastIdx="10" clrIdx="23"/>
  <p:cmAuthor id="29" name="吴军" initials="吴" lastIdx="1" clrIdx="0"/>
  <p:cmAuthor id="30" name="sangfor" initials="s" lastIdx="1" clrIdx="29"/>
  <p:cmAuthor id="31" name="Author" initials="A" lastIdx="0" clrIdx="30"/>
  <p:cmAuthor id="287643681" name="殷格非" initials="殷" lastIdx="2" clrIdx="0"/>
  <p:cmAuthor id="32" name="李楠10047711" initials="李楠10047711" lastIdx="2" clrIdx="31"/>
  <p:cmAuthor id="287643682" name="z r" initials="zr" lastIdx="5" clrIdx="12"/>
  <p:cmAuthor id="33" name="610007" initials="6" lastIdx="0" clrIdx="32"/>
  <p:cmAuthor id="287643683" name="lc xue" initials="lx" lastIdx="1" clrIdx="22"/>
  <p:cmAuthor id="34" name="未知用户6" initials="未知用户6" lastIdx="1" clrIdx="9"/>
  <p:cmAuthor id="287643684" name="孟芳芳（借调）" initials="V" lastIdx="1" clrIdx="37"/>
  <p:cmAuthor id="35" name="XUWEI" initials="X" lastIdx="1" clrIdx="10"/>
  <p:cmAuthor id="287643685" name="zhuxiangyi" initials="z" lastIdx="1" clrIdx="38"/>
  <p:cmAuthor id="36" name="俊贤" initials="俊贤" lastIdx="2" clrIdx="21"/>
  <p:cmAuthor id="37" name="Hu. Jimmy" initials="HJ" lastIdx="2" clrIdx="23"/>
  <p:cmAuthor id="38" name="hzq" initials="h" lastIdx="1" clrIdx="37"/>
  <p:cmAuthor id="39" name="Hdd" initials="Hdd" lastIdx="1" clrIdx="38"/>
  <p:cmAuthor id="40" name="张立鑫" initials="张" lastIdx="1" clrIdx="23"/>
  <p:cmAuthor id="41" name="吴铭锐" initials="吴" lastIdx="2" clrIdx="0"/>
  <p:cmAuthor id="42" name="未知用户77" initials="未知用户77" lastIdx="1" clrIdx="0"/>
  <p:cmAuthor id="43" name="YuQing" initials="Y" lastIdx="9" clrIdx="0"/>
  <p:cmAuthor id="44" name="Youwen Sun" initials="Y" lastIdx="3" clrIdx="1"/>
  <p:cmAuthor id="45" name="番茄花园" initials="番" lastIdx="1" clrIdx="0"/>
  <p:cmAuthor id="46" name="meng_" initials="m" lastIdx="7" clrIdx="45"/>
  <p:cmAuthor id="47" name="未知" initials="未" lastIdx="1" clrIdx="0"/>
  <p:cmAuthor id="48" name="周满红" initials="周" lastIdx="24" clrIdx="0"/>
  <p:cmAuthor id="49" name="taojiang" initials="t" lastIdx="2" clrIdx="48"/>
  <p:cmAuthor id="50" name="未知用户8" initials="未" lastIdx="2" clrIdx="4"/>
  <p:cmAuthor id="51" name="未知用户9" initials="未" lastIdx="3" clrIdx="5"/>
  <p:cmAuthor id="191251535" name="沈霄雷" initials="沈" lastIdx="833089" clrIdx="0"/>
  <p:cmAuthor id="52" name="未知用户10" initials="未" lastIdx="9" clrIdx="0"/>
  <p:cmAuthor id="191251536" name="SF" initials="S" lastIdx="6" clrIdx="11"/>
  <p:cmAuthor id="53" name="未知用户11" initials="未" lastIdx="1" clrIdx="0"/>
  <p:cmAuthor id="191251537" name="sammi" initials="s" lastIdx="0" clrIdx="12"/>
  <p:cmAuthor id="54" name="刘思蜀" initials="刘" lastIdx="1" clrIdx="0"/>
  <p:cmAuthor id="191251538" name="zhangmh@httz.cc" initials="z" lastIdx="3" clrIdx="13"/>
  <p:cmAuthor id="55" name="未知用户20" initials="未" lastIdx="1" clrIdx="0"/>
  <p:cmAuthor id="191251539" name="wang" initials="wang" lastIdx="1" clrIdx="14"/>
  <p:cmAuthor id="56" name="未知用户19" initials="未" lastIdx="1" clrIdx="0"/>
  <p:cmAuthor id="57" name="未知用户21" initials="未" lastIdx="1" clrIdx="0"/>
  <p:cmAuthor id="210492765" name="施普希（菜菜）" initials="施" lastIdx="0" clrIdx="0"/>
  <p:cmAuthor id="191251541" name="sjzx" initials="s" lastIdx="1" clrIdx="25"/>
  <p:cmAuthor id="210492766" name="AGK" initials="AGK" lastIdx="4" clrIdx="7"/>
  <p:cmAuthor id="58" name="未知用户14" initials="未" lastIdx="1" clrIdx="0"/>
  <p:cmAuthor id="191251542" name="yang.yuan" initials="y" lastIdx="0" clrIdx="17"/>
  <p:cmAuthor id="210492767" name="书佳 王" initials="书王" lastIdx="3" clrIdx="287"/>
  <p:cmAuthor id="59" name="未知用户15" initials="未" lastIdx="1" clrIdx="0"/>
  <p:cmAuthor id="60" name="未知用户16" initials="未" lastIdx="4" clrIdx="0"/>
  <p:cmAuthor id="210492768" name="zhang" initials="z" lastIdx="2" clrIdx="35"/>
  <p:cmAuthor id="61" name="郝崇" initials="郝" lastIdx="4" clrIdx="1"/>
  <p:cmAuthor id="1483810881" name="WPS_1679281038" initials="W" lastIdx="1" clrIdx="2"/>
  <p:cmAuthor id="62" name="吴杰" initials="吴" lastIdx="1" clrIdx="0"/>
  <p:cmAuthor id="63" name="刘丽仙" initials="刘" lastIdx="4" clrIdx="33"/>
  <p:cmAuthor id="64" name="陶川" initials="陶" lastIdx="1" clrIdx="0"/>
  <p:cmAuthor id="65" name="未知用户44" initials="未知用户44" lastIdx="1" clrIdx="0"/>
  <p:cmAuthor id="66" name="andres.x.gomez" initials="a" lastIdx="4" clrIdx="0"/>
  <p:cmAuthor id="67" name="user" initials="u" lastIdx="502" clrIdx="0"/>
  <p:cmAuthor id="68" name="未知用户45" initials="未知用户45" lastIdx="1" clrIdx="0"/>
  <p:cmAuthor id="69" name="贾清山" initials="贾" lastIdx="1" clrIdx="0"/>
  <p:cmAuthor id="70" name="丁芙蓉" initials="丁" lastIdx="4" clrIdx="1"/>
  <p:cmAuthor id="71" name="gtmc" initials="g" lastIdx="0" clrIdx="0"/>
  <p:cmAuthor id="72" name="王小忠" initials="王" lastIdx="2" clrIdx="2"/>
  <p:cmAuthor id="73" name="未知用户7" initials="未" lastIdx="2" clrIdx="2"/>
  <p:cmAuthor id="74" name="张 彬" initials="张" lastIdx="1" clrIdx="34"/>
  <p:cmAuthor id="75" name="作者" initials="A" lastIdx="0" clrIdx="24"/>
  <p:cmAuthor id="76" name="立峰 陈" initials="立陈" lastIdx="1" clrIdx="35"/>
  <p:cmAuthor id="77" name="未知用户27" initials="未" lastIdx="1" clrIdx="0"/>
  <p:cmAuthor id="78" name="未知用户28" initials="未" lastIdx="1" clrIdx="0"/>
  <p:cmAuthor id="79" name="未知用户29" initials="未" lastIdx="1" clrIdx="0"/>
  <p:cmAuthor id="80" name="未知用户30" initials="未" lastIdx="4" clrIdx="0"/>
  <p:cmAuthor id="81" name="yangkun" initials="y" lastIdx="0" clrIdx="0"/>
  <p:cmAuthor id="82" name="Lenovo User" initials="L" lastIdx="1" clrIdx="0"/>
  <p:cmAuthor id="83" name="hys2" initials="h" lastIdx="1" clrIdx="0"/>
  <p:cmAuthor id="84" name="朱绍春" initials="朱" lastIdx="13" clrIdx="0"/>
  <p:cmAuthor id="85" name="邹洋" initials="邹" lastIdx="2" clrIdx="0"/>
  <p:cmAuthor id="86" name="孟祥超" initials="孟" lastIdx="2" clrIdx="1"/>
  <p:cmAuthor id="87" name="贡鑫" initials="贡" lastIdx="2" clrIdx="0"/>
  <p:cmAuthor id="88" name="administrator1" initials="a" lastIdx="16" clrIdx="2"/>
  <p:cmAuthor id="89" name="杜雪梅" initials="杜" lastIdx="1" clrIdx="0"/>
  <p:cmAuthor id="90" name="仝德志" initials="仝" lastIdx="1" clrIdx="0"/>
  <p:cmAuthor id="91" name="马静" initials="马" lastIdx="0" clrIdx="0"/>
  <p:cmAuthor id="92" name="Qingyunli" initials="Q" lastIdx="24" clrIdx="0"/>
  <p:cmAuthor id="1455558931" name="王军领" initials="王" lastIdx="1" clrIdx="31"/>
  <p:cmAuthor id="93" name="dell" initials="d" lastIdx="1" clrIdx="4"/>
  <p:cmAuthor id="94" name="叶得会" initials="叶" lastIdx="8" clrIdx="0"/>
  <p:cmAuthor id="95" name="未知用户39" initials="未" lastIdx="1" clrIdx="0"/>
  <p:cmAuthor id="96" name="未知用户17" initials="未" lastIdx="1" clrIdx="1"/>
  <p:cmAuthor id="97" name="未知用户18" initials="未" lastIdx="1" clrIdx="0"/>
  <p:cmAuthor id="98" name="liying" initials="l" lastIdx="11" clrIdx="0"/>
  <p:cmAuthor id="99" name="lp" initials="l" lastIdx="1" clrIdx="0"/>
  <p:cmAuthor id="100" name="马海燕" initials="马" lastIdx="1" clrIdx="18"/>
  <p:cmAuthor id="101" name="张钦" initials="张" lastIdx="4" clrIdx="4"/>
  <p:cmAuthor id="102" name="桓蕾" initials="桓" lastIdx="1" clrIdx="101"/>
  <p:cmAuthor id="103" name="lenovo" initials="l" lastIdx="2" clrIdx="45"/>
  <p:cmAuthor id="104" name="鲍华明" initials="鲍" lastIdx="1" clrIdx="0"/>
  <p:cmAuthor id="105" name="刘广艳" initials="刘" lastIdx="10" clrIdx="1"/>
  <p:cmAuthor id="106" name="邹积逊" initials="邹" lastIdx="1" clrIdx="0"/>
  <p:cmAuthor id="107" name="yangyanxia" initials="y" lastIdx="1" clrIdx="0"/>
  <p:cmAuthor id="108" name="刘春辉" initials="刘" lastIdx="4" clrIdx="28"/>
  <p:cmAuthor id="109" name="赵兰玉" initials="赵" lastIdx="1" clrIdx="0"/>
  <p:cmAuthor id="110" name="杜娇龙" initials="杜" lastIdx="2" clrIdx="1"/>
  <p:cmAuthor id="111" name="libin1204@163.com" initials="l" lastIdx="1" clrIdx="102"/>
  <p:cmAuthor id="112" name="未知用户67" initials="未知用户67" lastIdx="1" clrIdx="0"/>
  <p:cmAuthor id="113" name="未知用户73" initials="未" lastIdx="4" clrIdx="0"/>
  <p:cmAuthor id="404272449" name="青山" initials="青" lastIdx="1" clrIdx="37"/>
  <p:cmAuthor id="114" name="魏永生" initials="魏" lastIdx="4" clrIdx="17"/>
  <p:cmAuthor id="115" name="未知用户69" initials="未知用户69" lastIdx="9" clrIdx="0"/>
  <p:cmAuthor id="116" name="未知用户70" initials="未知用户70" lastIdx="3" clrIdx="6"/>
  <p:cmAuthor id="117" name="许弘扬" initials="许" lastIdx="1" clrIdx="0"/>
  <p:cmAuthor id="118" name="新萝卜家园" initials="新" lastIdx="0" clrIdx="0"/>
  <p:cmAuthor id="119" name="未知用户71" initials="未知用户71" lastIdx="1" clrIdx="11"/>
  <p:cmAuthor id="120" name="未知用户80" initials="未" lastIdx="4" clrIdx="1"/>
  <p:cmAuthor id="121" name="未知用户81" initials="未" lastIdx="1" clrIdx="0"/>
  <p:cmAuthor id="122" name="未知用户82" initials="未" lastIdx="1" clrIdx="1"/>
  <p:cmAuthor id="123" name="未知用户83" initials="未" lastIdx="1" clrIdx="0"/>
  <p:cmAuthor id="124" name="未知用户84" initials="未" lastIdx="1" clrIdx="0"/>
  <p:cmAuthor id="125" name="未知用户31" initials="未" lastIdx="23" clrIdx="0"/>
  <p:cmAuthor id="126" name="未知用户62" initials="未" lastIdx="33" clrIdx="0"/>
  <p:cmAuthor id="127" name="Lzy" initials="L" lastIdx="1" clrIdx="0"/>
  <p:cmAuthor id="128" name="陈尚文" initials="陈" lastIdx="1" clrIdx="1"/>
  <p:cmAuthor id="129" name="邢志林" initials="邢" lastIdx="1" clrIdx="0"/>
  <p:cmAuthor id="130" name="张 开阔" initials="张" lastIdx="1" clrIdx="104"/>
  <p:cmAuthor id="131" name="原鹏" initials="y" lastIdx="1" clrIdx="105"/>
  <p:cmAuthor id="132" name="王怀璋" initials="王" lastIdx="1" clrIdx="0"/>
  <p:cmAuthor id="133" name="YANQING BAO" initials="Y" lastIdx="3" clrIdx="0"/>
  <p:cmAuthor id="134" name="Tracy Chen" initials="T" lastIdx="1" clrIdx="0"/>
  <p:cmAuthor id="135" name="dongwc0205" initials="d" lastIdx="1" clrIdx="15"/>
  <p:cmAuthor id="136" name="yuancc04" initials="y" lastIdx="3" clrIdx="0"/>
  <p:cmAuthor id="137" name="Xinyi" initials="X" lastIdx="1" clrIdx="136"/>
  <p:cmAuthor id="138" name="shwyq2008@163.com" initials="s" lastIdx="1" clrIdx="34"/>
  <p:cmAuthor id="139" name="未知用户13" initials="未" lastIdx="11" clrIdx="0"/>
  <p:cmAuthor id="140" name="levy" initials="l" lastIdx="2" clrIdx="0"/>
  <p:cmAuthor id="142" name="User" initials="U" lastIdx="12" clrIdx="0"/>
  <p:cmAuthor id="143" name="毕军(0212009)" initials="毕" lastIdx="10" clrIdx="0"/>
  <p:cmAuthor id="2972517" name="韩佳楠" initials="韩" lastIdx="1488322" clrIdx="0"/>
  <p:cmAuthor id="144" name="dadi" initials="d" lastIdx="2" clrIdx="1"/>
  <p:cmAuthor id="145" name="未知用户43" initials="未" lastIdx="4" clrIdx="1"/>
  <p:cmAuthor id="146" name="zhuqy3" initials="z" lastIdx="1" clrIdx="0"/>
  <p:cmAuthor id="147" name="njlife" initials="n" lastIdx="2" clrIdx="0"/>
  <p:cmAuthor id="148" name="未知用户46" initials="未" lastIdx="1" clrIdx="0"/>
  <p:cmAuthor id="149" name="未知用户47" initials="未" lastIdx="1" clrIdx="3"/>
  <p:cmAuthor id="150" name="未知用户48" initials="未" lastIdx="2" clrIdx="0"/>
  <p:cmAuthor id="151" name="未知用户49" initials="未" lastIdx="1" clrIdx="0"/>
  <p:cmAuthor id="152" name="未知用户50" initials="未" lastIdx="5" clrIdx="2"/>
  <p:cmAuthor id="153" name="未知用户133" initials="未" lastIdx="21" clrIdx="4"/>
  <p:cmAuthor id="154" name="未知用户134" initials="未" lastIdx="1" clrIdx="1"/>
  <p:cmAuthor id="155" name="未知用户135" initials="未" lastIdx="1" clrIdx="0"/>
  <p:cmAuthor id="156" name="未知用户54" initials="未" lastIdx="18" clrIdx="0"/>
  <p:cmAuthor id="157" name="未知用户55" initials="未" lastIdx="2" clrIdx="0"/>
  <p:cmAuthor id="158" name="未知用户56" initials="未" lastIdx="1" clrIdx="22"/>
  <p:cmAuthor id="2000" name="Teresa" initials="authorId_31822446" lastIdx="1024853" clrIdx="0"/>
  <p:cmAuthor id="159" name="未知用户57" initials="未" lastIdx="24" clrIdx="0"/>
  <p:cmAuthor id="2001" name="骆倩怡_Znauj26B" initials="authorId_382814100" lastIdx="0" clrIdx="0"/>
  <p:cmAuthor id="160" name="未知用户58" initials="未" lastIdx="0" clrIdx="0"/>
  <p:cmAuthor id="2002" name="demolong wang" initials="dw" lastIdx="1" clrIdx="38"/>
  <p:cmAuthor id="161" name="未知用户136" initials="未" lastIdx="1" clrIdx="0"/>
  <p:cmAuthor id="2003" name="杜晶晶-投资者关系部_vM3mnymA" initials="authorId_1323951053" lastIdx="1649699480" clrIdx="0"/>
  <p:cmAuthor id="162" name="未知用户137" initials="未" lastIdx="1" clrIdx="0"/>
  <p:cmAuthor id="2004" name="沈思铭" initials="沈思铭" lastIdx="19" clrIdx="34"/>
  <p:cmAuthor id="163" name="未知用户146" initials="未" lastIdx="1" clrIdx="0"/>
  <p:cmAuthor id="164" name="未知用户138" initials="未" lastIdx="1" clrIdx="0"/>
  <p:cmAuthor id="165" name="未知用户139" initials="未" lastIdx="4" clrIdx="0"/>
  <p:cmAuthor id="166" name="未知用户140" initials="未" lastIdx="13" clrIdx="0"/>
  <p:cmAuthor id="691587970" name="小延魔法师" initials="小" lastIdx="1126286" clrIdx="0"/>
  <p:cmAuthor id="167" name="未知用户141" initials="未" lastIdx="2" clrIdx="0"/>
  <p:cmAuthor id="168" name="未知用户142" initials="未" lastIdx="2" clrIdx="1"/>
  <p:cmAuthor id="169" name="未知用户143" initials="未" lastIdx="16" clrIdx="2"/>
  <p:cmAuthor id="170" name="未知用户144" initials="未" lastIdx="0" clrIdx="0"/>
  <p:cmAuthor id="171" name="王志刚" initials="王" lastIdx="1" clrIdx="0"/>
  <p:cmAuthor id="172" name="徐光宇" initials="徐" lastIdx="1" clrIdx="0"/>
  <p:cmAuthor id="173" name="mac" initials="m" lastIdx="1" clrIdx="0"/>
  <p:cmAuthor id="174" name="Liu, Leo (MBSHR cs)" initials="L" lastIdx="2" clrIdx="0"/>
  <p:cmAuthor id="175" name="刘豹" initials="刘" lastIdx="0" clrIdx="0"/>
  <p:cmAuthor id="176" name="张艳芳" initials="张" lastIdx="3" clrIdx="0"/>
  <p:cmAuthor id="177" name="超乎想象" initials="超" lastIdx="1" clrIdx="176"/>
  <p:cmAuthor id="178" name="志斌 杜" initials="志" lastIdx="5" clrIdx="103"/>
  <p:cmAuthor id="180" name="未知用户88" initials="未" lastIdx="3" clrIdx="0"/>
  <p:cmAuthor id="8535702" name="曾蓓/贝贝" initials="曾" lastIdx="0" clrIdx="0"/>
  <p:cmAuthor id="181" name="未知用户89" initials="未" lastIdx="21" clrIdx="4"/>
  <p:cmAuthor id="182" name="未知用户90" initials="未" lastIdx="1" clrIdx="1"/>
  <p:cmAuthor id="183" name="未知用户91" initials="未" lastIdx="1" clrIdx="0"/>
  <p:cmAuthor id="184" name="未知用户92" initials="未" lastIdx="1" clrIdx="0"/>
  <p:cmAuthor id="185" name="未知用户93" initials="未" lastIdx="1" clrIdx="0"/>
  <p:cmAuthor id="186" name="未知用户94" initials="未" lastIdx="1" clrIdx="0"/>
  <p:cmAuthor id="187" name="未知用户95" initials="未" lastIdx="4" clrIdx="0"/>
  <p:cmAuthor id="188" name="未知用户96" initials="未" lastIdx="13" clrIdx="0"/>
  <p:cmAuthor id="189" name="未知用户97" initials="未" lastIdx="2" clrIdx="0"/>
  <p:cmAuthor id="190" name="未知用户98" initials="未" lastIdx="2" clrIdx="1"/>
  <p:cmAuthor id="191" name="未知用户99" initials="未" lastIdx="16" clrIdx="2"/>
  <p:cmAuthor id="192" name="未知用户100" initials="未" lastIdx="0" clrIdx="0"/>
  <p:cmAuthor id="193" name="未知用户101" initials="未" lastIdx="3" clrIdx="0"/>
  <p:cmAuthor id="194" name="Temp" initials="T" lastIdx="0" clrIdx="0"/>
  <p:cmAuthor id="195" name="未知用户72" initials="未" lastIdx="2" clrIdx="1"/>
  <p:cmAuthor id="196" name="雍中婧" initials="雍" lastIdx="26" clrIdx="0"/>
  <p:cmAuthor id="197" name="未知用户74" initials="未" lastIdx="0" clrIdx="0"/>
  <p:cmAuthor id="198" name="未知用户75" initials="未" lastIdx="3" clrIdx="0"/>
  <p:cmAuthor id="199" name="未知用户76" initials="未" lastIdx="21" clrIdx="4"/>
  <p:cmAuthor id="200" name="lin lin" initials="l" lastIdx="1" clrIdx="0"/>
  <p:cmAuthor id="201" name="未知用户78" initials="未" lastIdx="1" clrIdx="0"/>
  <p:cmAuthor id="202" name="未知用户79" initials="未" lastIdx="2" clrIdx="0"/>
  <p:cmAuthor id="203" name="未知用户12" initials="未知用户12" lastIdx="4" clrIdx="0"/>
  <p:cmAuthor id="204" name="李明强" initials="李" lastIdx="1" clrIdx="203"/>
  <p:cmAuthor id="205" name="wang_cf" initials="w" lastIdx="8" clrIdx="204"/>
  <p:cmAuthor id="206" name="itw_chenfy01" initials="i" lastIdx="1" clrIdx="205"/>
  <p:cmAuthor id="207" name="wangll132" initials="w" lastIdx="1" clrIdx="206"/>
  <p:cmAuthor id="208" name="未知用户85" initials="未" lastIdx="2" clrIdx="1"/>
  <p:cmAuthor id="209" name="未知用户86" initials="未" lastIdx="16" clrIdx="2"/>
  <p:cmAuthor id="210" name="李刚" initials="李" lastIdx="3" clrIdx="0"/>
  <p:cmAuthor id="211" name="侯 林" initials="侯" lastIdx="2" clrIdx="35"/>
  <p:cmAuthor id="212" name="徐仕超" initials="徐" lastIdx="1" clrIdx="3"/>
  <p:cmAuthor id="213" name="Pei" initials="P" lastIdx="0" clrIdx="1"/>
  <p:cmAuthor id="214" name="Ying Li" initials="Y" lastIdx="1" clrIdx="2"/>
  <p:cmAuthor id="394525608" name="仇怿俊" initials="仇" lastIdx="0" clrIdx="0"/>
  <p:cmAuthor id="215" name="lou cynthia" initials="l" lastIdx="1" clrIdx="0"/>
  <p:cmAuthor id="394525609" name="mei shuo" initials="mei shuo" lastIdx="1" clrIdx="24"/>
  <p:cmAuthor id="216" name="未知的使用者197" initials="未" lastIdx="8" clrIdx="0"/>
  <p:cmAuthor id="394525610" name="dengwanting" initials="d" lastIdx="1" clrIdx="50"/>
  <p:cmAuthor id="217" name="马红" initials="马" lastIdx="7" clrIdx="0"/>
  <p:cmAuthor id="394525611" name="mouse zz" initials="mz" lastIdx="1" clrIdx="54"/>
  <p:cmAuthor id="218" name="Shi Xiao" initials="SX" lastIdx="1" clrIdx="106"/>
  <p:cmAuthor id="219" name="卢 米薇" initials="卢" lastIdx="1" clrIdx="107"/>
  <p:cmAuthor id="220" name="未知的使用者165" initials="未" lastIdx="1" clrIdx="0"/>
  <p:cmAuthor id="221" name="未知的使用者158" initials="未" lastIdx="1" clrIdx="0"/>
  <p:cmAuthor id="49837067" name="刘浩" initials="刘" lastIdx="180431" clrIdx="0"/>
  <p:cmAuthor id="222" name="LJ" initials="L" lastIdx="1" clrIdx="221"/>
  <p:cmAuthor id="223" name="未知的使用者149" initials="未" lastIdx="10" clrIdx="0"/>
  <p:cmAuthor id="49837068" name="Vivian Liu" initials="VL" lastIdx="1" clrIdx="1"/>
  <p:cmAuthor id="224" name="未知的使用者150" initials="未" lastIdx="1" clrIdx="0"/>
  <p:cmAuthor id="49837069" name="he zhirui" initials="hz" lastIdx="1" clrIdx="82"/>
  <p:cmAuthor id="225" name="未知的使用者166" initials="未" lastIdx="8" clrIdx="0"/>
  <p:cmAuthor id="49837070" name="伟哥" initials="伟哥" lastIdx="1" clrIdx="138"/>
  <p:cmAuthor id="226" name="未知的使用者167" initials="未" lastIdx="0" clrIdx="1"/>
  <p:cmAuthor id="227" name="未知的使用者159" initials="未" lastIdx="1" clrIdx="1"/>
  <p:cmAuthor id="228" name="Chris Kou" initials="C" lastIdx="1" clrIdx="0"/>
  <p:cmAuthor id="229" name="未知的使用者168" initials="未" lastIdx="1" clrIdx="0"/>
  <p:cmAuthor id="230" name="未知的使用者169" initials="未" lastIdx="1" clrIdx="0"/>
  <p:cmAuthor id="231" name="未知的使用者117" initials="未" lastIdx="1" clrIdx="0"/>
  <p:cmAuthor id="232" name="樊佳佳" initials="樊" lastIdx="59" clrIdx="5"/>
  <p:cmAuthor id="233" name="未知的使用者119" initials="未" lastIdx="1" clrIdx="2"/>
  <p:cmAuthor id="234" name="云峰 贾" initials="云" lastIdx="2" clrIdx="0"/>
  <p:cmAuthor id="237" name="杨彦伟" initials="杨" lastIdx="3" clrIdx="0"/>
  <p:cmAuthor id="238" name="Azfar Mir" initials="A" lastIdx="130" clrIdx="0"/>
  <p:cmAuthor id="239" name="张金玉" initials="张" lastIdx="1" clrIdx="0"/>
  <p:cmAuthor id="475196944" name="姚琳" initials="姚" lastIdx="1133934" clrIdx="0"/>
  <p:cmAuthor id="240" name="周平" initials="周" lastIdx="0" clrIdx="0"/>
  <p:cmAuthor id="475196945" name="chen" initials="c" lastIdx="1" clrIdx="2"/>
  <p:cmAuthor id="241" name="董 人美" initials="董" lastIdx="4" clrIdx="108"/>
  <p:cmAuthor id="1411827" name="黄晓平" initials="黄" lastIdx="0" clrIdx="0"/>
  <p:cmAuthor id="475196946" name="王 成岩" initials="王" lastIdx="1" clrIdx="23"/>
  <p:cmAuthor id="242" name="顾 Filizia" initials="顾" lastIdx="3" clrIdx="222"/>
  <p:cmAuthor id="475196947" name="陶夏溦" initials="陶夏溦" lastIdx="1" clrIdx="46"/>
  <p:cmAuthor id="243" name="未知的使用者183" initials="未" lastIdx="2" clrIdx="0"/>
  <p:cmAuthor id="475196948" name="uo G" initials="uG" lastIdx="1" clrIdx="223"/>
  <p:cmAuthor id="244" name="未知的使用者184" initials="未" lastIdx="8" clrIdx="0"/>
  <p:cmAuthor id="245" name="未知的使用者185" initials="未" lastIdx="5" clrIdx="0"/>
  <p:cmAuthor id="246" name="未知的使用者186" initials="未" lastIdx="10" clrIdx="0"/>
  <p:cmAuthor id="247" name="未知的使用者187" initials="未" lastIdx="1" clrIdx="0"/>
  <p:cmAuthor id="248" name="未知的使用者201" initials="未" lastIdx="8" clrIdx="0"/>
  <p:cmAuthor id="249" name="未知的使用者202" initials="未" lastIdx="0" clrIdx="1"/>
  <p:cmAuthor id="250" name="未知的使用者171" initials="未" lastIdx="3" clrIdx="1"/>
  <p:cmAuthor id="251" name="未知的使用者195" initials="未" lastIdx="1" clrIdx="1"/>
  <p:cmAuthor id="252" name="未知的使用者173" initials="未" lastIdx="6" clrIdx="0"/>
  <p:cmAuthor id="253" name="未知的使用者196" initials="未" lastIdx="1" clrIdx="0"/>
  <p:cmAuthor id="254" name="未知的使用者175" initials="未" lastIdx="2" clrIdx="0"/>
  <p:cmAuthor id="203790539" name="k" initials="k" lastIdx="4" clrIdx="36"/>
  <p:cmAuthor id="255" name="未知的使用者203" initials="未" lastIdx="1" clrIdx="0"/>
  <p:cmAuthor id="256" name="未知的使用者204" initials="未" lastIdx="1" clrIdx="0"/>
  <p:cmAuthor id="257" name="未知的使用者41" initials="未" lastIdx="5" clrIdx="1"/>
  <p:cmAuthor id="258" name="未知的使用者42" initials="未" lastIdx="1" clrIdx="1"/>
  <p:cmAuthor id="259" name="Evonlin" initials="E" lastIdx="2" clrIdx="2"/>
  <p:cmAuthor id="260" name="未知的使用者39" initials="未" lastIdx="10" clrIdx="0"/>
  <p:cmAuthor id="261" name="未知的使用者38" initials="未" lastIdx="1" clrIdx="0"/>
  <p:cmAuthor id="262" name="未知用户37" initials="未" lastIdx="8" clrIdx="0"/>
  <p:cmAuthor id="263" name="未知用户38" initials="未" lastIdx="8" clrIdx="0"/>
  <p:cmAuthor id="265" name="Admin" initials="A" lastIdx="1" clrIdx="2"/>
  <p:cmAuthor id="626391093" name="KQ" initials="K" lastIdx="1" clrIdx="214"/>
  <p:cmAuthor id="266" name="未知的使用者64" initials="未" lastIdx="8" clrIdx="0"/>
  <p:cmAuthor id="267" name="未知的使用者65" initials="未" lastIdx="1" clrIdx="0"/>
  <p:cmAuthor id="268" name="未知的使用者66" initials="未" lastIdx="1" clrIdx="0"/>
  <p:cmAuthor id="269" name="未知的使用者57" initials="未" lastIdx="1" clrIdx="0"/>
  <p:cmAuthor id="271" name="未知用户36" initials="未" lastIdx="1" clrIdx="0"/>
  <p:cmAuthor id="277" name="未知用户32" initials="未" lastIdx="1" clrIdx="0"/>
  <p:cmAuthor id="278" name="未知用户33" initials="未" lastIdx="1" clrIdx="0"/>
  <p:cmAuthor id="279" name="未知用户34" initials="未" lastIdx="2" clrIdx="0"/>
  <p:cmAuthor id="280" name="huang gerrard" initials="h" lastIdx="1" clrIdx="0"/>
  <p:cmAuthor id="281" name="xuanyuanxuanyi dad" initials="xd" lastIdx="1" clrIdx="50"/>
  <p:cmAuthor id="282" name="kingdee" initials="k" lastIdx="5" clrIdx="51"/>
  <p:cmAuthor id="284" name="LLM" initials="L" lastIdx="2" clrIdx="283"/>
  <p:cmAuthor id="285" name="hongmudan" initials="h" lastIdx="2" clrIdx="284"/>
  <p:cmAuthor id="287" name="kongtao" initials="k" lastIdx="8" clrIdx="286"/>
  <p:cmAuthor id="708433798" name="jialuo" initials="j" lastIdx="0" clrIdx="0"/>
  <p:cmAuthor id="708433799" name="清泺 戴" initials="清戴" lastIdx="25" clrIdx="36"/>
  <p:cmAuthor id="353158055" name="韩雨" initials="韩" lastIdx="0" clrIdx="0"/>
  <p:cmAuthor id="302" name="kfzx-lind" initials="k" lastIdx="1" clrIdx="301"/>
  <p:cmAuthor id="1034815950" name="刘威" initials="刘" lastIdx="2" clrIdx="1"/>
  <p:cmAuthor id="326" name="Lee, Arthur" initials="LA" lastIdx="0" clrIdx="325"/>
  <p:cmAuthor id="327" name="朱 宇轩" initials="朱" lastIdx="0" clrIdx="326"/>
  <p:cmAuthor id="328" name="先生 桑" initials="先" lastIdx="0" clrIdx="327"/>
  <p:cmAuthor id="329" name="吕 德" initials="吕" lastIdx="0" clrIdx="328"/>
  <p:cmAuthor id="330" name="李 武发" initials="李" lastIdx="0" clrIdx="329"/>
  <p:cmAuthor id="331" name="Administrator" initials="A" lastIdx="0" clrIdx="330"/>
  <p:cmAuthor id="332" name="xiaotaiyang" initials="x" lastIdx="0" clrIdx="331"/>
  <p:cmAuthor id="333" name="kangqingchun" initials="k" lastIdx="0" clrIdx="332"/>
  <p:cmAuthor id="334" name="幸全" initials="幸全" lastIdx="0" clrIdx="333"/>
  <p:cmAuthor id="335" name="琰 晞" initials="琰" lastIdx="0" clrIdx="334"/>
  <p:cmAuthor id="336" name="未知用户1" initials="未知用户1" lastIdx="0" clrIdx="335"/>
  <p:cmAuthor id="337" name="慕安 王" initials="慕王" lastIdx="0" clrIdx="336"/>
  <p:cmAuthor id="338" name="Dongbin" initials="S" lastIdx="0" clrIdx="337"/>
  <p:cmAuthor id="339" name="范作霖" initials="范" lastIdx="0" clrIdx="338"/>
  <p:cmAuthor id="340" name="叶 锦龙" initials="叶" lastIdx="0" clrIdx="339"/>
  <p:cmAuthor id="341" name="林夕" initials="林夕" lastIdx="0" clrIdx="340"/>
  <p:cmAuthor id="342" name="tommy tang" initials="tt" lastIdx="0" clrIdx="341"/>
  <p:cmAuthor id="343" name="丁大鹏" initials="ddp" lastIdx="0" clrIdx="342"/>
  <p:cmAuthor id="344" name="yeziapp" initials="y" lastIdx="0" clrIdx="343"/>
  <p:cmAuthor id="345" name="韦 体东" initials="韦" lastIdx="0" clrIdx="344"/>
  <p:cmAuthor id="346" name="WPS" initials="W" lastIdx="0" clrIdx="345"/>
  <p:cmAuthor id="347" name="Qiao" initials="authorId_196572682" lastIdx="0" clrIdx="346"/>
  <p:cmAuthor id="348" name="未知用户348" initials="未" lastIdx="0" clrIdx="347"/>
  <p:cmAuthor id="349" name="未知用户148" initials="未" lastIdx="0" clrIdx="348"/>
  <p:cmAuthor id="350" name="未知用户195" initials="未" lastIdx="0" clrIdx="349"/>
  <p:cmAuthor id="351" name="未知用户207" initials="未" lastIdx="0" clrIdx="350"/>
  <p:cmAuthor id="352" name="未知用户208" initials="未" lastIdx="0" clrIdx="351"/>
  <p:cmAuthor id="353" name="未知用户198" initials="未" lastIdx="0" clrIdx="352"/>
  <p:cmAuthor id="354" name="未知用户209" initials="未" lastIdx="0" clrIdx="353"/>
  <p:cmAuthor id="355" name="未知用户289" initials="未" lastIdx="0" clrIdx="354"/>
  <p:cmAuthor id="356" name="未知用户206" initials="未" lastIdx="0" clrIdx="355"/>
  <p:cmAuthor id="357" name="未知的使用者207" initials="未" lastIdx="0" clrIdx="356"/>
  <p:cmAuthor id="358" name="未知的使用者208" initials="未" lastIdx="0" clrIdx="357"/>
  <p:cmAuthor id="359" name="未知的使用者188" initials="未" lastIdx="0" clrIdx="358"/>
  <p:cmAuthor id="360" name="未知的使用者189" initials="未" lastIdx="0" clrIdx="359"/>
  <p:cmAuthor id="361" name="未知的使用者190" initials="未" lastIdx="0" clrIdx="360"/>
  <p:cmAuthor id="362" name="未知的使用者191" initials="未" lastIdx="0" clrIdx="361"/>
  <p:cmAuthor id="363" name="未知的使用者192" initials="未" lastIdx="0" clrIdx="362"/>
  <p:cmAuthor id="364" name="未知的使用者193" initials="未" lastIdx="0" clrIdx="363"/>
  <p:cmAuthor id="365" name="未知的使用者209" initials="未" lastIdx="0" clrIdx="364"/>
  <p:cmAuthor id="366" name="未知用户118" initials="未" lastIdx="0" clrIdx="365"/>
  <p:cmAuthor id="367" name="未知用户147" initials="未" lastIdx="0" clrIdx="366"/>
  <p:cmAuthor id="368" name="未知的使用者96" initials="未" lastIdx="0" clrIdx="367"/>
  <p:cmAuthor id="369" name="未知用户255" initials="未" lastIdx="0" clrIdx="368"/>
  <p:cmAuthor id="370" name="未知的使用者153" initials="未" lastIdx="0" clrIdx="369"/>
  <p:cmAuthor id="371" name="未知的使用者154" initials="未" lastIdx="0" clrIdx="370"/>
  <p:cmAuthor id="372" name="未知的使用者156" initials="未" lastIdx="0" clrIdx="371"/>
  <p:cmAuthor id="373" name="未知的使用者157" initials="未" lastIdx="0" clrIdx="372"/>
  <p:cmAuthor id="374" name="未知用户246" initials="未" lastIdx="0" clrIdx="373"/>
  <p:cmAuthor id="375" name="未知的使用者129" initials="未" lastIdx="0" clrIdx="374"/>
  <p:cmAuthor id="376" name="未知用户257" initials="未" lastIdx="0" clrIdx="375"/>
  <p:cmAuthor id="377" name="未知的使用者164" initials="未" lastIdx="0" clrIdx="376"/>
  <p:cmAuthor id="378" name="未知的使用者172" initials="未" lastIdx="0" clrIdx="377"/>
  <p:cmAuthor id="379" name="未知的使用者174" initials="未" lastIdx="0" clrIdx="378"/>
  <p:cmAuthor id="380" name="未知用户261" initials="未" lastIdx="0" clrIdx="379"/>
  <p:cmAuthor id="381" name="未知的使用者247" initials="未" lastIdx="0" clrIdx="380"/>
  <p:cmAuthor id="382" name="未知的使用者249" initials="未" lastIdx="0" clrIdx="381"/>
  <p:cmAuthor id="383" name="未知的使用者250" initials="未" lastIdx="0" clrIdx="382"/>
  <p:cmAuthor id="384" name="未知的使用者251" initials="未" lastIdx="0" clrIdx="383"/>
  <p:cmAuthor id="385" name="未知的使用者246" initials="未" lastIdx="0" clrIdx="384"/>
  <p:cmAuthor id="386" name="未知的使用者252" initials="未" lastIdx="0" clrIdx="385"/>
  <p:cmAuthor id="387" name="未知的使用者253" initials="未" lastIdx="0" clrIdx="386"/>
  <p:cmAuthor id="388" name="未知的使用者254" initials="未" lastIdx="0" clrIdx="387"/>
  <p:cmAuthor id="389" name="未知的使用者255" initials="未" lastIdx="0" clrIdx="388"/>
  <p:cmAuthor id="390" name="未知用户268" initials="未" lastIdx="0" clrIdx="389"/>
  <p:cmAuthor id="391" name="群智集" initials="群" lastIdx="0" clrIdx="390"/>
  <p:cmAuthor id="392" name="未知用户269" initials="未" lastIdx="0" clrIdx="391"/>
  <p:cmAuthor id="393" name="未知的使用者270" initials="未" lastIdx="0" clrIdx="392"/>
  <p:cmAuthor id="394" name="郏 鹏" initials="郏" lastIdx="0" clrIdx="393"/>
  <p:cmAuthor id="395" name="未知用户250" initials="未" lastIdx="0" clrIdx="394"/>
  <p:cmAuthor id="396" name="郏鹏" initials="郏" lastIdx="0" clrIdx="395"/>
  <p:cmAuthor id="397" name="未知用户272" initials="未" lastIdx="0" clrIdx="396"/>
  <p:cmAuthor id="398" name="石晓利" initials="石" lastIdx="0" clrIdx="397"/>
  <p:cmAuthor id="399" name="未知的使用者256" initials="未" lastIdx="0" clrIdx="398"/>
  <p:cmAuthor id="400" name="罗志军" initials="罗" lastIdx="0" clrIdx="399"/>
  <p:cmAuthor id="401" name="夜尽迟渊_UrQfrmQZ" initials="夜" lastIdx="0" clrIdx="400"/>
  <p:cmAuthor id="402" name="lvz" initials="l" lastIdx="0" clrIdx="401"/>
  <p:cmAuthor id="403" name="未知的使用者200" initials="未" lastIdx="0" clrIdx="402"/>
  <p:cmAuthor id="404" name="CMCC" initials="C" lastIdx="0" clrIdx="403"/>
  <p:cmAuthor id="405" name="王丰_aE3uARfm" initials="王" lastIdx="0" clrIdx="404"/>
  <p:cmAuthor id="406" name="Tianchi Yao" initials="TY" lastIdx="0" clrIdx="405"/>
  <p:cmAuthor id="407" name="未知的使用者257" initials="未" lastIdx="0" clrIdx="406"/>
  <p:cmAuthor id="408" name="方少_UbQfrimU" initials="方" lastIdx="0" clrIdx="407"/>
  <p:cmAuthor id="409" name="贾云雁" initials="贾" lastIdx="0" clrIdx="408"/>
  <p:cmAuthor id="410" name="叶盛_Q3A3IfEf" initials="叶" lastIdx="0" clrIdx="409"/>
  <p:cmAuthor id="411" name="Harley._bEJrUJ7r" initials="H" lastIdx="0" clrIdx="410"/>
  <p:cmAuthor id="412" name="罗平_VB7vJb2E" initials="罗" lastIdx="0" clrIdx="411"/>
  <p:cmAuthor id="413" name="未知的使用者240" initials="未" lastIdx="0" clrIdx="412"/>
  <p:cmAuthor id="414" name="xixi_nUjqe22E" initials="x" lastIdx="0" clrIdx="413"/>
  <p:cmAuthor id="415" name="未知的使用者241" initials="未" lastIdx="0" clrIdx="414"/>
  <p:cmAuthor id="416" name="安安_zm6nYnYZ" initials="安" lastIdx="0" clrIdx="415"/>
  <p:cmAuthor id="417" name="未知的使用者242" initials="未" lastIdx="0" clrIdx="416"/>
  <p:cmAuthor id="418" name="未知的使用者243" initials="未" lastIdx="0" clrIdx="417"/>
  <p:cmAuthor id="419" name="未知的使用者258" initials="未" lastIdx="0" clrIdx="418"/>
  <p:cmAuthor id="420" name="周君_MfIffYra" initials="周" lastIdx="0" clrIdx="419"/>
  <p:cmAuthor id="421" name="未知的使用者259" initials="未" lastIdx="0" clrIdx="420"/>
  <p:cmAuthor id="422" name="未知的使用者260" initials="未" lastIdx="0" clrIdx="421"/>
  <p:cmAuthor id="423" name="未知的使用者261" initials="未" lastIdx="0" clrIdx="422"/>
  <p:cmAuthor id="424" name="未知的使用者262" initials="未" lastIdx="0" clrIdx="423"/>
  <p:cmAuthor id="425" name="未知的使用者263" initials="未" lastIdx="0" clrIdx="424"/>
  <p:cmAuthor id="426" name="未知的使用者264" initials="未" lastIdx="0" clrIdx="425"/>
  <p:cmAuthor id="427" name="未知的使用者265" initials="未" lastIdx="0" clrIdx="426"/>
  <p:cmAuthor id="428" name="未知的使用者266" initials="未" lastIdx="0" clrIdx="427"/>
  <p:cmAuthor id="429" name="未知的使用者267" initials="未" lastIdx="0" clrIdx="428"/>
  <p:cmAuthor id="430" name="未知的使用者268" initials="未" lastIdx="0" clrIdx="429"/>
  <p:cmAuthor id="431" name="未知的使用者269" initials="未" lastIdx="0" clrIdx="430"/>
  <p:cmAuthor id="432" name="刘晖" initials="刘" lastIdx="0" clrIdx="431"/>
  <p:cmAuthor id="433" name="lillian" initials="l" lastIdx="0" clrIdx="432"/>
  <p:cmAuthor id="434" name="未知用户197" initials="未" lastIdx="0" clrIdx="433"/>
  <p:cmAuthor id="435" name="admin7" initials="a" lastIdx="0" clrIdx="434"/>
  <p:cmAuthor id="436" name="dd" initials="d" lastIdx="0" clrIdx="435"/>
  <p:cmAuthor id="437" name="未知用户240" initials="未" lastIdx="0" clrIdx="436"/>
  <p:cmAuthor id="438" name="未知的使用者67" initials="未" lastIdx="0" clrIdx="437"/>
  <p:cmAuthor id="439" name="未知的使用者46" initials="未" lastIdx="0" clrIdx="438"/>
  <p:cmAuthor id="440" name="未知用户106" initials="未" lastIdx="0" clrIdx="439"/>
  <p:cmAuthor id="441" name="未知的使用者8" initials="未" lastIdx="0" clrIdx="440"/>
  <p:cmAuthor id="442" name="不明使用者56" initials="不" lastIdx="0" clrIdx="441"/>
  <p:cmAuthor id="443" name="P00035_jeremy" initials="P" lastIdx="0" clrIdx="442"/>
  <p:cmAuthor id="444" name="Unknown User7" initials="U" lastIdx="0" clrIdx="443"/>
  <p:cmAuthor id="445" name="muzi wei" initials="m" lastIdx="0" clrIdx="444"/>
  <p:cmAuthor id="446" name="不明使用者21" initials="不" lastIdx="0" clrIdx="445"/>
  <p:cmAuthor id="447" name="goulei" initials="g" lastIdx="0" clrIdx="446"/>
  <p:cmAuthor id="448" name="未知用户109" initials="未" lastIdx="0" clrIdx="447"/>
  <p:cmAuthor id="449" name="thomas" initials="t" lastIdx="0" clrIdx="448"/>
  <p:cmAuthor id="450" name="未知的使用者3" initials="未" lastIdx="0" clrIdx="449"/>
  <p:cmAuthor id="451" name="Unknown User65" initials="U" lastIdx="0" clrIdx="450"/>
  <p:cmAuthor id="452" name="Unknown User67" initials="U" lastIdx="0" clrIdx="451"/>
  <p:cmAuthor id="453" name="未知用户61" initials="未" lastIdx="0" clrIdx="452"/>
  <p:cmAuthor id="454" name="張秀娟" initials="張" lastIdx="0" clrIdx="453"/>
  <p:cmAuthor id="455" name="Jason Wang" initials="J" lastIdx="0" clrIdx="454"/>
  <p:cmAuthor id="456" name="不明使用者18" initials="不" lastIdx="0" clrIdx="455"/>
  <p:cmAuthor id="457" name="未知的使用者72" initials="未" lastIdx="0" clrIdx="456"/>
  <p:cmAuthor id="458" name="未知的使用者48" initials="未" lastIdx="0" clrIdx="457"/>
  <p:cmAuthor id="459" name="Damon" initials="D" lastIdx="0" clrIdx="458"/>
  <p:cmAuthor id="460" name="未知用户60" initials="未" lastIdx="0" clrIdx="459"/>
  <p:cmAuthor id="461" name="Shawna Strickland" initials="S" lastIdx="0" clrIdx="460"/>
  <p:cmAuthor id="462" name="未知的使用者36" initials="未" lastIdx="0" clrIdx="461"/>
  <p:cmAuthor id="463" name="Daniel Wuu" initials="D" lastIdx="0" clrIdx="462"/>
  <p:cmAuthor id="464" name="未知的使用者14" initials="未" lastIdx="0" clrIdx="463"/>
  <p:cmAuthor id="465" name="Ashley Eberenz" initials="A" lastIdx="0" clrIdx="464"/>
  <p:cmAuthor id="466" name="不明使用者19" initials="不" lastIdx="0" clrIdx="465"/>
  <p:cmAuthor id="467" name="未知的使用者74" initials="未" lastIdx="0" clrIdx="466"/>
  <p:cmAuthor id="468" name="未知的使用者23" initials="未" lastIdx="0" clrIdx="467"/>
  <p:cmAuthor id="469" name="未知的使用者1" initials="未" lastIdx="0" clrIdx="468"/>
  <p:cmAuthor id="470" name="116304" initials="1" lastIdx="0" clrIdx="469"/>
  <p:cmAuthor id="471" name="R affer" initials="R" lastIdx="0" clrIdx="470"/>
  <p:cmAuthor id="472" name="qihua-DCMS" initials="q" lastIdx="0" clrIdx="471"/>
  <p:cmAuthor id="473" name="未知的使用者95" initials="未" lastIdx="0" clrIdx="472"/>
  <p:cmAuthor id="474" name="未知的使用者32" initials="未" lastIdx="0" clrIdx="473"/>
  <p:cmAuthor id="475" name="未知的使用者49" initials="未" lastIdx="0" clrIdx="474"/>
  <p:cmAuthor id="476" name="Unknown User26" initials="U" lastIdx="0" clrIdx="475"/>
  <p:cmAuthor id="477" name="yuexuejun" initials="y" lastIdx="0" clrIdx="476"/>
  <p:cmAuthor id="478" name="未知的使用者71" initials="未" lastIdx="0" clrIdx="477"/>
  <p:cmAuthor id="479" name="未知的使用者105" initials="未" lastIdx="0" clrIdx="478"/>
  <p:cmAuthor id="480" name="Unknown User70" initials="U" lastIdx="0" clrIdx="479"/>
  <p:cmAuthor id="481" name="clinchen" initials="c" lastIdx="0" clrIdx="480"/>
  <p:cmAuthor id="482" name="未知用户23" initials="未" lastIdx="0" clrIdx="481"/>
  <p:cmAuthor id="483" name="hanjuncompany" initials="h" lastIdx="0" clrIdx="482"/>
  <p:cmAuthor id="484" name="kathy chen" initials="k" lastIdx="0" clrIdx="483"/>
  <p:cmAuthor id="485" name="未知的使用者63" initials="未" lastIdx="0" clrIdx="484"/>
  <p:cmAuthor id="486" name="毕邺" initials="党委办公室" lastIdx="0" clrIdx="485"/>
  <p:cmAuthor id="487" name="未知的使用者47" initials="未" lastIdx="0" clrIdx="486"/>
  <p:cmAuthor id="488" name="未知的使用者60" initials="未" lastIdx="0" clrIdx="487"/>
  <p:cmAuthor id="489" name="未知的使用者59" initials="未" lastIdx="0" clrIdx="488"/>
  <p:cmAuthor id="490" name="未知的使用者54" initials="未" lastIdx="0" clrIdx="489"/>
  <p:cmAuthor id="491" name="未知的使用者106" initials="未" lastIdx="0" clrIdx="490"/>
  <p:cmAuthor id="492" name="未知的使用者107" initials="未" lastIdx="0" clrIdx="491"/>
  <p:cmAuthor id="493" name="未知的使用者108" initials="未" lastIdx="0" clrIdx="492"/>
  <p:cmAuthor id="494" name="未知的使用者86" initials="未" lastIdx="0" clrIdx="493"/>
  <p:cmAuthor id="495" name="未知的使用者116" initials="未" lastIdx="0" clrIdx="494"/>
  <p:cmAuthor id="496" name="未知的使用者44" initials="未" lastIdx="0" clrIdx="495"/>
  <p:cmAuthor id="497" name="未知的使用者37" initials="未" lastIdx="0" clrIdx="496"/>
  <p:cmAuthor id="498" name="未知的使用者126" initials="未" lastIdx="0" clrIdx="497"/>
  <p:cmAuthor id="499" name="未知的使用者127" initials="未" lastIdx="0" clrIdx="498"/>
  <p:cmAuthor id="500" name="未知的使用者128" initials="未" lastIdx="0" clrIdx="499"/>
  <p:cmAuthor id="501" name="未知的使用者124" initials="未" lastIdx="0" clrIdx="500"/>
  <p:cmAuthor id="502" name="未知的使用者125" initials="未" lastIdx="0" clrIdx="501"/>
  <p:cmAuthor id="503" name="Sara Chen" initials="S" lastIdx="0" clrIdx="502"/>
  <p:cmAuthor id="504" name="未知用户170" initials="未" lastIdx="0" clrIdx="503"/>
  <p:cmAuthor id="505" name="未知用户171" initials="未" lastIdx="0" clrIdx="504"/>
  <p:cmAuthor id="506" name="未知用户172" initials="未" lastIdx="0" clrIdx="505"/>
  <p:cmAuthor id="507" name="未知用户173" initials="未" lastIdx="0" clrIdx="506"/>
  <p:cmAuthor id="508" name="未知用户149" initials="未" lastIdx="0" clrIdx="507"/>
  <p:cmAuthor id="509" name="未知用户150" initials="未" lastIdx="0" clrIdx="508"/>
  <p:cmAuthor id="510" name="未知用户151" initials="未" lastIdx="0" clrIdx="509"/>
  <p:cmAuthor id="511" name="未知用户152" initials="未" lastIdx="0" clrIdx="510"/>
  <p:cmAuthor id="512" name="未知用户153" initials="未" lastIdx="0" clrIdx="511"/>
  <p:cmAuthor id="513" name="未知用户154" initials="未" lastIdx="0" clrIdx="512"/>
  <p:cmAuthor id="514" name="未知用户155" initials="未" lastIdx="0" clrIdx="513"/>
  <p:cmAuthor id="515" name="未知用户41" initials="未" lastIdx="0" clrIdx="514"/>
  <p:cmAuthor id="516" name="未知用户156" initials="未" lastIdx="0" clrIdx="515"/>
  <p:cmAuthor id="517" name="未知用户64" initials="未" lastIdx="0" clrIdx="516"/>
  <p:cmAuthor id="518" name="未知用户65" initials="未" lastIdx="0" clrIdx="517"/>
  <p:cmAuthor id="519" name="未知用户68" initials="未" lastIdx="0" clrIdx="518"/>
  <p:cmAuthor id="520" name="wangxiaoxuan@ha.cmcc" initials="w" lastIdx="0" clrIdx="519"/>
  <p:cmAuthor id="521" name="罗 罗" initials="罗" lastIdx="0" clrIdx="520"/>
  <p:cmAuthor id="522" name="86157" initials="8" lastIdx="0" clrIdx="521"/>
  <p:cmAuthor id="523" name="未知用户52" initials="未" lastIdx="0" clrIdx="522"/>
  <p:cmAuthor id="524" name="MA15" initials="M" lastIdx="0" clrIdx="523"/>
  <p:cmAuthor id="525" name="未知用户53" initials="未" lastIdx="0" clrIdx="524"/>
  <p:cmAuthor id="526" name="未知用户40" initials="未" lastIdx="0" clrIdx="525"/>
  <p:cmAuthor id="527" name="Mr.Wu" initials="M" lastIdx="0" clrIdx="526"/>
  <p:cmAuthor id="528" name="张静_Anua7Nne" initials="authorId_935319063" lastIdx="0" clrIdx="527"/>
  <p:cmAuthor id="529" name="未知用户26" initials="未" lastIdx="0" clrIdx="528"/>
  <p:cmAuthor id="530" name="tonghailan" initials="t" lastIdx="0" clrIdx="529"/>
  <p:cmAuthor id="531" name="未知用户42" initials="未" lastIdx="0" clrIdx="530"/>
  <p:cmAuthor id="532" name="未知的使用者109" initials="未" lastIdx="0" clrIdx="531"/>
  <p:cmAuthor id="533" name="未知的使用者122" initials="未" lastIdx="0" clrIdx="532"/>
  <p:cmAuthor id="534" name="未知的使用者123" initials="未" lastIdx="0" clrIdx="533"/>
  <p:cmAuthor id="535" name="Harry xu" initials="H" lastIdx="0" clrIdx="534"/>
  <p:cmAuthor id="536" name="未知用户35" initials="未" lastIdx="0" clrIdx="535"/>
  <p:cmAuthor id="537" name="未知用户111" initials="未" lastIdx="0" clrIdx="536"/>
  <p:cmAuthor id="538" name="alpha" initials="a" lastIdx="0" clrIdx="537"/>
  <p:cmAuthor id="539" name="Unknown User22" initials="U" lastIdx="0" clrIdx="538"/>
  <p:cmAuthor id="540" name="Unknown User23" initials="U" lastIdx="0" clrIdx="539"/>
  <p:cmAuthor id="541" name="未知的使用者75" initials="未" lastIdx="0" clrIdx="540"/>
  <p:cmAuthor id="542" name="未知的使用者77" initials="未" lastIdx="0" clrIdx="541"/>
  <p:cmAuthor id="543" name="未知的使用者78" initials="未" lastIdx="0" clrIdx="542"/>
  <p:cmAuthor id="544" name="程云静_Y3Azuy2A" initials="程" lastIdx="0" clrIdx="543"/>
  <p:cmAuthor id="545" name="未知的使用者80" initials="未" lastIdx="0" clrIdx="544"/>
  <p:cmAuthor id="546" name="方绍波|fangshaobo" initials="方" lastIdx="0" clrIdx="545"/>
  <p:cmAuthor id="547" name="未知的使用者82" initials="未" lastIdx="0" clrIdx="546"/>
  <p:cmAuthor id="548" name="15719214165@163.com" initials="1" lastIdx="0" clrIdx="547"/>
  <p:cmAuthor id="549" name="未知的使用者83" initials="未" lastIdx="0" clrIdx="548"/>
  <p:cmAuthor id="550" name="张 曦" initials="张" lastIdx="0" clrIdx="549"/>
  <p:cmAuthor id="551" name="未知的使用者84" initials="未" lastIdx="0" clrIdx="550"/>
  <p:cmAuthor id="552" name="zhangxiaodong@ha.cmcc" initials="z" lastIdx="0" clrIdx="551"/>
  <p:cmAuthor id="553" name="未知的使用者87" initials="未" lastIdx="0" clrIdx="552"/>
  <p:cmAuthor id="554" name="未知的使用者90" initials="未" lastIdx="0" clrIdx="553"/>
  <p:cmAuthor id="555" name="未知的使用者91" initials="未" lastIdx="0" clrIdx="554"/>
  <p:cmAuthor id="556" name="CHRISYU" initials="C" lastIdx="0" clrIdx="555"/>
  <p:cmAuthor id="557" name="胡益铭" initials="胡" lastIdx="0" clrIdx="556"/>
  <p:cmAuthor id="558" name="张璐" initials="张" lastIdx="0" clrIdx="557"/>
  <p:cmAuthor id="559" name="未知的使用者102" initials="未" lastIdx="0" clrIdx="558"/>
  <p:cmAuthor id="560" name="未知的使用者61" initials="未" lastIdx="0" clrIdx="559"/>
  <p:cmAuthor id="561" name="未知用户178" initials="未" lastIdx="0" clrIdx="560"/>
  <p:cmAuthor id="562" name="未知用户186" initials="未" lastIdx="0" clrIdx="561"/>
  <p:cmAuthor id="563" name="未知的使用者182" initials="未" lastIdx="0" clrIdx="562"/>
  <p:cmAuthor id="564" name="未知的使用者161" initials="未" lastIdx="0" clrIdx="563"/>
  <p:cmAuthor id="565" name="未知的使用者151" initials="未" lastIdx="0" clrIdx="564"/>
  <p:cmAuthor id="566" name="未知的使用者162" initials="未" lastIdx="0" clrIdx="565"/>
  <p:cmAuthor id="567" name="未知的使用者152" initials="未" lastIdx="0" clrIdx="566"/>
  <p:cmAuthor id="568" name="未知的使用者176" initials="未" lastIdx="0" clrIdx="567"/>
  <p:cmAuthor id="569" name="未知的使用者178" initials="未" lastIdx="0" clrIdx="568"/>
  <p:cmAuthor id="570" name="未知的使用者179" initials="未" lastIdx="0" clrIdx="569"/>
  <p:cmAuthor id="571" name="未知的使用者180" initials="未" lastIdx="0" clrIdx="570"/>
  <p:cmAuthor id="572" name="未知的使用者181" initials="未" lastIdx="0" clrIdx="571"/>
  <p:cmAuthor id="573" name="未知的使用者170" initials="未" lastIdx="0" clrIdx="572"/>
  <p:cmAuthor id="574" name="未知的使用者141" initials="未" lastIdx="0" clrIdx="573"/>
  <p:cmAuthor id="575" name="未知的使用者142" initials="未" lastIdx="0" clrIdx="574"/>
  <p:cmAuthor id="576" name="未知的使用者143" initials="未" lastIdx="0" clrIdx="575"/>
  <p:cmAuthor id="577" name="未知的使用者144" initials="未" lastIdx="0" clrIdx="576"/>
  <p:cmAuthor id="578" name="未知的使用者145" initials="未" lastIdx="0" clrIdx="577"/>
  <p:cmAuthor id="579" name="未知的使用者146" initials="未" lastIdx="0" clrIdx="578"/>
  <p:cmAuthor id="580" name="未知的使用者147" initials="未" lastIdx="0" clrIdx="579"/>
  <p:cmAuthor id="581" name="未知的使用者148" initials="未" lastIdx="0" clrIdx="580"/>
  <p:cmAuthor id="582" name="未知用户130" initials="未" lastIdx="0" clrIdx="581"/>
  <p:cmAuthor id="583" name="未知用户131" initials="未" lastIdx="0" clrIdx="582"/>
  <p:cmAuthor id="584" name="未知用户132" initials="未" lastIdx="0" clrIdx="583"/>
  <p:cmAuthor id="585" name="俊呈 賴" initials="俊" lastIdx="0" clrIdx="584"/>
  <p:cmAuthor id="586" name="Yoyo Wu" initials="Y" lastIdx="0" clrIdx="585"/>
  <p:cmAuthor id="587" name="超" initials="超" lastIdx="0" clrIdx="586"/>
  <p:cmAuthor id="588" name="zhangbin" initials="z" lastIdx="0" clrIdx="587"/>
  <p:cmAuthor id="589" name="haha" initials="h" lastIdx="0" clrIdx="588"/>
  <p:cmAuthor id="590" name="Arno.Du(杜明星)" initials="A" lastIdx="0" clrIdx="589"/>
  <p:cmAuthor id="591" name="未知用户174" initials="未" lastIdx="0" clrIdx="590"/>
  <p:cmAuthor id="592" name="Unknown User27" initials="U" lastIdx="0" clrIdx="591"/>
  <p:cmAuthor id="593" name="未知的使用者221" initials="未" lastIdx="0" clrIdx="592"/>
  <p:cmAuthor id="594" name="未知的使用者222" initials="未" lastIdx="0" clrIdx="593"/>
  <p:cmAuthor id="595" name="未知的使用者223" initials="未" lastIdx="0" clrIdx="594"/>
  <p:cmAuthor id="596" name="未知的使用者224" initials="未" lastIdx="0" clrIdx="595"/>
  <p:cmAuthor id="597" name="未知的使用者225" initials="未" lastIdx="0" clrIdx="596"/>
  <p:cmAuthor id="598" name="未知的使用者226" initials="未" lastIdx="0" clrIdx="597"/>
  <p:cmAuthor id="599" name="未知的使用者227" initials="未" lastIdx="0" clrIdx="598"/>
  <p:cmAuthor id="600" name="未知的使用者217" initials="未" lastIdx="0" clrIdx="599"/>
  <p:cmAuthor id="601" name="未知的使用者218" initials="未" lastIdx="0" clrIdx="600"/>
  <p:cmAuthor id="602" name="未知的使用者219" initials="未" lastIdx="0" clrIdx="601"/>
  <p:cmAuthor id="603" name="未知的使用者220" initials="未" lastIdx="0" clrIdx="602"/>
  <p:cmAuthor id="604" name="未知的使用者228" initials="未" lastIdx="0" clrIdx="603"/>
  <p:cmAuthor id="605" name="未知的使用者229" initials="未" lastIdx="0" clrIdx="604"/>
  <p:cmAuthor id="606" name="未知的使用者230" initials="未" lastIdx="0" clrIdx="605"/>
  <p:cmAuthor id="607" name="未知的使用者231" initials="未" lastIdx="0" clrIdx="606"/>
  <p:cmAuthor id="608" name="未知的使用者232" initials="未" lastIdx="0" clrIdx="607"/>
  <p:cmAuthor id="609" name="未知的使用者233" initials="未" lastIdx="0" clrIdx="608"/>
  <p:cmAuthor id="610" name="未知的使用者234" initials="未" lastIdx="0" clrIdx="609"/>
  <p:cmAuthor id="611" name="未知的使用者130" initials="未" lastIdx="0" clrIdx="610"/>
  <p:cmAuthor id="612" name="未知的使用者131" initials="未" lastIdx="0" clrIdx="611"/>
  <p:cmAuthor id="613" name="未知的使用者132" initials="未" lastIdx="0" clrIdx="612"/>
  <p:cmAuthor id="614" name="未知的使用者235" initials="未" lastIdx="0" clrIdx="613"/>
  <p:cmAuthor id="615" name="未知的使用者236" initials="未" lastIdx="0" clrIdx="614"/>
  <p:cmAuthor id="616" name="未知的使用者237" initials="未" lastIdx="0" clrIdx="615"/>
  <p:cmAuthor id="617" name="未知的使用者238" initials="未" lastIdx="0" clrIdx="616"/>
  <p:cmAuthor id="618" name="未知的使用者239" initials="未" lastIdx="0" clrIdx="617"/>
  <p:cmAuthor id="619" name="未知的使用者136" initials="未" lastIdx="0" clrIdx="618"/>
  <p:cmAuthor id="620" name="未知的使用者134" initials="未" lastIdx="0" clrIdx="619"/>
  <p:cmAuthor id="621" name="未知的使用者206" initials="未" lastIdx="0" clrIdx="620"/>
  <p:cmAuthor id="622" name="Kent" initials="K" lastIdx="0" clrIdx="621"/>
  <p:cmAuthor id="623" name="梅芬 吳" initials="梅" lastIdx="0" clrIdx="622"/>
  <p:cmAuthor id="624" name="王嘉偉" initials="王" lastIdx="0" clrIdx="623"/>
  <p:cmAuthor id="625" name="未知的使用者210" initials="未" lastIdx="0" clrIdx="624"/>
  <p:cmAuthor id="626" name="未知的使用者211" initials="未" lastIdx="0" clrIdx="625"/>
  <p:cmAuthor id="627" name="未知的使用者212" initials="未" lastIdx="0" clrIdx="626"/>
  <p:cmAuthor id="628" name="未知的使用者213" initials="未" lastIdx="0" clrIdx="627"/>
  <p:cmAuthor id="629" name="未知的使用者214" initials="未" lastIdx="0" clrIdx="628"/>
  <p:cmAuthor id="630" name="未知的使用者215" initials="未" lastIdx="0" clrIdx="629"/>
  <p:cmAuthor id="631" name="未知的使用者216" initials="未" lastIdx="0" clrIdx="630"/>
  <p:cmAuthor id="632" name="王丽君" initials="王" lastIdx="0" clrIdx="631"/>
  <p:cmAuthor id="633" name="Xia Ting" initials="X" lastIdx="0" clrIdx="632"/>
  <p:cmAuthor id="634" name="未知用户163" initials="未" lastIdx="0" clrIdx="633"/>
  <p:cmAuthor id="635" name="未知用户164" initials="未" lastIdx="0" clrIdx="634"/>
  <p:cmAuthor id="636" name="未知用户191" initials="未" lastIdx="0" clrIdx="635"/>
  <p:cmAuthor id="637" name="未知用户167" initials="未" lastIdx="0" clrIdx="636"/>
  <p:cmAuthor id="638" name="未知的使用者163" initials="未" lastIdx="0" clrIdx="637"/>
  <p:cmAuthor id="639" name="未知的使用者88" initials="未" lastIdx="0" clrIdx="638"/>
  <p:cmAuthor id="640" name="jerrychou" initials="j" lastIdx="0" clrIdx="639"/>
  <p:cmAuthor id="641" name="不明使用者12" initials="不" lastIdx="0" clrIdx="640"/>
  <p:cmAuthor id="642" name="不明使用者1" initials="不" lastIdx="0" clrIdx="641"/>
  <p:cmAuthor id="643" name="未知的使用者160" initials="未" lastIdx="0" clrIdx="642"/>
  <p:cmAuthor id="644" name="不明使用者7" initials="不" lastIdx="0" clrIdx="643"/>
  <p:cmAuthor id="645" name="未知用户120" initials="未" lastIdx="0" clrIdx="644"/>
  <p:cmAuthor id="646" name="未知用户122" initials="未" lastIdx="0" clrIdx="645"/>
  <p:cmAuthor id="647" name="不明使用者11" initials="不" lastIdx="0" clrIdx="646"/>
  <p:cmAuthor id="648" name="Unknown User24" initials="U" lastIdx="0" clrIdx="647"/>
  <p:cmAuthor id="649" name="未知用户145" initials="未" lastIdx="0" clrIdx="648"/>
  <p:cmAuthor id="650" name="未知用户119" initials="未" lastIdx="0" clrIdx="649"/>
  <p:cmAuthor id="651" name="丁生" initials="丁" lastIdx="0" clrIdx="650"/>
  <p:cmAuthor id="652" name="谢海英" initials="谢海英" lastIdx="0" clrIdx="651"/>
  <p:cmAuthor id="653" name="燕儿" initials="燕" lastIdx="0" clrIdx="652"/>
  <p:cmAuthor id="654" name="梁明珠" initials="梁明珠" lastIdx="0" clrIdx="653"/>
  <p:cmAuthor id="655" name="武智璇" initials="武" lastIdx="0" clrIdx="654"/>
  <p:cmAuthor id="656" name="liang ma" initials="l" lastIdx="0" clrIdx="655"/>
  <p:cmAuthor id="657" name="jinyaoguo" initials="j" lastIdx="0" clrIdx="656"/>
  <p:cmAuthor id="658" name="郭 里芬" initials="郭" lastIdx="0" clrIdx="657"/>
  <p:cmAuthor id="659" name="qsl" initials="q" lastIdx="0" clrIdx="658"/>
  <p:cmAuthor id="660" name="chw" initials="c" lastIdx="0" clrIdx="659"/>
  <p:cmAuthor id="661" name="张亚磊" initials="张" lastIdx="0" clrIdx="660"/>
  <p:cmAuthor id="662" name="刘小猛" initials="刘" lastIdx="0" clrIdx="661"/>
  <p:cmAuthor id="663" name="李博轩" initials="李" lastIdx="0" clrIdx="662"/>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4C61E7"/>
    <a:srgbClr val="204090"/>
    <a:srgbClr val="DAE3F3"/>
    <a:srgbClr val="F0F9F4"/>
    <a:srgbClr val="403080"/>
    <a:srgbClr val="FCFCFB"/>
    <a:srgbClr val="00C2C7"/>
    <a:srgbClr val="EAEEF1"/>
    <a:srgbClr val="0098D5"/>
    <a:srgbClr val="67BE32"/>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a:tblStyle styleId="{5C22544A-7EE6-4342-B048-85BDC9FD1C3A}" styleName="中度样式 2 - 强调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无样式，网格型">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0126E9F6-41A6-44B7-8387-491034A24550}" styleName="表样式 1 25">
    <a:wholeTbl>
      <a:tcTxStyle>
        <a:fontRef idx="none">
          <a:srgbClr val="000000"/>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FFFFFF"/>
          </a:solidFill>
        </a:fill>
      </a:tcStyle>
    </a:wholeTbl>
    <a:band2H>
      <a:tcStyle>
        <a:tcBdr/>
        <a:fill>
          <a:solidFill>
            <a:srgbClr val="4A62C7">
              <a:lumMod val="10000"/>
              <a:lumOff val="90000"/>
            </a:srgbClr>
          </a:solidFill>
        </a:fill>
      </a:tcStyle>
    </a:band2H>
    <a:band1V>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w="9525" cmpd="sng">
              <a:solidFill>
                <a:srgbClr val="4A62C7">
                  <a:lumMod val="40000"/>
                  <a:lumOff val="60000"/>
                </a:srgbClr>
              </a:solidFill>
              <a:prstDash val="solid"/>
            </a:ln>
          </a:insideV>
        </a:tcBdr>
        <a:fill>
          <a:solidFill>
            <a:srgbClr val="4A62C7">
              <a:lumMod val="10000"/>
              <a:lumOff val="90000"/>
            </a:srgbClr>
          </a:solidFill>
        </a:fill>
      </a:tcStyle>
    </a:band1V>
    <a:band2V>
      <a:tcStyle>
        <a:tcBdr>
          <a:left>
            <a:ln w="9525" cmpd="sng">
              <a:solidFill>
                <a:srgbClr val="4A62C7">
                  <a:lumMod val="40000"/>
                  <a:lumOff val="60000"/>
                </a:srgbClr>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tcStyle>
    </a:band2V>
    <a:lastCol>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solidFill>
        </a:fill>
      </a:tcStyle>
    </a:lastCol>
    <a:firstCol>
      <a:tcTxStyle b="on">
        <a:fontRef idx="none">
          <a:schemeClr val="tx1"/>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w="9525" cmpd="sng">
              <a:solidFill>
                <a:srgbClr val="4A62C7">
                  <a:lumMod val="40000"/>
                  <a:lumOff val="60000"/>
                </a:srgbClr>
              </a:solidFill>
              <a:prstDash val="solid"/>
            </a:ln>
          </a:insideH>
          <a:insideV>
            <a:ln>
              <a:noFill/>
            </a:ln>
          </a:insideV>
        </a:tcBdr>
        <a:fill>
          <a:solidFill>
            <a:srgbClr val="4A62C7">
              <a:lumMod val="20000"/>
              <a:lumOff val="80000"/>
            </a:srgbClr>
          </a:solidFill>
        </a:fill>
      </a:tcStyle>
    </a:firstCol>
    <a:lastRow>
      <a:tcTxStyle b="on">
        <a:fontRef idx="none">
          <a:srgbClr val="4A62C7"/>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tcStyle>
    </a:lastRow>
    <a:s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eCell>
    <a:swCell>
      <a:tcTxStyle b="on">
        <a:fontRef idx="none">
          <a:srgbClr val="4A62C7"/>
        </a:fontRef>
      </a:tcTxStyle>
      <a:tcStyle>
        <a:tcBdr>
          <a:left>
            <a:ln w="9525" cmpd="sng">
              <a:solidFill>
                <a:srgbClr val="4A62C7"/>
              </a:solidFill>
              <a:prstDash val="solid"/>
            </a:ln>
          </a:left>
          <a:right>
            <a:ln w="9525" cmpd="sng">
              <a:solidFill>
                <a:srgbClr val="4A62C7">
                  <a:lumMod val="40000"/>
                  <a:lumOff val="60000"/>
                </a:srgbClr>
              </a:solidFill>
              <a:prstDash val="solid"/>
            </a:ln>
          </a:right>
          <a:top>
            <a:ln w="9525" cmpd="sng">
              <a:solidFill>
                <a:srgbClr val="4A62C7"/>
              </a:solidFill>
              <a:prstDash val="solid"/>
            </a:ln>
          </a:top>
          <a:bottom>
            <a:ln w="9525" cmpd="sng">
              <a:solidFill>
                <a:srgbClr val="4A62C7"/>
              </a:solidFill>
              <a:prstDash val="solid"/>
            </a:ln>
          </a:bottom>
          <a:insideH>
            <a:ln>
              <a:noFill/>
            </a:ln>
          </a:insideH>
          <a:insideV>
            <a:ln>
              <a:noFill/>
            </a:ln>
          </a:insideV>
        </a:tcBdr>
        <a:fill>
          <a:solidFill>
            <a:srgbClr val="FFFFFF"/>
          </a:solidFill>
        </a:fill>
      </a:tcStyle>
    </a:swCell>
    <a:firstRow>
      <a:tcTxStyle b="on">
        <a:fontRef idx="none">
          <a:srgbClr val="FFFFFF"/>
        </a:fontRef>
      </a:tcTxStyle>
      <a:tcStyle>
        <a:tcBdr>
          <a:left>
            <a:ln w="9525" cmpd="sng">
              <a:solidFill>
                <a:srgbClr val="4A62C7"/>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solidFill>
              <a:prstDash val="solid"/>
            </a:ln>
          </a:bottom>
          <a:insideH>
            <a:ln>
              <a:noFill/>
            </a:ln>
          </a:insideH>
          <a:insideV>
            <a:ln w="9525" cmpd="sng">
              <a:solidFill>
                <a:srgbClr val="4A62C7">
                  <a:lumMod val="40000"/>
                  <a:lumOff val="60000"/>
                </a:srgbClr>
              </a:solidFill>
              <a:prstDash val="solid"/>
            </a:ln>
          </a:insideV>
        </a:tcBdr>
        <a:fill>
          <a:solidFill>
            <a:srgbClr val="4A62C7"/>
          </a:solidFill>
        </a:fill>
      </a:tcStyle>
    </a:firstRow>
    <a:neCell>
      <a:tcStyle>
        <a:tcBdr>
          <a:left>
            <a:ln w="9525" cmpd="sng">
              <a:solidFill>
                <a:srgbClr val="4A62C7">
                  <a:lumMod val="40000"/>
                  <a:lumOff val="60000"/>
                </a:srgbClr>
              </a:solidFill>
              <a:prstDash val="solid"/>
            </a:ln>
          </a:left>
          <a:right>
            <a:ln w="9525" cmpd="sng">
              <a:solidFill>
                <a:srgbClr val="4A62C7"/>
              </a:solidFill>
              <a:prstDash val="solid"/>
            </a:ln>
          </a:right>
          <a:top>
            <a:ln w="9525" cmpd="sng">
              <a:solidFill>
                <a:srgbClr val="4A62C7"/>
              </a:solidFill>
              <a:prstDash val="solid"/>
            </a:ln>
          </a:top>
          <a:bottom>
            <a:ln w="9525" cmpd="sng">
              <a:solidFill>
                <a:srgbClr val="4A62C7">
                  <a:lumMod val="40000"/>
                  <a:lumOff val="60000"/>
                </a:srgbClr>
              </a:solidFill>
              <a:prstDash val="solid"/>
            </a:ln>
          </a:bottom>
          <a:insideH>
            <a:ln>
              <a:noFill/>
            </a:ln>
          </a:insideH>
          <a:insideV>
            <a:ln>
              <a:noFill/>
            </a:ln>
          </a:insideV>
        </a:tcBdr>
      </a:tcStyle>
    </a:neCell>
  </a:tblStyle>
  <a:tblStyle styleId="{5A111915-BE36-4E01-A7E5-04B1672EAD32}" styleName="浅色样式 2 - 强调 5">
    <a:wholeTbl>
      <a:tcTxStyle>
        <a:fontRef idx="minor">
          <a:scrgbClr r="0" g="0" b="0"/>
        </a:fontRef>
        <a:schemeClr val="tx1"/>
      </a:tcTxStyle>
      <a:tcStyle>
        <a:tcBdr>
          <a:left>
            <a:lnRef idx="1">
              <a:schemeClr val="accent5"/>
            </a:lnRef>
          </a:left>
          <a:right>
            <a:lnRef idx="1">
              <a:schemeClr val="accent5"/>
            </a:lnRef>
          </a:right>
          <a:top>
            <a:lnRef idx="1">
              <a:schemeClr val="accent5"/>
            </a:lnRef>
          </a:top>
          <a:bottom>
            <a:lnRef idx="1">
              <a:schemeClr val="accent5"/>
            </a:lnRef>
          </a:bottom>
          <a:insideH>
            <a:ln>
              <a:noFill/>
            </a:ln>
          </a:insideH>
          <a:insideV>
            <a:ln>
              <a:noFill/>
            </a:ln>
          </a:insideV>
        </a:tcBdr>
        <a:fill>
          <a:noFill/>
        </a:fill>
      </a:tcStyle>
    </a:wholeTbl>
    <a:band1H>
      <a:tcStyle>
        <a:tcBdr>
          <a:top>
            <a:lnRef idx="1">
              <a:schemeClr val="accent5"/>
            </a:lnRef>
          </a:top>
          <a:bottom>
            <a:lnRef idx="1">
              <a:schemeClr val="accent5"/>
            </a:lnRef>
          </a:bottom>
        </a:tcBdr>
      </a:tcStyle>
    </a:band1H>
    <a:band1V>
      <a:tcStyle>
        <a:tcBdr>
          <a:left>
            <a:lnRef idx="1">
              <a:schemeClr val="accent5"/>
            </a:lnRef>
          </a:left>
          <a:right>
            <a:lnRef idx="1">
              <a:schemeClr val="accent5"/>
            </a:lnRef>
          </a:right>
        </a:tcBdr>
      </a:tcStyle>
    </a:band1V>
    <a:band2V>
      <a:tcStyle>
        <a:tcBdr>
          <a:left>
            <a:lnRef idx="1">
              <a:schemeClr val="accent5"/>
            </a:lnRef>
          </a:left>
          <a:right>
            <a:lnRef idx="1">
              <a:schemeClr val="accent5"/>
            </a:lnRef>
          </a:right>
        </a:tcBdr>
      </a:tcStyle>
    </a:band2V>
    <a:lastCol>
      <a:tcTxStyle b="on"/>
      <a:tcStyle>
        <a:tcBdr/>
      </a:tcStyle>
    </a:lastCol>
    <a:firstCol>
      <a:tcTxStyle b="on"/>
      <a:tcStyle>
        <a:tcBdr/>
      </a:tcStyle>
    </a:firstCol>
    <a:lastRow>
      <a:tcTxStyle b="on"/>
      <a:tcStyle>
        <a:tcBdr>
          <a:top>
            <a:ln w="50800" cmpd="dbl">
              <a:solidFill>
                <a:schemeClr val="accent5"/>
              </a:solidFill>
            </a:ln>
          </a:top>
        </a:tcBdr>
      </a:tcStyle>
    </a:lastRow>
    <a:firstRow>
      <a:tcTxStyle b="on">
        <a:fontRef idx="minor">
          <a:scrgbClr r="0" g="0" b="0"/>
        </a:fontRef>
        <a:schemeClr val="bg1"/>
      </a:tcTxStyle>
      <a:tcStyle>
        <a:tcBdr/>
        <a:fillRef idx="1">
          <a:schemeClr val="accent5"/>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4660"/>
  </p:normalViewPr>
  <p:slideViewPr>
    <p:cSldViewPr snapToGrid="0">
      <p:cViewPr varScale="1">
        <p:scale>
          <a:sx n="114" d="100"/>
          <a:sy n="114" d="100"/>
        </p:scale>
        <p:origin x="414" y="108"/>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9" Type="http://schemas.openxmlformats.org/officeDocument/2006/relationships/slide" Target="slides/slide4.xml"/><Relationship Id="rId8" Type="http://schemas.openxmlformats.org/officeDocument/2006/relationships/slide" Target="slides/slide3.xml"/><Relationship Id="rId7" Type="http://schemas.openxmlformats.org/officeDocument/2006/relationships/slide" Target="slides/slide2.xml"/><Relationship Id="rId6" Type="http://schemas.openxmlformats.org/officeDocument/2006/relationships/notesMaster" Target="notesMasters/notesMaster1.xml"/><Relationship Id="rId5" Type="http://schemas.openxmlformats.org/officeDocument/2006/relationships/slide" Target="slides/slide1.xml"/><Relationship Id="rId4" Type="http://schemas.openxmlformats.org/officeDocument/2006/relationships/slideMaster" Target="slideMasters/slideMaster3.xml"/><Relationship Id="rId37" Type="http://schemas.openxmlformats.org/officeDocument/2006/relationships/tags" Target="tags/tag430.xml"/><Relationship Id="rId36" Type="http://schemas.openxmlformats.org/officeDocument/2006/relationships/commentAuthors" Target="commentAuthors.xml"/><Relationship Id="rId35" Type="http://schemas.openxmlformats.org/officeDocument/2006/relationships/tableStyles" Target="tableStyles.xml"/><Relationship Id="rId34" Type="http://schemas.openxmlformats.org/officeDocument/2006/relationships/viewProps" Target="viewProps.xml"/><Relationship Id="rId33" Type="http://schemas.openxmlformats.org/officeDocument/2006/relationships/presProps" Target="presProps.xml"/><Relationship Id="rId32" Type="http://schemas.openxmlformats.org/officeDocument/2006/relationships/slide" Target="slides/slide27.xml"/><Relationship Id="rId31" Type="http://schemas.openxmlformats.org/officeDocument/2006/relationships/slide" Target="slides/slide26.xml"/><Relationship Id="rId30" Type="http://schemas.openxmlformats.org/officeDocument/2006/relationships/slide" Target="slides/slide25.xml"/><Relationship Id="rId3" Type="http://schemas.openxmlformats.org/officeDocument/2006/relationships/slideMaster" Target="slideMasters/slideMaster2.xml"/><Relationship Id="rId29" Type="http://schemas.openxmlformats.org/officeDocument/2006/relationships/slide" Target="slides/slide24.xml"/><Relationship Id="rId28" Type="http://schemas.openxmlformats.org/officeDocument/2006/relationships/slide" Target="slides/slide23.xml"/><Relationship Id="rId27" Type="http://schemas.openxmlformats.org/officeDocument/2006/relationships/slide" Target="slides/slide22.xml"/><Relationship Id="rId26" Type="http://schemas.openxmlformats.org/officeDocument/2006/relationships/slide" Target="slides/slide21.xml"/><Relationship Id="rId25" Type="http://schemas.openxmlformats.org/officeDocument/2006/relationships/slide" Target="slides/slide20.xml"/><Relationship Id="rId24" Type="http://schemas.openxmlformats.org/officeDocument/2006/relationships/slide" Target="slides/slide19.xml"/><Relationship Id="rId23" Type="http://schemas.openxmlformats.org/officeDocument/2006/relationships/slide" Target="slides/slide18.xml"/><Relationship Id="rId22" Type="http://schemas.openxmlformats.org/officeDocument/2006/relationships/slide" Target="slides/slide17.xml"/><Relationship Id="rId21" Type="http://schemas.openxmlformats.org/officeDocument/2006/relationships/slide" Target="slides/slide16.xml"/><Relationship Id="rId20" Type="http://schemas.openxmlformats.org/officeDocument/2006/relationships/slide" Target="slides/slide15.xml"/><Relationship Id="rId2" Type="http://schemas.openxmlformats.org/officeDocument/2006/relationships/theme" Target="theme/theme1.xml"/><Relationship Id="rId19" Type="http://schemas.openxmlformats.org/officeDocument/2006/relationships/slide" Target="slides/slide14.xml"/><Relationship Id="rId18" Type="http://schemas.openxmlformats.org/officeDocument/2006/relationships/slide" Target="slides/slide13.xml"/><Relationship Id="rId17" Type="http://schemas.openxmlformats.org/officeDocument/2006/relationships/slide" Target="slides/slide12.xml"/><Relationship Id="rId16" Type="http://schemas.openxmlformats.org/officeDocument/2006/relationships/slide" Target="slides/slide11.xml"/><Relationship Id="rId15" Type="http://schemas.openxmlformats.org/officeDocument/2006/relationships/slide" Target="slides/slide10.xml"/><Relationship Id="rId14" Type="http://schemas.openxmlformats.org/officeDocument/2006/relationships/slide" Target="slides/slide9.xml"/><Relationship Id="rId13" Type="http://schemas.openxmlformats.org/officeDocument/2006/relationships/slide" Target="slides/slide8.xml"/><Relationship Id="rId12" Type="http://schemas.openxmlformats.org/officeDocument/2006/relationships/slide" Target="slides/slide7.xml"/><Relationship Id="rId11" Type="http://schemas.openxmlformats.org/officeDocument/2006/relationships/slide" Target="slides/slide6.xml"/><Relationship Id="rId10" Type="http://schemas.openxmlformats.org/officeDocument/2006/relationships/slide" Target="slides/slide5.xml"/><Relationship Id="rId1" Type="http://schemas.openxmlformats.org/officeDocument/2006/relationships/slideMaster" Target="slideMasters/slideMaster1.xml"/></Relationships>
</file>

<file path=ppt/charts/_rels/chart1.xml.rels><?xml version="1.0" encoding="UTF-8" standalone="yes"?>
<Relationships xmlns="http://schemas.openxmlformats.org/package/2006/relationships"><Relationship Id="rId3" Type="http://schemas.microsoft.com/office/2011/relationships/chartColorStyle" Target="colors1.xml"/><Relationship Id="rId2" Type="http://schemas.microsoft.com/office/2011/relationships/chartStyle" Target="style1.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2.xml.rels><?xml version="1.0" encoding="UTF-8" standalone="yes"?>
<Relationships xmlns="http://schemas.openxmlformats.org/package/2006/relationships"><Relationship Id="rId4" Type="http://schemas.microsoft.com/office/2011/relationships/chartColorStyle" Target="colors2.xml"/><Relationship Id="rId3" Type="http://schemas.microsoft.com/office/2011/relationships/chartStyle" Target="style2.xml"/><Relationship Id="rId2" Type="http://schemas.openxmlformats.org/officeDocument/2006/relationships/themeOverride" Target="../theme/themeOverride1.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3.xml.rels><?xml version="1.0" encoding="UTF-8" standalone="yes"?>
<Relationships xmlns="http://schemas.openxmlformats.org/package/2006/relationships"><Relationship Id="rId4" Type="http://schemas.microsoft.com/office/2011/relationships/chartColorStyle" Target="colors3.xml"/><Relationship Id="rId3" Type="http://schemas.microsoft.com/office/2011/relationships/chartStyle" Target="style3.xml"/><Relationship Id="rId2" Type="http://schemas.openxmlformats.org/officeDocument/2006/relationships/themeOverride" Target="../theme/themeOverride2.xml"/><Relationship Id="rId1" Type="http://schemas.openxmlformats.org/officeDocument/2006/relationships/oleObject" Target="/Users/macos/Library/Containers/com.tencent.WeWorkMac/Data/WeDrive/&#28145;&#20449;&#26381;&#31185;&#25216;&#32929;&#20221;&#26377;&#38480;&#20844;&#21496;/CSM%20&#35013;&#22791;&#24211;-2025/&#27719;&#25253;%26&#27807;&#36890;/&#20215;&#20540;%26&#26041;&#26696;&#27719;&#25253;/&#12304;&#20225;&#19994;&#12305;&#23433;&#20840;&#36816;&#33829;&#24037;&#20316;&#25253;&#21578;&#25903;&#25745;&#25968;&#25454;.xlsx" TargetMode="External"/></Relationships>
</file>

<file path=ppt/charts/_rels/chart4.xml.rels><?xml version="1.0" encoding="UTF-8" standalone="yes"?>
<Relationships xmlns="http://schemas.openxmlformats.org/package/2006/relationships"><Relationship Id="rId3" Type="http://schemas.microsoft.com/office/2011/relationships/chartColorStyle" Target="colors4.xml"/><Relationship Id="rId2" Type="http://schemas.microsoft.com/office/2011/relationships/chartStyle" Target="style4.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5.xml.rels><?xml version="1.0" encoding="UTF-8" standalone="yes"?>
<Relationships xmlns="http://schemas.openxmlformats.org/package/2006/relationships"><Relationship Id="rId3" Type="http://schemas.microsoft.com/office/2011/relationships/chartColorStyle" Target="colors5.xml"/><Relationship Id="rId2" Type="http://schemas.microsoft.com/office/2011/relationships/chartStyle" Target="style5.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6.xml.rels><?xml version="1.0" encoding="UTF-8" standalone="yes"?>
<Relationships xmlns="http://schemas.openxmlformats.org/package/2006/relationships"><Relationship Id="rId3" Type="http://schemas.microsoft.com/office/2011/relationships/chartColorStyle" Target="colors6.xml"/><Relationship Id="rId2" Type="http://schemas.microsoft.com/office/2011/relationships/chartStyle" Target="style6.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7.xml.rels><?xml version="1.0" encoding="UTF-8" standalone="yes"?>
<Relationships xmlns="http://schemas.openxmlformats.org/package/2006/relationships"><Relationship Id="rId3" Type="http://schemas.microsoft.com/office/2011/relationships/chartColorStyle" Target="colors7.xml"/><Relationship Id="rId2" Type="http://schemas.microsoft.com/office/2011/relationships/chartStyle" Target="style7.xml"/><Relationship Id="rId1" Type="http://schemas.openxmlformats.org/officeDocument/2006/relationships/oleObject" Target="/Users/macos/Desktop/For%20Work/&#27969;&#31243;%26&#35013;&#22791;/&#23458;&#25143;&#27719;&#25253;/&#24456;&#22810;&#40060;/20250731/&#22806;&#37096;&#25915;&#20987;&#25968;&#25454;&#30475;&#26495;.xlsx" TargetMode="External"/></Relationships>
</file>

<file path=ppt/charts/_rels/chart8.xml.rels><?xml version="1.0" encoding="UTF-8" standalone="yes"?>
<Relationships xmlns="http://schemas.openxmlformats.org/package/2006/relationships"><Relationship Id="rId4" Type="http://schemas.microsoft.com/office/2011/relationships/chartColorStyle" Target="colors8.xml"/><Relationship Id="rId3" Type="http://schemas.microsoft.com/office/2011/relationships/chartStyle" Target="style8.xml"/><Relationship Id="rId2" Type="http://schemas.openxmlformats.org/officeDocument/2006/relationships/themeOverride" Target="../theme/themeOverride3.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_rels/chart9.xml.rels><?xml version="1.0" encoding="UTF-8" standalone="yes"?>
<Relationships xmlns="http://schemas.openxmlformats.org/package/2006/relationships"><Relationship Id="rId3" Type="http://schemas.microsoft.com/office/2011/relationships/chartColorStyle" Target="colors9.xml"/><Relationship Id="rId2" Type="http://schemas.microsoft.com/office/2011/relationships/chartStyle" Target="style9.xml"/><Relationship Id="rId1" Type="http://schemas.openxmlformats.org/officeDocument/2006/relationships/oleObject" Target="/Users/zenghl/Library/Containers/com.tencent.WeWorkMac/Data/WeDrive/&#28145;&#20449;&#26381;&#31185;&#25216;&#32929;&#20221;&#26377;&#38480;&#20844;&#21496;/CSM%20&#35013;&#22791;&#24211;/buyer%20&#20215;&#20540;&#29702;&#35299;&#19982;&#21576;&#29616;/&#20215;&#20540;%26&#26041;&#26696;&#27719;&#25253;/AI&#25253;&#21578;&#25903;&#25745;&#25968;&#25454;&#27169;&#26495;&#65288;%20&#20445;&#23384;&#26412;&#22320;&#20462;&#25913;&#25991;&#20214;&#21517;&#31216;&#21518;&#20877;&#32534;&#36753;&#65292;&#19981;&#35201;&#22312;&#24494;&#30424;&#30452;&#25509;&#32534;&#36753;&#65289;.xlsx" TargetMode="External"/></Relationships>
</file>

<file path=ppt/charts/_rels/chart10.xml.rels><?xml version="1.0" encoding="UTF-8" standalone="yes"?>
<Relationships xmlns="http://schemas.openxmlformats.org/package/2006/relationships"><Relationship Id="rId3" Type="http://schemas.microsoft.com/office/2011/relationships/chartColorStyle" Target="colors10.xml"/><Relationship Id="rId2" Type="http://schemas.microsoft.com/office/2011/relationships/chartStyle" Target="style10.xml"/><Relationship Id="rId1" Type="http://schemas.openxmlformats.org/officeDocument/2006/relationships/oleObject" Target="/Users/macos/Desktop/For%20Work/&#27969;&#31243;%26&#35013;&#22791;/&#23458;&#25143;&#27719;&#25253;/&#24456;&#22810;&#40060;/&#25253;&#21578;&#27169;&#26495;/&#24456;&#22810;&#40060;&#23433;&#20840;&#36816;&#33829;&#24037;&#20316;&#25253;&#21578;-20250801.xlsx" TargetMode="External"/></Relationships>
</file>

<file path=ppt/charts/chart1.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614410134600158"/>
          <c:y val="0.197183098591549"/>
          <c:w val="0.909527579836368"/>
          <c:h val="0.643213828425096"/>
        </c:manualLayout>
      </c:layout>
      <c:barChart>
        <c:barDir val="col"/>
        <c:grouping val="clustered"/>
        <c:varyColors val="0"/>
        <c:ser>
          <c:idx val="0"/>
          <c:order val="0"/>
          <c:tx>
            <c:strRef>
              <c:f>"平均处置时间（分钟）"</c:f>
              <c:strCache>
                <c:ptCount val="1"/>
                <c:pt idx="0">
                  <c:v>平均处置时间（分钟）</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[【企业】安全运营工作报告支撑数据.xlsx]数据统计!$F$5:$F$8</c:f>
              <c:strCache>
                <c:ptCount val="4"/>
                <c:pt idx="0">
                  <c:v>识别</c:v>
                </c:pt>
                <c:pt idx="1">
                  <c:v>响应</c:v>
                </c:pt>
                <c:pt idx="2">
                  <c:v>处置</c:v>
                </c:pt>
                <c:pt idx="3">
                  <c:v>闭环</c:v>
                </c:pt>
              </c:strCache>
            </c:strRef>
          </c:cat>
          <c:val>
            <c:numRef>
              <c:f>[【企业】安全运营工作报告支撑数据.xlsx]数据统计!$G$5:$G$8</c:f>
              <c:numCache>
                <c:formatCode>0.00_ </c:formatCode>
                <c:ptCount val="4"/>
                <c:pt idx="0">
                  <c:v>6.41666666666667</c:v>
                </c:pt>
                <c:pt idx="1">
                  <c:v>25.4666666666667</c:v>
                </c:pt>
                <c:pt idx="2">
                  <c:v>572.016666666667</c:v>
                </c:pt>
                <c:pt idx="3">
                  <c:v>625.383333333333</c:v>
                </c:pt>
              </c:numCache>
            </c:numRef>
          </c:val>
        </c:ser>
        <c:dLbls>
          <c:showLegendKey val="0"/>
          <c:showVal val="1"/>
          <c:showCatName val="0"/>
          <c:showSerName val="0"/>
          <c:showPercent val="0"/>
          <c:showBubbleSize val="0"/>
        </c:dLbls>
        <c:gapWidth val="246"/>
        <c:overlap val="-28"/>
        <c:axId val="590885613"/>
        <c:axId val="82692506"/>
      </c:barChart>
      <c:catAx>
        <c:axId val="59088561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82692506"/>
        <c:crosses val="autoZero"/>
        <c:auto val="1"/>
        <c:lblAlgn val="ctr"/>
        <c:lblOffset val="100"/>
        <c:noMultiLvlLbl val="0"/>
      </c:catAx>
      <c:valAx>
        <c:axId val="82692506"/>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mn-lt"/>
                <a:ea typeface="+mn-ea"/>
                <a:cs typeface="+mn-cs"/>
              </a:defRPr>
            </a:pPr>
          </a:p>
        </c:txPr>
        <c:crossAx val="590885613"/>
        <c:crosses val="autoZero"/>
        <c:crossBetween val="between"/>
      </c:valAx>
      <c:spPr>
        <a:noFill/>
        <a:ln>
          <a:noFill/>
        </a:ln>
        <a:effectLst/>
      </c:spPr>
    </c:plotArea>
    <c:plotVisOnly val="1"/>
    <c:dispBlanksAs val="gap"/>
    <c:showDLblsOverMax val="0"/>
    <c:extLst>
      <c:ext uri="{0b15fc19-7d7d-44ad-8c2d-2c3a37ce22c3}">
        <chartProps xmlns="https://web.wps.cn/et/2018/main" chartId="{4793630b-2df1-4b2a-b00c-0cbcfb4b0a72}"/>
      </c:ext>
    </c:extLst>
  </c:chart>
  <c:spPr>
    <a:noFill/>
    <a:ln w="9525" cap="flat" cmpd="sng" algn="ctr">
      <a:noFill/>
      <a:prstDash val="solid"/>
      <a:round/>
    </a:ln>
    <a:effectLst/>
  </c:spPr>
  <c:txPr>
    <a:bodyPr/>
    <a:lstStyle/>
    <a:p>
      <a:pPr>
        <a:defRPr lang="zh-CN"/>
      </a:pPr>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a:solidFill>
              <a:schemeClr val="accent1">
                <a:alpha val="85000"/>
              </a:schemeClr>
            </a:solidFill>
          </c:spPr>
          <c:explosion val="0"/>
          <c:dPt>
            <c:idx val="0"/>
            <c:bubble3D val="0"/>
            <c:spPr>
              <a:solidFill>
                <a:schemeClr val="accent1">
                  <a:alpha val="85000"/>
                </a:schemeClr>
              </a:solidFill>
              <a:ln w="19050">
                <a:solidFill>
                  <a:schemeClr val="lt1"/>
                </a:solidFill>
              </a:ln>
              <a:effectLst/>
            </c:spPr>
          </c:dPt>
          <c:dPt>
            <c:idx val="1"/>
            <c:bubble3D val="0"/>
            <c:spPr>
              <a:solidFill>
                <a:schemeClr val="accent2">
                  <a:alpha val="85000"/>
                </a:schemeClr>
              </a:solidFill>
              <a:ln w="19050">
                <a:solidFill>
                  <a:schemeClr val="lt1"/>
                </a:solidFill>
              </a:ln>
              <a:effectLst/>
            </c:spPr>
          </c:dPt>
          <c:dPt>
            <c:idx val="2"/>
            <c:bubble3D val="0"/>
            <c:spPr>
              <a:solidFill>
                <a:schemeClr val="accent3">
                  <a:alpha val="85000"/>
                </a:schemeClr>
              </a:solidFill>
              <a:ln w="19050">
                <a:solidFill>
                  <a:schemeClr val="lt1"/>
                </a:solidFill>
              </a:ln>
              <a:effectLst/>
            </c:spPr>
          </c:dPt>
          <c:dPt>
            <c:idx val="3"/>
            <c:bubble3D val="0"/>
            <c:spPr>
              <a:solidFill>
                <a:schemeClr val="accent4">
                  <a:alpha val="85000"/>
                </a:schemeClr>
              </a:solidFill>
              <a:ln w="19050">
                <a:solidFill>
                  <a:schemeClr val="lt1"/>
                </a:solidFill>
              </a:ln>
              <a:effectLst/>
            </c:spPr>
          </c:dPt>
          <c:dPt>
            <c:idx val="4"/>
            <c:bubble3D val="0"/>
            <c:spPr>
              <a:solidFill>
                <a:schemeClr val="accent5">
                  <a:alpha val="85000"/>
                </a:schemeClr>
              </a:solidFill>
              <a:ln w="19050">
                <a:solidFill>
                  <a:schemeClr val="lt1"/>
                </a:solidFill>
              </a:ln>
              <a:effectLst/>
            </c:spPr>
          </c:dPt>
          <c:dLbls>
            <c:numFmt formatCode="General" sourceLinked="1"/>
            <c:spPr>
              <a:noFill/>
              <a:ln>
                <a:noFill/>
              </a:ln>
              <a:effectLst/>
            </c:spPr>
            <c:txPr>
              <a:bodyPr rot="0" spcFirstLastPara="0" vertOverflow="ellipsis" vert="horz" wrap="square" lIns="38100" tIns="19050" rIns="38100" bIns="19050" anchor="ctr" anchorCtr="1" forceAA="0">
                <a:spAutoFit/>
              </a:bodyPr>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showLegendKey val="0"/>
            <c:showVal val="0"/>
            <c:showCatName val="0"/>
            <c:showSerName val="0"/>
            <c:showPercent val="1"/>
            <c:showBubbleSize val="0"/>
            <c:separator>
</c:separator>
            <c:showLeaderLines val="0"/>
            <c:extLst>
              <c:ext xmlns:c15="http://schemas.microsoft.com/office/drawing/2012/chart" uri="{CE6537A1-D6FC-4f65-9D91-7224C49458BB}">
                <c15:layout/>
                <c15:showLeaderLines val="0"/>
                <c15:leaderLines>
                  <c:spPr>
                    <a:ln w="9525" cap="flat" cmpd="sng" algn="ctr">
                      <a:solidFill>
                        <a:schemeClr val="tx1">
                          <a:lumMod val="35000"/>
                          <a:lumOff val="65000"/>
                        </a:schemeClr>
                      </a:solidFill>
                      <a:round/>
                    </a:ln>
                    <a:effectLst/>
                  </c:spPr>
                </c15:leaderLines>
              </c:ext>
            </c:extLst>
          </c:dLbls>
          <c:cat>
            <c:strRef>
              <c:f>'[很多鱼安全运营工作报告-20250801.xlsx]数据统计'!$C$65:$C$69</c:f>
              <c:strCache>
                <c:ptCount val="5"/>
                <c:pt idx="0">
                  <c:v>挖矿</c:v>
                </c:pt>
                <c:pt idx="1" c:formatCode="mmm\-yy">
                  <c:v>僵尸网络</c:v>
                </c:pt>
                <c:pt idx="2" c:formatCode="mmm\-yy">
                  <c:v>木马</c:v>
                </c:pt>
                <c:pt idx="3" c:formatCode="mmm\-yy">
                  <c:v>账号爆破</c:v>
                </c:pt>
                <c:pt idx="4" c:formatCode="mmm\-yy">
                  <c:v>代理工具</c:v>
                </c:pt>
              </c:strCache>
            </c:strRef>
          </c:cat>
          <c:val>
            <c:numRef>
              <c:f>'[很多鱼安全运营工作报告-20250801.xlsx]数据统计'!$D$65:$D$69</c:f>
              <c:numCache>
                <c:formatCode>General</c:formatCode>
                <c:ptCount val="5"/>
                <c:pt idx="0">
                  <c:v>76</c:v>
                </c:pt>
                <c:pt idx="1">
                  <c:v>39</c:v>
                </c:pt>
                <c:pt idx="2">
                  <c:v>31</c:v>
                </c:pt>
                <c:pt idx="3">
                  <c:v>26</c:v>
                </c:pt>
                <c:pt idx="4">
                  <c:v>11</c:v>
                </c:pt>
              </c:numCache>
            </c:numRef>
          </c:val>
        </c:ser>
        <c:dLbls>
          <c:showLegendKey val="0"/>
          <c:showVal val="1"/>
          <c:showCatName val="0"/>
          <c:showSerName val="0"/>
          <c:showPercent val="0"/>
          <c:showBubbleSize val="0"/>
          <c:showLeaderLines val="0"/>
        </c:dLbls>
        <c:firstSliceAng val="0"/>
        <c:holeSize val="50"/>
      </c:doughnutChart>
      <c:spPr>
        <a:noFill/>
        <a:ln>
          <a:noFill/>
        </a:ln>
        <a:effectLst/>
      </c:spPr>
    </c:plotArea>
    <c:legend>
      <c:legendPos val="r"/>
      <c:legendEntry>
        <c:idx val="0"/>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2"/>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3"/>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egendEntry>
        <c:idx val="4"/>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Entry>
      <c:layout>
        <c:manualLayout>
          <c:xMode val="edge"/>
          <c:yMode val="edge"/>
          <c:x val="0.753644622860765"/>
          <c:y val="0.229474852071006"/>
        </c:manualLayout>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legend>
    <c:plotVisOnly val="1"/>
    <c:dispBlanksAs val="gap"/>
    <c:showDLblsOverMax val="0"/>
    <c:extLst>
      <c:ext uri="{0b15fc19-7d7d-44ad-8c2d-2c3a37ce22c3}">
        <chartProps xmlns="https://web.wps.cn/et/2018/main" chartId="{cf5dbc7a-5cc6-4b26-af76-042b7a275857}"/>
      </c:ext>
    </c:extLst>
  </c:chart>
  <c:spPr>
    <a:noFill/>
    <a:ln w="6350" cap="flat" cmpd="sng" algn="ctr">
      <a:noFill/>
      <a:round/>
    </a:ln>
    <a:effectLst/>
  </c:spPr>
  <c:txPr>
    <a:bodyPr/>
    <a:lstStyle/>
    <a:p>
      <a:pPr>
        <a:defRPr lang="zh-CN">
          <a:solidFill>
            <a:schemeClr val="bg2">
              <a:lumMod val="10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lineChart>
        <c:grouping val="standard"/>
        <c:varyColors val="0"/>
        <c:ser>
          <c:idx val="0"/>
          <c:order val="0"/>
          <c:tx>
            <c:strRef>
              <c:f>[【企业】安全运营工作报告支撑数据.xlsx]数据统计!$L$84</c:f>
              <c:strCache>
                <c:ptCount val="1"/>
                <c:pt idx="0">
                  <c:v>平均响应时长</c:v>
                </c:pt>
              </c:strCache>
            </c:strRef>
          </c:tx>
          <c:spPr>
            <a:ln w="28575" cap="rnd">
              <a:solidFill>
                <a:schemeClr val="accent1"/>
              </a:solidFill>
              <a:round/>
            </a:ln>
            <a:effectLst/>
          </c:spPr>
          <c:marker>
            <c:symbol val="none"/>
          </c:marker>
          <c:dLbls>
            <c:numFmt formatCode="General" sourceLinked="1"/>
            <c:spPr>
              <a:noFill/>
              <a:ln>
                <a:noFill/>
              </a:ln>
              <a:effectLst/>
            </c:spPr>
            <c:txPr>
              <a:bodyPr rot="0" spcFirstLastPara="0" vertOverflow="ellipsis" vert="horz" wrap="square" lIns="38100" tIns="19050" rIns="38100" bIns="19050" anchor="ctr" anchorCtr="1" forceAA="0"/>
              <a:lstStyle/>
              <a:p>
                <a:pPr>
                  <a:defRPr lang="zh-CN" sz="1000" b="0" i="0" u="none" strike="noStrike" kern="1200" baseline="0">
                    <a:solidFill>
                      <a:schemeClr val="tx1">
                        <a:lumMod val="75000"/>
                        <a:lumOff val="2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[【企业】安全运营工作报告支撑数据.xlsx]数据统计!$M$83:$U$83</c:f>
              <c:strCache>
                <c:ptCount val="9"/>
                <c:pt idx="0">
                  <c:v>2025-03</c:v>
                </c:pt>
                <c:pt idx="1" c:formatCode="yyyy/m/d">
                  <c:v>2025-04</c:v>
                </c:pt>
                <c:pt idx="2" c:formatCode="yyyy/m/d">
                  <c:v>2025-05</c:v>
                </c:pt>
                <c:pt idx="3" c:formatCode="yyyy/m/d">
                  <c:v>2025-06</c:v>
                </c:pt>
                <c:pt idx="4" c:formatCode="yyyy/m/d">
                  <c:v>2025-07</c:v>
                </c:pt>
                <c:pt idx="5" c:formatCode="yyyy/m/d">
                  <c:v>2025-08</c:v>
                </c:pt>
                <c:pt idx="6" c:formatCode="yyyy/m/d">
                  <c:v>2025-09</c:v>
                </c:pt>
                <c:pt idx="7" c:formatCode="yyyy/m/d">
                  <c:v>2025-10</c:v>
                </c:pt>
                <c:pt idx="8" c:formatCode="yyyy/m/d">
                  <c:v>2025-11</c:v>
                </c:pt>
              </c:strCache>
            </c:strRef>
          </c:cat>
          <c:val>
            <c:numRef>
              <c:f>[【企业】安全运营工作报告支撑数据.xlsx]数据统计!$M$84:$U$84</c:f>
              <c:numCache>
                <c:formatCode>0.00_ </c:formatCode>
                <c:ptCount val="9"/>
                <c:pt idx="0">
                  <c:v>26.6</c:v>
                </c:pt>
                <c:pt idx="1">
                  <c:v>15.25</c:v>
                </c:pt>
                <c:pt idx="2">
                  <c:v>0</c:v>
                </c:pt>
                <c:pt idx="3">
                  <c:v>18</c:v>
                </c:pt>
                <c:pt idx="4">
                  <c:v>10.6666666666667</c:v>
                </c:pt>
                <c:pt idx="5">
                  <c:v>0</c:v>
                </c:pt>
                <c:pt idx="6">
                  <c:v>0</c:v>
                </c:pt>
                <c:pt idx="7">
                  <c:v>0</c:v>
                </c:pt>
                <c:pt idx="8">
                  <c:v>0</c:v>
                </c:pt>
              </c:numCache>
            </c:numRef>
          </c:val>
          <c:smooth val="0"/>
        </c:ser>
        <c:dLbls>
          <c:showLegendKey val="0"/>
          <c:showVal val="1"/>
          <c:showCatName val="0"/>
          <c:showSerName val="0"/>
          <c:showPercent val="0"/>
          <c:showBubbleSize val="0"/>
        </c:dLbls>
        <c:marker val="0"/>
        <c:smooth val="0"/>
        <c:axId val="926048702"/>
        <c:axId val="51301949"/>
      </c:lineChart>
      <c:catAx>
        <c:axId val="926048702"/>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51301949"/>
        <c:crosses val="autoZero"/>
        <c:auto val="1"/>
        <c:lblAlgn val="ctr"/>
        <c:lblOffset val="100"/>
        <c:noMultiLvlLbl val="0"/>
      </c:catAx>
      <c:valAx>
        <c:axId val="51301949"/>
        <c:scaling>
          <c:orientation val="minMax"/>
        </c:scaling>
        <c:delete val="0"/>
        <c:axPos val="l"/>
        <c:numFmt formatCode="0.00_ " sourceLinked="1"/>
        <c:majorTickMark val="none"/>
        <c:minorTickMark val="none"/>
        <c:tickLblPos val="nextTo"/>
        <c:spPr>
          <a:noFill/>
          <a:ln>
            <a:noFill/>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crossAx val="926048702"/>
        <c:crosses val="autoZero"/>
        <c:crossBetween val="between"/>
      </c:valAx>
      <c:spPr>
        <a:noFill/>
        <a:ln>
          <a:noFill/>
        </a:ln>
        <a:effectLst/>
      </c:spPr>
    </c:plotArea>
    <c:plotVisOnly val="1"/>
    <c:dispBlanksAs val="gap"/>
    <c:showDLblsOverMax val="0"/>
    <c:extLst>
      <c:ext uri="{0b15fc19-7d7d-44ad-8c2d-2c3a37ce22c3}">
        <chartProps xmlns="https://web.wps.cn/et/2018/main" chartId="{a658a0f1-1560-4f81-b5b6-a4593fe9335a}"/>
      </c:ext>
    </c:extLst>
  </c:chart>
  <c:spPr>
    <a:noFill/>
    <a:ln w="9525" cap="flat" cmpd="sng" algn="ctr">
      <a:noFill/>
      <a:prstDash val="solid"/>
      <a:round/>
    </a:ln>
    <a:effectLst/>
  </c:spPr>
  <c:txPr>
    <a:bodyPr/>
    <a:lstStyle/>
    <a:p>
      <a:pPr>
        <a:defRPr lang="zh-CN" b="0">
          <a:latin typeface="微软雅黑" panose="020B0503020204020204" charset="-122"/>
          <a:ea typeface="微软雅黑" panose="020B0503020204020204" charset="-122"/>
          <a:cs typeface="微软雅黑" panose="020B0503020204020204" charset="-122"/>
          <a:sym typeface="微软雅黑" panose="020B0503020204020204" charset="-122"/>
        </a:defRPr>
      </a:pPr>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'[很多鱼安全运营工作报告-20250801.xlsx]数据统计'!$C$47</c:f>
              <c:strCache>
                <c:ptCount val="1"/>
                <c:pt idx="0">
                  <c:v>外部攻击数</c:v>
                </c:pt>
              </c:strCache>
            </c:strRef>
          </c:tx>
          <c:spPr>
            <a:ln w="28575" cap="rnd">
              <a:solidFill>
                <a:schemeClr val="accent6"/>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'[很多鱼安全运营工作报告-20250801.xlsx]数据统计'!$D$47:$O$47</c:f>
              <c:numCache>
                <c:formatCode>0\.0,"万"</c:formatCode>
                <c:ptCount val="12"/>
                <c:pt idx="0">
                  <c:v>64198</c:v>
                </c:pt>
                <c:pt idx="1">
                  <c:v>35890</c:v>
                </c:pt>
                <c:pt idx="2">
                  <c:v>12478</c:v>
                </c:pt>
                <c:pt idx="3">
                  <c:v>5613</c:v>
                </c:pt>
                <c:pt idx="4">
                  <c:v>704</c:v>
                </c:pt>
                <c:pt idx="5">
                  <c:v>902</c:v>
                </c:pt>
                <c:pt idx="6">
                  <c:v>2412</c:v>
                </c:pt>
                <c:pt idx="7">
                  <c:v>1362</c:v>
                </c:pt>
                <c:pt idx="8">
                  <c:v>5696</c:v>
                </c:pt>
                <c:pt idx="9">
                  <c:v>9140</c:v>
                </c:pt>
                <c:pt idx="10">
                  <c:v>4126</c:v>
                </c:pt>
                <c:pt idx="11">
                  <c:v>4675</c:v>
                </c:pt>
              </c:numCache>
            </c:numRef>
          </c:val>
          <c:smooth val="0"/>
        </c:ser>
        <c:ser>
          <c:idx val="1"/>
          <c:order val="1"/>
          <c:tx>
            <c:strRef>
              <c:f>'[很多鱼安全运营工作报告-20250801.xlsx]数据统计'!$C$48</c:f>
              <c:strCache>
                <c:ptCount val="1"/>
                <c:pt idx="0">
                  <c:v>恶意外联数</c:v>
                </c:pt>
              </c:strCache>
            </c:strRef>
          </c:tx>
          <c:spPr>
            <a:ln w="28575" cap="rnd">
              <a:solidFill>
                <a:schemeClr val="accent5"/>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600" b="0" i="0" u="none" strike="noStrike" kern="1200" baseline="0">
                    <a:solidFill>
                      <a:schemeClr val="tx1">
                        <a:lumMod val="75000"/>
                        <a:lumOff val="25000"/>
                      </a:schemeClr>
                    </a:solidFill>
                    <a:latin typeface="+mn-lt"/>
                    <a:ea typeface="+mn-ea"/>
                    <a:cs typeface="+mn-cs"/>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numRef>
              <c:f>'[很多鱼安全运营工作报告-20250801.xlsx]数据统计'!$D$46:$O$46</c:f>
              <c:numCache>
                <c:formatCode>mmm\-yy</c:formatCode>
                <c:ptCount val="12"/>
                <c:pt idx="0" c:formatCode="mmm\-yy">
                  <c:v>45505</c:v>
                </c:pt>
                <c:pt idx="1" c:formatCode="mmm\-yy">
                  <c:v>45536</c:v>
                </c:pt>
                <c:pt idx="2" c:formatCode="mmm\-yy">
                  <c:v>45566</c:v>
                </c:pt>
                <c:pt idx="3" c:formatCode="mmm\-yy">
                  <c:v>45597</c:v>
                </c:pt>
                <c:pt idx="4" c:formatCode="mmm\-yy">
                  <c:v>45627</c:v>
                </c:pt>
                <c:pt idx="5" c:formatCode="mmm\-yy">
                  <c:v>45658</c:v>
                </c:pt>
                <c:pt idx="6" c:formatCode="mmm\-yy">
                  <c:v>45689</c:v>
                </c:pt>
                <c:pt idx="7" c:formatCode="mmm\-yy">
                  <c:v>45717</c:v>
                </c:pt>
                <c:pt idx="8" c:formatCode="mmm\-yy">
                  <c:v>45748</c:v>
                </c:pt>
                <c:pt idx="9" c:formatCode="mmm\-yy">
                  <c:v>45778</c:v>
                </c:pt>
                <c:pt idx="10" c:formatCode="mmm\-yy">
                  <c:v>45809</c:v>
                </c:pt>
                <c:pt idx="11" c:formatCode="mmm\-yy">
                  <c:v>45839</c:v>
                </c:pt>
              </c:numCache>
            </c:numRef>
          </c:cat>
          <c:val>
            <c:numRef>
              <c:f>'[很多鱼安全运营工作报告-20250801.xlsx]数据统计'!$D$48:$O$48</c:f>
              <c:numCache>
                <c:formatCode>0\.0,"万"</c:formatCode>
                <c:ptCount val="12"/>
                <c:pt idx="0">
                  <c:v>770729</c:v>
                </c:pt>
                <c:pt idx="1">
                  <c:v>665038</c:v>
                </c:pt>
                <c:pt idx="2">
                  <c:v>1739364</c:v>
                </c:pt>
                <c:pt idx="3">
                  <c:v>616425</c:v>
                </c:pt>
                <c:pt idx="4">
                  <c:v>394727</c:v>
                </c:pt>
                <c:pt idx="5">
                  <c:v>333492</c:v>
                </c:pt>
                <c:pt idx="6">
                  <c:v>194377</c:v>
                </c:pt>
                <c:pt idx="7">
                  <c:v>82013</c:v>
                </c:pt>
                <c:pt idx="8">
                  <c:v>141130</c:v>
                </c:pt>
                <c:pt idx="9">
                  <c:v>197098</c:v>
                </c:pt>
                <c:pt idx="10">
                  <c:v>186542</c:v>
                </c:pt>
                <c:pt idx="11">
                  <c:v>240504</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617127009"/>
        <c:crosses val="autoZero"/>
        <c:auto val="1"/>
        <c:lblOffset val="100"/>
        <c:baseTimeUnit val="months"/>
      </c:dateAx>
      <c:valAx>
        <c:axId val="617127009"/>
        <c:scaling>
          <c:orientation val="minMax"/>
        </c:scaling>
        <c:delete val="1"/>
        <c:axPos val="l"/>
        <c:numFmt formatCode="0\.0,&quot;万&quot;" sourceLinked="1"/>
        <c:majorTickMark val="none"/>
        <c:minorTickMark val="none"/>
        <c:tickLblPos val="nextTo"/>
        <c:txPr>
          <a:bodyPr rot="-60000000" spcFirstLastPara="0" vertOverflow="ellipsis" vert="horz" wrap="square" anchor="ctr" anchorCtr="1"/>
          <a:lstStyle/>
          <a:p>
            <a:pPr>
              <a:defRPr lang="zh-CN" sz="600" b="0" i="0" u="none" strike="noStrike" kern="1200" baseline="0">
                <a:solidFill>
                  <a:schemeClr val="tx1">
                    <a:lumMod val="65000"/>
                    <a:lumOff val="35000"/>
                  </a:schemeClr>
                </a:solidFill>
                <a:latin typeface="+mn-lt"/>
                <a:ea typeface="+mn-ea"/>
                <a:cs typeface="+mn-cs"/>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egendEntry>
        <c:idx val="1"/>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600" b="0" i="0" u="none" strike="noStrike" kern="1200" baseline="0">
              <a:solidFill>
                <a:schemeClr val="tx1"/>
              </a:solidFill>
              <a:latin typeface="+mn-lt"/>
              <a:ea typeface="+mn-ea"/>
              <a:cs typeface="+mn-cs"/>
            </a:defRPr>
          </a:pPr>
        </a:p>
      </c:txPr>
    </c:legend>
    <c:plotVisOnly val="1"/>
    <c:dispBlanksAs val="gap"/>
    <c:showDLblsOverMax val="0"/>
    <c:extLst>
      <c:ext uri="{0b15fc19-7d7d-44ad-8c2d-2c3a37ce22c3}">
        <chartProps xmlns="https://web.wps.cn/et/2018/main" chartId="{78b0d5ea-8d43-42c5-be8f-fd925aecf35b}"/>
      </c:ext>
    </c:extLst>
  </c:chart>
  <c:spPr>
    <a:noFill/>
    <a:ln w="9525" cap="flat" cmpd="sng" algn="ctr">
      <a:noFill/>
      <a:round/>
    </a:ln>
    <a:effectLst/>
  </c:spPr>
  <c:txPr>
    <a:bodyPr/>
    <a:lstStyle/>
    <a:p>
      <a:pPr>
        <a:defRPr lang="zh-CN" sz="600"/>
      </a:pPr>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'[很多鱼安全运营工作报告-20250801.xlsx]数据统计'!$I$76</c:f>
              <c:strCache>
                <c:ptCount val="1"/>
                <c:pt idx="0">
                  <c:v>被攻击次数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400" b="0" i="0" u="none" strike="noStrike" kern="1200" baseline="0">
                    <a:solidFill>
                      <a:schemeClr val="tx1">
                        <a:lumMod val="95000"/>
                        <a:lumOff val="5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'[很多鱼安全运营工作报告-20250801.xlsx]数据统计'!$H$77:$H$81</c:f>
              <c:strCache>
                <c:ptCount val="5"/>
                <c:pt idx="0">
                  <c:v>192.168.4.217
(武汉金贵应用服务器)</c:v>
                </c:pt>
                <c:pt idx="1">
                  <c:v>192.168.4.203
(应用服务器主)</c:v>
                </c:pt>
                <c:pt idx="2">
                  <c:v>172.16.5.31
(泛微oa系统-应用服务器)</c:v>
                </c:pt>
                <c:pt idx="3">
                  <c:v>172.16.1.4
(上海)</c:v>
                </c:pt>
                <c:pt idx="4">
                  <c:v>192.168.22.54
(应用服务器)</c:v>
                </c:pt>
              </c:strCache>
            </c:strRef>
          </c:cat>
          <c:val>
            <c:numRef>
              <c:f>'[很多鱼安全运营工作报告-20250801.xlsx]数据统计'!$I$77:$I$81</c:f>
              <c:numCache>
                <c:formatCode>General</c:formatCode>
                <c:ptCount val="5"/>
                <c:pt idx="0">
                  <c:v>6766</c:v>
                </c:pt>
                <c:pt idx="1">
                  <c:v>4958</c:v>
                </c:pt>
                <c:pt idx="2">
                  <c:v>4817</c:v>
                </c:pt>
                <c:pt idx="3">
                  <c:v>4143</c:v>
                </c:pt>
                <c:pt idx="4">
                  <c:v>2507</c:v>
                </c:pt>
              </c:numCache>
            </c:numRef>
          </c:val>
        </c:ser>
        <c:dLbls>
          <c:showLegendKey val="0"/>
          <c:showVal val="1"/>
          <c:showCatName val="0"/>
          <c:showSerName val="0"/>
          <c:showPercent val="0"/>
          <c:showBubbleSize val="0"/>
        </c:dLbls>
        <c:gapWidth val="150"/>
        <c:overlap val="-25"/>
        <c:axId val="170593429"/>
        <c:axId val="280355219"/>
      </c:barChart>
      <c:catAx>
        <c:axId val="170593429"/>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280355219"/>
        <c:crosses val="autoZero"/>
        <c:auto val="1"/>
        <c:lblAlgn val="ctr"/>
        <c:lblOffset val="100"/>
        <c:noMultiLvlLbl val="0"/>
      </c:catAx>
      <c:valAx>
        <c:axId val="28035521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crossAx val="170593429"/>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4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20ef17a-20b2-43cb-b57b-4673d0b096a1}"/>
      </c:ext>
    </c:extLst>
  </c:chart>
  <c:spPr>
    <a:noFill/>
    <a:ln w="9525" cap="flat" cmpd="sng" algn="ctr">
      <a:noFill/>
      <a:round/>
    </a:ln>
    <a:effectLst/>
  </c:spPr>
  <c:txPr>
    <a:bodyPr/>
    <a:lstStyle/>
    <a:p>
      <a:pPr>
        <a:defRPr lang="zh-CN" sz="400">
          <a:solidFill>
            <a:schemeClr val="tx1">
              <a:lumMod val="95000"/>
              <a:lumOff val="5000"/>
            </a:schemeClr>
          </a:solidFill>
        </a:defRPr>
      </a:p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pieChart>
        <c:varyColors val="1"/>
        <c:ser>
          <c:idx val="0"/>
          <c:order val="0"/>
          <c:tx>
            <c:strRef>
              <c:f>[外部攻击数据看板.xlsx]数据填充!$O$1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bg2">
                        <a:lumMod val="10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外部攻击数据看板.xlsx!GSDd</c:f>
              <c:strCache>
                <c:ptCount val="5"/>
                <c:pt idx="0">
                  <c:v>俄罗斯 莫斯科</c:v>
                </c:pt>
                <c:pt idx="1">
                  <c:v>中国 上海市</c:v>
                </c:pt>
                <c:pt idx="2">
                  <c:v>中国 北京市</c:v>
                </c:pt>
                <c:pt idx="3">
                  <c:v>中国 江苏省</c:v>
                </c:pt>
                <c:pt idx="4">
                  <c:v>中国 四川省</c:v>
                </c:pt>
              </c:strCache>
            </c:strRef>
          </c:cat>
          <c:val>
            <c:numRef>
              <c:f>外部攻击数据看板.xlsx!GSDrzs2</c:f>
              <c:numCache>
                <c:formatCode>General</c:formatCode>
                <c:ptCount val="5"/>
                <c:pt idx="0">
                  <c:v>28234</c:v>
                </c:pt>
                <c:pt idx="1">
                  <c:v>10152</c:v>
                </c:pt>
                <c:pt idx="2">
                  <c:v>4883</c:v>
                </c:pt>
                <c:pt idx="3">
                  <c:v>2347</c:v>
                </c:pt>
                <c:pt idx="4">
                  <c:v>1588</c:v>
                </c:pt>
              </c:numCache>
            </c:numRef>
          </c:val>
        </c:ser>
        <c:dLbls>
          <c:showLegendKey val="0"/>
          <c:showVal val="1"/>
          <c:showCatName val="0"/>
          <c:showSerName val="0"/>
          <c:showPercent val="0"/>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manualLayout>
          <c:xMode val="edge"/>
          <c:yMode val="edge"/>
          <c:x val="0.6888720666162"/>
          <c:y val="0.311075355323143"/>
        </c:manualLayout>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163e47df-74a0-40e7-8857-6dbba7596d9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0797798927809734"/>
          <c:y val="0.130366847436346"/>
          <c:w val="0.558263056720128"/>
          <c:h val="0.739266305127308"/>
        </c:manualLayout>
      </c:layout>
      <c:pieChart>
        <c:varyColors val="1"/>
        <c:ser>
          <c:idx val="0"/>
          <c:order val="0"/>
          <c:tx>
            <c:strRef>
              <c:f>[外部攻击数据看板.xlsx]数据填充!$C$1</c:f>
              <c:strCache>
                <c:ptCount val="1"/>
                <c:pt idx="0">
                  <c:v>日志数量</c:v>
                </c:pt>
              </c:strCache>
            </c:strRef>
          </c:tx>
          <c:spPr>
            <a:sp3d contourW="12700"/>
          </c:spPr>
          <c:explosion val="0"/>
          <c:dPt>
            <c:idx val="0"/>
            <c:bubble3D val="0"/>
            <c:spPr>
              <a:solidFill>
                <a:schemeClr val="accent6"/>
              </a:solidFill>
              <a:ln>
                <a:noFill/>
              </a:ln>
              <a:effectLst/>
              <a:sp3d contourW="12700"/>
            </c:spPr>
          </c:dPt>
          <c:dPt>
            <c:idx val="1"/>
            <c:bubble3D val="0"/>
            <c:spPr>
              <a:solidFill>
                <a:schemeClr val="accent5"/>
              </a:solidFill>
              <a:ln>
                <a:noFill/>
              </a:ln>
              <a:effectLst>
                <a:outerShdw blurRad="254000" sx="102000" sy="102000" algn="ctr" rotWithShape="0">
                  <a:prstClr val="black">
                    <a:alpha val="20000"/>
                  </a:prstClr>
                </a:outerShdw>
              </a:effectLst>
              <a:sp3d contourW="12700"/>
            </c:spPr>
          </c:dPt>
          <c:dPt>
            <c:idx val="2"/>
            <c:bubble3D val="0"/>
            <c:spPr>
              <a:solidFill>
                <a:schemeClr val="accent4"/>
              </a:solidFill>
              <a:ln>
                <a:noFill/>
              </a:ln>
              <a:effectLst>
                <a:outerShdw blurRad="254000" sx="102000" sy="102000" algn="ctr" rotWithShape="0">
                  <a:prstClr val="black">
                    <a:alpha val="20000"/>
                  </a:prstClr>
                </a:outerShdw>
              </a:effectLst>
              <a:sp3d contourW="12700"/>
            </c:spPr>
          </c:dPt>
          <c:dPt>
            <c:idx val="3"/>
            <c:bubble3D val="0"/>
            <c:spPr>
              <a:solidFill>
                <a:schemeClr val="accent6">
                  <a:lumMod val="60000"/>
                </a:schemeClr>
              </a:solidFill>
              <a:ln>
                <a:noFill/>
              </a:ln>
              <a:effectLst>
                <a:outerShdw blurRad="254000" sx="102000" sy="102000" algn="ctr" rotWithShape="0">
                  <a:prstClr val="black">
                    <a:alpha val="20000"/>
                  </a:prstClr>
                </a:outerShdw>
              </a:effectLst>
              <a:sp3d contourW="12700"/>
            </c:spPr>
          </c:dPt>
          <c:dPt>
            <c:idx val="4"/>
            <c:bubble3D val="0"/>
            <c:spPr>
              <a:solidFill>
                <a:schemeClr val="accent5">
                  <a:lumMod val="60000"/>
                </a:schemeClr>
              </a:solidFill>
              <a:ln>
                <a:noFill/>
              </a:ln>
              <a:effectLst>
                <a:outerShdw blurRad="254000" sx="102000" sy="102000" algn="ctr" rotWithShape="0">
                  <a:prstClr val="black">
                    <a:alpha val="20000"/>
                  </a:prstClr>
                </a:outerShdw>
              </a:effectLst>
              <a:sp3d contourW="12700"/>
            </c:spPr>
          </c:dPt>
          <c:dLbls>
            <c:spPr>
              <a:noFill/>
              <a:ln>
                <a:noFill/>
              </a:ln>
              <a:effectLst/>
            </c:spPr>
            <c:txPr>
              <a:bodyPr rot="0" spcFirstLastPara="0" vertOverflow="ellipsis" vert="horz" wrap="square" lIns="38100" tIns="19050" rIns="38100" bIns="19050" anchor="ctr" anchorCtr="1"/>
              <a:lstStyle/>
              <a:p>
                <a:pPr>
                  <a:defRPr lang="zh-CN" sz="500" b="1" i="0" u="none" strike="noStrike" kern="1200" baseline="0">
                    <a:solidFill>
                      <a:schemeClr val="tx1">
                        <a:lumMod val="95000"/>
                        <a:lumOff val="5000"/>
                      </a:schemeClr>
                    </a:solidFill>
                    <a:latin typeface="+mn-lt"/>
                    <a:ea typeface="+mn-ea"/>
                    <a:cs typeface="+mn-cs"/>
                  </a:defRPr>
                </a:pPr>
              </a:p>
            </c:txPr>
            <c:dLblPos val="bestFit"/>
            <c:showLegendKey val="0"/>
            <c:showVal val="0"/>
            <c:showCatName val="0"/>
            <c:showSerName val="0"/>
            <c:showPercent val="1"/>
            <c:showBubbleSize val="0"/>
            <c:showLeaderLines val="1"/>
            <c:extLst>
              <c:ext xmlns:c15="http://schemas.microsoft.com/office/drawing/2012/chart" uri="{CE6537A1-D6FC-4f65-9D91-7224C49458BB}">
                <c15:layout/>
                <c15:showLeaderLines val="1"/>
                <c15:leaderLines>
                  <c:spPr>
                    <a:ln w="9525">
                      <a:solidFill>
                        <a:schemeClr val="dk1">
                          <a:lumMod val="50000"/>
                          <a:lumOff val="50000"/>
                        </a:schemeClr>
                      </a:solidFill>
                    </a:ln>
                    <a:effectLst/>
                  </c:spPr>
                </c15:leaderLines>
              </c:ext>
            </c:extLst>
          </c:dLbls>
          <c:cat>
            <c:strRef>
              <c:f>外部攻击数据看板.xlsx!WXLXX</c:f>
              <c:strCache>
                <c:ptCount val="5"/>
                <c:pt idx="0">
                  <c:v>弱口令</c:v>
                </c:pt>
                <c:pt idx="1">
                  <c:v>远控行为</c:v>
                </c:pt>
                <c:pt idx="2">
                  <c:v>端口转发</c:v>
                </c:pt>
                <c:pt idx="3">
                  <c:v>代码注入</c:v>
                </c:pt>
                <c:pt idx="4">
                  <c:v>账号爆破</c:v>
                </c:pt>
              </c:strCache>
            </c:strRef>
          </c:cat>
          <c:val>
            <c:numRef>
              <c:f>外部攻击数据看板.xlsx!WXLXXrzs</c:f>
              <c:numCache>
                <c:formatCode>General</c:formatCode>
                <c:ptCount val="5"/>
                <c:pt idx="0">
                  <c:v>27410</c:v>
                </c:pt>
                <c:pt idx="1">
                  <c:v>6138</c:v>
                </c:pt>
                <c:pt idx="2">
                  <c:v>5734</c:v>
                </c:pt>
                <c:pt idx="3">
                  <c:v>3751</c:v>
                </c:pt>
                <c:pt idx="4">
                  <c:v>2444</c:v>
                </c:pt>
              </c:numCache>
            </c:numRef>
          </c:val>
        </c:ser>
        <c:dLbls>
          <c:showLegendKey val="0"/>
          <c:showVal val="0"/>
          <c:showCatName val="0"/>
          <c:showSerName val="0"/>
          <c:showPercent val="1"/>
          <c:showBubbleSize val="0"/>
          <c:showLeaderLines val="1"/>
        </c:dLbls>
        <c:firstSliceAng val="277"/>
      </c:pieChart>
      <c:spPr>
        <a:noFill/>
        <a:ln>
          <a:noFill/>
        </a:ln>
        <a:effectLst/>
      </c:spPr>
    </c:plotArea>
    <c:legend>
      <c:legendPos val="r"/>
      <c:legendEntry>
        <c:idx val="0"/>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2"/>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3"/>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egendEntry>
        <c:idx val="4"/>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Entry>
      <c:layout/>
      <c:overlay val="0"/>
      <c:spPr>
        <a:solidFill>
          <a:schemeClr val="bg1">
            <a:alpha val="40000"/>
          </a:schemeClr>
        </a:solidFill>
        <a:ln>
          <a:noFill/>
        </a:ln>
        <a:effectLst/>
      </c:spPr>
      <c:txPr>
        <a:bodyPr rot="0" spcFirstLastPara="0" vertOverflow="ellipsis" vert="horz" wrap="square" anchor="ctr" anchorCtr="1"/>
        <a:lstStyle/>
        <a:p>
          <a:pPr>
            <a:defRPr lang="zh-CN" sz="500" b="0" i="0" u="none" strike="noStrike" kern="1200" baseline="0">
              <a:solidFill>
                <a:schemeClr val="tx1">
                  <a:lumMod val="95000"/>
                  <a:lumOff val="5000"/>
                </a:schemeClr>
              </a:solidFill>
              <a:latin typeface="+mn-lt"/>
              <a:ea typeface="+mn-ea"/>
              <a:cs typeface="+mn-cs"/>
            </a:defRPr>
          </a:pPr>
        </a:p>
      </c:txPr>
    </c:legend>
    <c:plotVisOnly val="1"/>
    <c:dispBlanksAs val="gap"/>
    <c:showDLblsOverMax val="0"/>
    <c:extLst>
      <c:ext uri="{0b15fc19-7d7d-44ad-8c2d-2c3a37ce22c3}">
        <chartProps xmlns="https://web.wps.cn/et/2018/main" chartId="{b460e45c-db7b-49c4-bfeb-8b3e7b20519f}"/>
      </c:ext>
    </c:extLst>
  </c:chart>
  <c:spPr>
    <a:noFill/>
    <a:ln w="9525" cap="flat" cmpd="sng" algn="ctr">
      <a:noFill/>
      <a:round/>
    </a:ln>
    <a:effectLst/>
  </c:spPr>
  <c:txPr>
    <a:bodyPr/>
    <a:lstStyle/>
    <a:p>
      <a:pPr>
        <a:defRPr lang="zh-CN" sz="500">
          <a:solidFill>
            <a:schemeClr val="tx1">
              <a:lumMod val="95000"/>
              <a:lumOff val="5000"/>
            </a:schemeClr>
          </a:solidFill>
        </a:defRPr>
      </a:pPr>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autoTitleDeleted val="1"/>
    <c:plotArea>
      <c:layout/>
      <c:doughnutChart>
        <c:varyColors val="1"/>
        <c:ser>
          <c:idx val="0"/>
          <c:order val="0"/>
          <c:spPr/>
          <c:explosion val="0"/>
          <c:dPt>
            <c:idx val="0"/>
            <c:bubble3D val="0"/>
            <c:spPr>
              <a:solidFill>
                <a:srgbClr val="70AD47"/>
              </a:solidFill>
              <a:ln>
                <a:solidFill>
                  <a:srgbClr val="FFFFFF"/>
                </a:solidFill>
              </a:ln>
              <a:effectLst/>
            </c:spPr>
          </c:dPt>
          <c:dPt>
            <c:idx val="1"/>
            <c:bubble3D val="0"/>
            <c:spPr>
              <a:solidFill>
                <a:srgbClr val="5B9BD5"/>
              </a:solidFill>
              <a:ln>
                <a:solidFill>
                  <a:srgbClr val="FFFFFF"/>
                </a:solidFill>
              </a:ln>
              <a:effectLst/>
            </c:spPr>
          </c:dPt>
          <c:dPt>
            <c:idx val="2"/>
            <c:bubble3D val="0"/>
            <c:spPr>
              <a:solidFill>
                <a:srgbClr val="FFC000"/>
              </a:solidFill>
              <a:ln>
                <a:solidFill>
                  <a:srgbClr val="FFFFFF"/>
                </a:solidFill>
              </a:ln>
              <a:effectLst/>
            </c:spPr>
          </c:dPt>
          <c:dLbls>
            <c:spPr>
              <a:noFill/>
              <a:ln>
                <a:noFill/>
              </a:ln>
              <a:effectLst/>
            </c:spPr>
            <c:txPr>
              <a:bodyPr rot="0" spcFirstLastPara="0" vertOverflow="ellipsis" vert="horz" wrap="square" lIns="38100" tIns="19050" rIns="38100" bIns="19050"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showLegendKey val="0"/>
            <c:showVal val="1"/>
            <c:showCatName val="0"/>
            <c:showSerName val="0"/>
            <c:showPercent val="0"/>
            <c:showBubbleSize val="0"/>
            <c:showLeaderLines val="1"/>
            <c:extLst>
              <c:ext xmlns:c15="http://schemas.microsoft.com/office/drawing/2012/chart" uri="{CE6537A1-D6FC-4f65-9D91-7224C49458BB}">
                <c15:layout/>
                <c15:showLeaderLines val="1"/>
                <c15:leaderLines>
                  <c:spPr>
                    <a:ln w="9525" cap="flat" cmpd="sng" algn="ctr">
                      <a:solidFill>
                        <a:srgbClr val="000000">
                          <a:lumMod val="35000"/>
                          <a:lumOff val="65000"/>
                        </a:srgbClr>
                      </a:solidFill>
                      <a:round/>
                    </a:ln>
                    <a:effectLst/>
                  </c:spPr>
                </c15:leaderLines>
              </c:ext>
            </c:extLst>
          </c:dLbls>
          <c:cat>
            <c:strRef>
              <c:f>'[很多鱼安全运营工作报告-20250801.xlsx]数据统计'!$C$88:$C$90</c:f>
              <c:strCache>
                <c:ptCount val="3"/>
                <c:pt idx="0">
                  <c:v>高危漏洞</c:v>
                </c:pt>
                <c:pt idx="1">
                  <c:v>中危漏洞</c:v>
                </c:pt>
                <c:pt idx="2">
                  <c:v>低危漏洞</c:v>
                </c:pt>
              </c:strCache>
            </c:strRef>
          </c:cat>
          <c:val>
            <c:numRef>
              <c:f>'[很多鱼安全运营工作报告-20250801.xlsx]数据统计'!$D$88:$D$90</c:f>
              <c:numCache>
                <c:formatCode>General</c:formatCode>
                <c:ptCount val="3"/>
                <c:pt idx="0">
                  <c:v>2537</c:v>
                </c:pt>
                <c:pt idx="1">
                  <c:v>3633</c:v>
                </c:pt>
                <c:pt idx="2">
                  <c:v>3284</c:v>
                </c:pt>
              </c:numCache>
            </c:numRef>
          </c:val>
        </c:ser>
        <c:dLbls>
          <c:showLegendKey val="0"/>
          <c:showVal val="1"/>
          <c:showCatName val="0"/>
          <c:showSerName val="0"/>
          <c:showPercent val="0"/>
          <c:showBubbleSize val="0"/>
          <c:showLeaderLines val="1"/>
        </c:dLbls>
        <c:firstSliceAng val="0"/>
        <c:holeSize val="50"/>
      </c:doughnutChart>
      <c:spPr>
        <a:noFill/>
        <a:ln>
          <a:noFill/>
        </a:ln>
        <a:effectLst/>
      </c:spPr>
    </c:plotArea>
    <c:legend>
      <c:legendPos val="b"/>
      <c:legendEntry>
        <c:idx val="0"/>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2"/>
        <c:txPr>
          <a:bodyPr rot="0" spcFirstLastPara="0" vertOverflow="ellipsis" vert="horz" wrap="square" anchor="ctr" anchorCtr="1"/>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forceAA="0"/>
        <a:lstStyle/>
        <a:p>
          <a:pPr>
            <a:defRPr lang="zh-CN" sz="800" b="0" i="0" u="none" strike="noStrike" kern="1200" baseline="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9b4eb4ca-8447-4d31-b2b3-4ab8ba42068e}"/>
      </c:ext>
    </c:extLst>
  </c:chart>
  <c:spPr>
    <a:solidFill>
      <a:srgbClr val="4472C4">
        <a:lumMod val="20000"/>
        <a:lumOff val="80000"/>
      </a:srgbClr>
    </a:solidFill>
    <a:ln w="6350" cap="flat" cmpd="sng" algn="ctr">
      <a:noFill/>
      <a:round/>
    </a:ln>
    <a:effectLst/>
  </c:spPr>
  <c:txPr>
    <a:bodyPr/>
    <a:lstStyle/>
    <a:p>
      <a:pPr>
        <a:defRPr lang="zh-CN" sz="800">
          <a:solidFill>
            <a:srgbClr val="000000"/>
          </a:solidFill>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strRef>
              <c:f>'[AI报告支撑数据模板（ 保存本地修改文件名称后再编辑，不要在微盘直接编辑）.xlsx]数据统计'!$B$78</c:f>
              <c:strCache>
                <c:ptCount val="1"/>
                <c:pt idx="0">
                  <c:v>剩余漏洞数量</c:v>
                </c:pt>
              </c:strCache>
            </c:strRef>
          </c:tx>
          <c:spPr>
            <a:ln w="28575" cap="rnd">
              <a:solidFill>
                <a:schemeClr val="accent1"/>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保存本地修改文件名称后再编辑，不要在微盘直接编辑）.xlsx]数据统计'!$C$78:$N$78</c:f>
              <c:numCache>
                <c:formatCode>General</c:formatCode>
                <c:ptCount val="12"/>
                <c:pt idx="0">
                  <c:v>0</c:v>
                </c:pt>
                <c:pt idx="1">
                  <c:v>0</c:v>
                </c:pt>
                <c:pt idx="2">
                  <c:v>0</c:v>
                </c:pt>
                <c:pt idx="3">
                  <c:v>0</c:v>
                </c:pt>
                <c:pt idx="4">
                  <c:v>8</c:v>
                </c:pt>
                <c:pt idx="5">
                  <c:v>0</c:v>
                </c:pt>
                <c:pt idx="6">
                  <c:v>0</c:v>
                </c:pt>
                <c:pt idx="7">
                  <c:v>0</c:v>
                </c:pt>
                <c:pt idx="8">
                  <c:v>0</c:v>
                </c:pt>
                <c:pt idx="9">
                  <c:v>0</c:v>
                </c:pt>
                <c:pt idx="10">
                  <c:v>0</c:v>
                </c:pt>
                <c:pt idx="11">
                  <c:v>0</c:v>
                </c:pt>
              </c:numCache>
            </c:numRef>
          </c:val>
          <c:smooth val="0"/>
        </c:ser>
        <c:ser>
          <c:idx val="1"/>
          <c:order val="1"/>
          <c:tx>
            <c:strRef>
              <c:f>'[AI报告支撑数据模板（ 保存本地修改文件名称后再编辑，不要在微盘直接编辑）.xlsx]数据统计'!$B$79</c:f>
              <c:strCache>
                <c:ptCount val="1"/>
                <c:pt idx="0">
                  <c:v>已闭环漏洞数</c:v>
                </c:pt>
              </c:strCache>
            </c:strRef>
          </c:tx>
          <c:spPr>
            <a:ln w="28575" cap="rnd">
              <a:solidFill>
                <a:schemeClr val="accent2"/>
              </a:solidFill>
              <a:round/>
            </a:ln>
            <a:effectLst/>
          </c:spPr>
          <c:marker>
            <c:symbol val="none"/>
          </c:marker>
          <c:dLbls>
            <c:spPr>
              <a:noFill/>
              <a:ln>
                <a:noFill/>
              </a:ln>
              <a:effectLst/>
            </c:spPr>
            <c:txPr>
              <a:bodyPr rot="0" spcFirstLastPara="0" vertOverflow="ellipsis" vert="horz" wrap="square" lIns="38100" tIns="19050" rIns="38100" bIns="19050" anchor="ctr" anchorCtr="1"/>
              <a:lstStyle/>
              <a:p>
                <a:pPr>
                  <a:defRPr lang="zh-CN" sz="1000" b="0" i="0" u="none" strike="noStrike" kern="1200" baseline="0">
                    <a:solidFill>
                      <a:schemeClr val="tx1">
                        <a:lumMod val="75000"/>
                        <a:lumOff val="2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dLblPos val="r"/>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'[AI报告支撑数据模板（ 保存本地修改文件名称后再编辑，不要在微盘直接编辑）.xlsx]数据统计'!$C$77:$N$77</c:f>
              <c:strCache>
                <c:ptCount val="12"/>
                <c:pt idx="0">
                  <c:v>2025-08</c:v>
                </c:pt>
                <c:pt idx="1" c:formatCode="yyyy/m/d">
                  <c:v>2025-09</c:v>
                </c:pt>
                <c:pt idx="2" c:formatCode="yyyy/m/d">
                  <c:v>2025-10</c:v>
                </c:pt>
                <c:pt idx="3" c:formatCode="yyyy/m/d">
                  <c:v>2025-11</c:v>
                </c:pt>
                <c:pt idx="4" c:formatCode="yyyy/m/d">
                  <c:v>2025-12</c:v>
                </c:pt>
                <c:pt idx="5" c:formatCode="yyyy/m/d">
                  <c:v>2026-01</c:v>
                </c:pt>
                <c:pt idx="6" c:formatCode="yyyy/m/d">
                  <c:v>2026-02</c:v>
                </c:pt>
                <c:pt idx="7" c:formatCode="yyyy/m/d">
                  <c:v>2026-03</c:v>
                </c:pt>
                <c:pt idx="8" c:formatCode="yyyy/m/d">
                  <c:v>2026-04</c:v>
                </c:pt>
                <c:pt idx="9" c:formatCode="yyyy/m/d">
                  <c:v>2026-05</c:v>
                </c:pt>
                <c:pt idx="10" c:formatCode="yyyy/m/d">
                  <c:v>2026-06</c:v>
                </c:pt>
                <c:pt idx="11" c:formatCode="yyyy/m/d">
                  <c:v>2026-07</c:v>
                </c:pt>
              </c:strCache>
            </c:strRef>
          </c:cat>
          <c:val>
            <c:numRef>
              <c:f>'[AI报告支撑数据模板（ 保存本地修改文件名称后再编辑，不要在微盘直接编辑）.xlsx]数据统计'!$C$79:$N$79</c:f>
              <c:numCache>
                <c:formatCode>General</c:formatCode>
                <c:ptCount val="12"/>
                <c:pt idx="0">
                  <c:v>0</c:v>
                </c:pt>
                <c:pt idx="1">
                  <c:v>0</c:v>
                </c:pt>
                <c:pt idx="2">
                  <c:v>0</c:v>
                </c:pt>
                <c:pt idx="3">
                  <c:v>0</c:v>
                </c:pt>
                <c:pt idx="4">
                  <c:v>0</c:v>
                </c:pt>
                <c:pt idx="5">
                  <c:v>0</c:v>
                </c:pt>
                <c:pt idx="6">
                  <c:v>0</c:v>
                </c:pt>
                <c:pt idx="7">
                  <c:v>0</c:v>
                </c:pt>
                <c:pt idx="8">
                  <c:v>0</c:v>
                </c:pt>
                <c:pt idx="9">
                  <c:v>0</c:v>
                </c:pt>
                <c:pt idx="10">
                  <c:v>0</c:v>
                </c:pt>
                <c:pt idx="11">
                  <c:v>0</c:v>
                </c:pt>
              </c:numCache>
            </c:numRef>
          </c:val>
          <c:smooth val="0"/>
        </c:ser>
        <c:dLbls>
          <c:showLegendKey val="0"/>
          <c:showVal val="1"/>
          <c:showCatName val="0"/>
          <c:showSerName val="0"/>
          <c:showPercent val="0"/>
          <c:showBubbleSize val="0"/>
        </c:dLbls>
        <c:marker val="0"/>
        <c:smooth val="0"/>
        <c:axId val="829985891"/>
        <c:axId val="617127009"/>
      </c:lineChart>
      <c:dateAx>
        <c:axId val="829985891"/>
        <c:scaling>
          <c:orientation val="minMax"/>
        </c:scaling>
        <c:delete val="0"/>
        <c:axPos val="b"/>
        <c:majorTickMark val="out"/>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forceAA="0"/>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617127009"/>
        <c:crosses val="autoZero"/>
        <c:auto val="1"/>
        <c:lblAlgn val="ctr"/>
        <c:lblOffset val="100"/>
        <c:baseTimeUnit val="days"/>
      </c:dateAx>
      <c:valAx>
        <c:axId val="617127009"/>
        <c:scaling>
          <c:orientation val="minMax"/>
        </c:scaling>
        <c:delete val="1"/>
        <c:axPos val="l"/>
        <c:numFmt formatCode="General" sourceLinked="1"/>
        <c:majorTickMark val="none"/>
        <c:minorTickMark val="none"/>
        <c:tickLblPos val="nextTo"/>
        <c:txPr>
          <a:bodyPr rot="-6000000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crossAx val="829985891"/>
        <c:crosses val="autoZero"/>
        <c:crossBetween val="between"/>
      </c:valAx>
      <c:spPr>
        <a:noFill/>
        <a:ln>
          <a:noFill/>
        </a:ln>
        <a:effectLst/>
      </c:spPr>
    </c:plotArea>
    <c:legend>
      <c:legendPos val="t"/>
      <c:legendEntry>
        <c:idx val="0"/>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egendEntry>
        <c:idx val="1"/>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Entry>
      <c:layout/>
      <c:overlay val="0"/>
      <c:spPr>
        <a:noFill/>
        <a:ln>
          <a:noFill/>
        </a:ln>
        <a:effectLst/>
      </c:spPr>
      <c:txPr>
        <a:bodyPr rot="0" spcFirstLastPara="0" vertOverflow="ellipsis" vert="horz" wrap="square" anchor="ctr" anchorCtr="1"/>
        <a:lstStyle/>
        <a:p>
          <a:pPr>
            <a:defRPr lang="zh-CN" sz="900" b="0" i="0" u="none" strike="noStrike" kern="1200" baseline="0">
              <a:solidFill>
                <a:schemeClr val="tx1">
                  <a:lumMod val="65000"/>
                  <a:lumOff val="35000"/>
                </a:schemeClr>
              </a:solidFill>
              <a:latin typeface="黑体-简" panose="02000000000000000000" charset="-122"/>
              <a:ea typeface="黑体-简" panose="02000000000000000000" charset="-122"/>
              <a:cs typeface="黑体-简" panose="02000000000000000000" charset="-122"/>
              <a:sym typeface="黑体-简" panose="02000000000000000000" charset="-122"/>
            </a:defRPr>
          </a:pPr>
        </a:p>
      </c:txPr>
    </c:legend>
    <c:plotVisOnly val="1"/>
    <c:dispBlanksAs val="gap"/>
    <c:showDLblsOverMax val="0"/>
    <c:extLst>
      <c:ext uri="{0b15fc19-7d7d-44ad-8c2d-2c3a37ce22c3}">
        <chartProps xmlns="https://web.wps.cn/et/2018/main" chartId="{102df013-bc02-4b13-9b33-920f674e959c}"/>
      </c:ext>
    </c:extLst>
  </c:chart>
  <c:spPr>
    <a:solidFill>
      <a:schemeClr val="accent6">
        <a:lumMod val="20000"/>
        <a:lumOff val="80000"/>
      </a:schemeClr>
    </a:solidFill>
    <a:ln w="9525" cap="flat" cmpd="sng" algn="ctr">
      <a:noFill/>
      <a:round/>
    </a:ln>
    <a:effectLst/>
  </c:spPr>
  <c:txPr>
    <a:bodyPr/>
    <a:lstStyle/>
    <a:p>
      <a:pPr>
        <a:defRPr lang="zh-CN">
          <a:latin typeface="黑体-简" panose="02000000000000000000" charset="-122"/>
          <a:ea typeface="黑体-简" panose="02000000000000000000" charset="-122"/>
          <a:cs typeface="黑体-简" panose="02000000000000000000" charset="-122"/>
          <a:sym typeface="黑体-简" panose="02000000000000000000" charset="-122"/>
        </a:defRPr>
      </a:pPr>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lang val="zh-CN"/>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barChart>
        <c:barDir val="col"/>
        <c:grouping val="clustered"/>
        <c:varyColors val="0"/>
        <c:ser>
          <c:idx val="0"/>
          <c:order val="0"/>
          <c:tx>
            <c:strRef>
              <c:f>"日均攻击数"</c:f>
              <c:strCache>
                <c:ptCount val="1"/>
                <c:pt idx="0">
                  <c:v>日均攻击数</c:v>
                </c:pt>
              </c:strCache>
            </c:strRef>
          </c:tx>
          <c:spPr>
            <a:solidFill>
              <a:schemeClr val="accent1"/>
            </a:solidFill>
            <a:ln>
              <a:noFill/>
            </a:ln>
            <a:effectLst/>
          </c:spPr>
          <c:invertIfNegative val="0"/>
          <c:dLbls>
            <c:spPr>
              <a:noFill/>
              <a:ln>
                <a:noFill/>
              </a:ln>
              <a:effectLst/>
            </c:spPr>
            <c:txPr>
              <a:bodyPr rot="0" spcFirstLastPara="0" vertOverflow="ellipsis" vert="horz" wrap="square" lIns="38100" tIns="19050" rIns="38100" bIns="19050" anchor="ctr" anchorCtr="1"/>
              <a:lstStyle/>
              <a:p>
                <a:pPr>
                  <a:defRPr lang="zh-CN" sz="500" b="0" i="0" u="none" strike="noStrike" kern="1200" baseline="0">
                    <a:solidFill>
                      <a:schemeClr val="bg2">
                        <a:lumMod val="10000"/>
                      </a:schemeClr>
                    </a:solidFill>
                    <a:latin typeface="+mn-lt"/>
                    <a:ea typeface="+mn-ea"/>
                    <a:cs typeface="+mn-cs"/>
                  </a:defRPr>
                </a:pPr>
              </a:p>
            </c:txPr>
            <c:dLblPos val="outEnd"/>
            <c:showLegendKey val="0"/>
            <c:showVal val="1"/>
            <c:showCatName val="0"/>
            <c:showSerName val="0"/>
            <c:showPercent val="0"/>
            <c:showBubbleSize val="0"/>
            <c:showLeaderLines val="0"/>
            <c:extLst>
              <c:ext xmlns:c15="http://schemas.microsoft.com/office/drawing/2012/chart" uri="{CE6537A1-D6FC-4f65-9D91-7224C49458BB}">
                <c15:layout/>
                <c15:showLeaderLines val="1"/>
                <c15:leaderLines>
                  <c:spPr>
                    <a:ln w="9525" cap="flat" cmpd="sng" algn="ctr">
                      <a:solidFill>
                        <a:schemeClr val="tx1">
                          <a:lumMod val="35000"/>
                          <a:lumOff val="65000"/>
                        </a:schemeClr>
                      </a:solidFill>
                      <a:round/>
                    </a:ln>
                    <a:effectLst/>
                  </c:spPr>
                </c15:leaderLines>
              </c:ext>
            </c:extLst>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'[很多鱼安全运营工作报告-20250801.xlsx]数据统计'!$D$89:$D$95</c:f>
              <c:numCache>
                <c:formatCode>General</c:formatCode>
                <c:ptCount val="7"/>
                <c:pt idx="0">
                  <c:v>9623</c:v>
                </c:pt>
                <c:pt idx="1">
                  <c:v>28655</c:v>
                </c:pt>
                <c:pt idx="2">
                  <c:v>3461</c:v>
                </c:pt>
                <c:pt idx="3">
                  <c:v>16440</c:v>
                </c:pt>
                <c:pt idx="4">
                  <c:v>2238</c:v>
                </c:pt>
                <c:pt idx="5">
                  <c:v>7218</c:v>
                </c:pt>
                <c:pt idx="6">
                  <c:v>5570</c:v>
                </c:pt>
              </c:numCache>
            </c:numRef>
          </c:val>
        </c:ser>
        <c:dLbls>
          <c:showLegendKey val="0"/>
          <c:showVal val="0"/>
          <c:showCatName val="0"/>
          <c:showSerName val="0"/>
          <c:showPercent val="0"/>
          <c:showBubbleSize val="0"/>
        </c:dLbls>
        <c:gapWidth val="219"/>
        <c:overlap val="-27"/>
        <c:axId val="452361593"/>
        <c:axId val="478519395"/>
      </c:barChart>
      <c:lineChart>
        <c:grouping val="standard"/>
        <c:varyColors val="0"/>
        <c:ser>
          <c:idx val="1"/>
          <c:order val="1"/>
          <c:tx>
            <c:strRef>
              <c:f>"防御率"</c:f>
              <c:strCache>
                <c:ptCount val="1"/>
                <c:pt idx="0">
                  <c:v>防御率</c:v>
                </c:pt>
              </c:strCache>
            </c:strRef>
          </c:tx>
          <c:spPr>
            <a:ln w="28575" cap="rnd">
              <a:solidFill>
                <a:srgbClr val="00D860"/>
              </a:solidFill>
              <a:round/>
            </a:ln>
            <a:effectLst/>
          </c:spPr>
          <c:marker>
            <c:symbol val="none"/>
          </c:marker>
          <c:dLbls>
            <c:delete val="1"/>
          </c:dLbls>
          <c:cat>
            <c:strRef>
              <c:f>'[很多鱼安全运营工作报告-20250801.xlsx]数据统计'!$C$89:$C$95</c:f>
              <c:strCache>
                <c:ptCount val="7"/>
                <c:pt idx="0">
                  <c:v>中秋（24/9/15-9/17）</c:v>
                </c:pt>
                <c:pt idx="1">
                  <c:v>国庆（24/10/1-10/7）</c:v>
                </c:pt>
                <c:pt idx="2">
                  <c:v>元旦（25/1/1）</c:v>
                </c:pt>
                <c:pt idx="3">
                  <c:v>春节（25/1/23-2/5）</c:v>
                </c:pt>
                <c:pt idx="4">
                  <c:v>清明（25/4/4-4/6）</c:v>
                </c:pt>
                <c:pt idx="5">
                  <c:v>五一（25/5/1-5/5）</c:v>
                </c:pt>
                <c:pt idx="6">
                  <c:v>端午（25/5/31-6/2）</c:v>
                </c:pt>
              </c:strCache>
            </c:strRef>
          </c:cat>
          <c:val>
            <c:numRef>
              <c:f>'[很多鱼安全运营工作报告-20250801.xlsx]数据统计'!$E$89:$E$95</c:f>
              <c:numCache>
                <c:formatCode>0%</c:formatCode>
                <c:ptCount val="7"/>
                <c:pt idx="0">
                  <c:v>1</c:v>
                </c:pt>
                <c:pt idx="1">
                  <c:v>1</c:v>
                </c:pt>
                <c:pt idx="2">
                  <c:v>1</c:v>
                </c:pt>
                <c:pt idx="3">
                  <c:v>1</c:v>
                </c:pt>
                <c:pt idx="4">
                  <c:v>1</c:v>
                </c:pt>
                <c:pt idx="5">
                  <c:v>1</c:v>
                </c:pt>
                <c:pt idx="6">
                  <c:v>1</c:v>
                </c:pt>
              </c:numCache>
            </c:numRef>
          </c:val>
          <c:smooth val="0"/>
        </c:ser>
        <c:dLbls>
          <c:showLegendKey val="0"/>
          <c:showVal val="0"/>
          <c:showCatName val="0"/>
          <c:showSerName val="0"/>
          <c:showPercent val="0"/>
          <c:showBubbleSize val="0"/>
        </c:dLbls>
        <c:marker val="0"/>
        <c:smooth val="0"/>
        <c:axId val="725296953"/>
        <c:axId val="406196429"/>
      </c:lineChart>
      <c:catAx>
        <c:axId val="452361593"/>
        <c:scaling>
          <c:orientation val="minMax"/>
        </c:scaling>
        <c:delete val="0"/>
        <c:axPos val="b"/>
        <c:majorTickMark val="none"/>
        <c:minorTickMark val="none"/>
        <c:tickLblPos val="nextTo"/>
        <c:spPr>
          <a:noFill/>
          <a:ln w="9525" cap="flat" cmpd="sng" algn="ctr">
            <a:solidFill>
              <a:schemeClr val="tx1">
                <a:lumMod val="15000"/>
                <a:lumOff val="85000"/>
              </a:schemeClr>
            </a:solidFill>
            <a:round/>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78519395"/>
        <c:crosses val="autoZero"/>
        <c:auto val="1"/>
        <c:lblAlgn val="ctr"/>
        <c:lblOffset val="100"/>
        <c:noMultiLvlLbl val="0"/>
      </c:catAx>
      <c:valAx>
        <c:axId val="478519395"/>
        <c:scaling>
          <c:orientation val="minMax"/>
        </c:scaling>
        <c:delete val="0"/>
        <c:axPos val="l"/>
        <c:majorGridlines>
          <c:spPr>
            <a:ln w="9525" cap="flat" cmpd="sng" algn="ctr">
              <a:noFill/>
              <a:round/>
            </a:ln>
            <a:effectLst/>
          </c:spPr>
        </c:majorGridlines>
        <c:numFmt formatCode="General" sourceLinked="1"/>
        <c:majorTickMark val="none"/>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52361593"/>
        <c:crosses val="autoZero"/>
        <c:crossBetween val="between"/>
      </c:valAx>
      <c:catAx>
        <c:axId val="725296953"/>
        <c:scaling>
          <c:orientation val="minMax"/>
        </c:scaling>
        <c:delete val="1"/>
        <c:axPos val="b"/>
        <c:majorTickMark val="out"/>
        <c:minorTickMark val="none"/>
        <c:tickLblPos val="nextTo"/>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406196429"/>
        <c:crosses val="autoZero"/>
        <c:auto val="1"/>
        <c:lblAlgn val="ctr"/>
        <c:lblOffset val="100"/>
        <c:noMultiLvlLbl val="0"/>
      </c:catAx>
      <c:valAx>
        <c:axId val="406196429"/>
        <c:scaling>
          <c:orientation val="minMax"/>
        </c:scaling>
        <c:delete val="0"/>
        <c:axPos val="r"/>
        <c:numFmt formatCode="0%" sourceLinked="1"/>
        <c:majorTickMark val="out"/>
        <c:minorTickMark val="none"/>
        <c:tickLblPos val="nextTo"/>
        <c:spPr>
          <a:noFill/>
          <a:ln>
            <a:noFill/>
          </a:ln>
          <a:effectLst/>
        </c:spPr>
        <c:txPr>
          <a:bodyPr rot="-6000000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crossAx val="725296953"/>
        <c:crosses val="max"/>
        <c:crossBetween val="between"/>
      </c:valAx>
      <c:spPr>
        <a:noFill/>
        <a:ln>
          <a:noFill/>
        </a:ln>
        <a:effectLst/>
      </c:spPr>
    </c:plotArea>
    <c:legend>
      <c:legendPos val="b"/>
      <c:legendEntry>
        <c:idx val="0"/>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egendEntry>
        <c:idx val="1"/>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Entry>
      <c:layout/>
      <c:overlay val="0"/>
      <c:spPr>
        <a:noFill/>
        <a:ln>
          <a:noFill/>
        </a:ln>
        <a:effectLst/>
      </c:spPr>
      <c:txPr>
        <a:bodyPr rot="0" spcFirstLastPara="0" vertOverflow="ellipsis" vert="horz" wrap="square" anchor="ctr" anchorCtr="1"/>
        <a:lstStyle/>
        <a:p>
          <a:pPr>
            <a:defRPr lang="zh-CN" sz="500" b="0" i="0" u="none" strike="noStrike" kern="1200" baseline="0">
              <a:solidFill>
                <a:schemeClr val="bg2">
                  <a:lumMod val="10000"/>
                </a:schemeClr>
              </a:solidFill>
              <a:latin typeface="+mn-lt"/>
              <a:ea typeface="+mn-ea"/>
              <a:cs typeface="+mn-cs"/>
            </a:defRPr>
          </a:pPr>
        </a:p>
      </c:txPr>
    </c:legend>
    <c:plotVisOnly val="1"/>
    <c:dispBlanksAs val="gap"/>
    <c:showDLblsOverMax val="0"/>
    <c:extLst>
      <c:ext uri="{0b15fc19-7d7d-44ad-8c2d-2c3a37ce22c3}">
        <chartProps xmlns="https://web.wps.cn/et/2018/main" chartId="{2026f24e-bb0f-4c4d-9956-999e3625512c}"/>
      </c:ext>
    </c:extLst>
  </c:chart>
  <c:spPr>
    <a:noFill/>
    <a:ln w="9525" cap="flat" cmpd="sng" algn="ctr">
      <a:noFill/>
      <a:round/>
    </a:ln>
    <a:effectLst/>
  </c:spPr>
  <c:txPr>
    <a:bodyPr/>
    <a:lstStyle/>
    <a:p>
      <a:pPr>
        <a:defRPr lang="zh-CN" sz="500">
          <a:solidFill>
            <a:schemeClr val="bg2">
              <a:lumMod val="10000"/>
            </a:schemeClr>
          </a:solidFill>
        </a:defRPr>
      </a:pPr>
    </a:p>
  </c:txPr>
  <c:externalData r:id="rId1">
    <c:autoUpdate val="0"/>
  </c:externalData>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3">
  <a:schemeClr val="accent6"/>
  <a:schemeClr val="accent5"/>
  <a:schemeClr val="accent4"/>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10.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5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9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ln w="19050">
        <a:solidFill>
          <a:schemeClr val="lt1"/>
        </a:solidFill>
      </a:ln>
    </cs:spPr>
  </cs:dataPoint>
  <cs:dataPoint3D>
    <cs:lnRef idx="0"/>
    <cs:fillRef idx="1">
      <cs:styleClr val="auto"/>
    </cs:fillRef>
    <cs:effectRef idx="0"/>
    <cs:fontRef idx="minor">
      <a:schemeClr val="tx1"/>
    </cs:fontRef>
    <cs:spPr>
      <a:ln w="25400">
        <a:solidFill>
          <a:schemeClr val="lt1"/>
        </a:solidFill>
      </a:ln>
    </cs:spPr>
  </cs:dataPoint3D>
  <cs:dataPointLine>
    <cs:lnRef idx="0">
      <cs:styleClr val="auto"/>
    </cs:lnRef>
    <cs:fillRef idx="0"/>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0"/>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50000"/>
            <a:lumOff val="50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100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7.xml><?xml version="1.0" encoding="utf-8"?>
<cs:chartStyle xmlns:cs="http://schemas.microsoft.com/office/drawing/2012/chartStyle" xmlns:a="http://schemas.openxmlformats.org/drawingml/2006/main" id="253">
  <cs:axisTitle>
    <cs:lnRef idx="0"/>
    <cs:fillRef idx="0"/>
    <cs:effectRef idx="0"/>
    <cs:fontRef idx="minor">
      <a:schemeClr val="dk1">
        <a:lumMod val="75000"/>
        <a:lumOff val="25000"/>
      </a:schemeClr>
    </cs:fontRef>
    <cs:defRPr sz="900" b="1" kern="1200"/>
  </cs:axisTitle>
  <cs:categoryAxis>
    <cs:lnRef idx="0"/>
    <cs:fillRef idx="0"/>
    <cs:effectRef idx="0"/>
    <cs:fontRef idx="minor">
      <a:schemeClr val="dk1">
        <a:lumMod val="75000"/>
        <a:lumOff val="25000"/>
      </a:schemeClr>
    </cs:fontRef>
    <cs:spPr>
      <a:ln w="19050" cap="flat" cmpd="sng" algn="ctr">
        <a:solidFill>
          <a:schemeClr val="dk1">
            <a:lumMod val="75000"/>
            <a:lumOff val="25000"/>
          </a:schemeClr>
        </a:solidFill>
        <a:round/>
      </a:ln>
    </cs:spPr>
    <cs:defRPr sz="900" kern="1200" cap="all" baseline="0"/>
  </cs:categoryAxis>
  <cs:chartArea>
    <cs:lnRef idx="0"/>
    <cs:fillRef idx="0"/>
    <cs:effectRef idx="0"/>
    <cs:fontRef idx="minor">
      <a:schemeClr val="dk1"/>
    </cs:fontRef>
    <cs:spPr>
      <a:gradFill flip="none" rotWithShape="1">
        <a:gsLst>
          <a:gs pos="0">
            <a:schemeClr val="lt1"/>
          </a:gs>
          <a:gs pos="39000">
            <a:schemeClr val="lt1"/>
          </a:gs>
          <a:gs pos="100000">
            <a:schemeClr val="lt1">
              <a:lumMod val="75000"/>
            </a:schemeClr>
          </a:gs>
        </a:gsLst>
        <a:path path="circle">
          <a:fillToRect l="50000" t="-80000" r="50000" b="180000"/>
        </a:path>
      </a:gradFill>
      <a:ln w="9525" cap="flat" cmpd="sng" algn="ctr">
        <a:solidFill>
          <a:schemeClr val="dk1">
            <a:lumMod val="25000"/>
            <a:lumOff val="75000"/>
          </a:schemeClr>
        </a:solidFill>
        <a:round/>
      </a:ln>
    </cs:spPr>
    <cs:defRPr sz="900" kern="1200"/>
  </cs:chartArea>
  <cs:dataLabel>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dataLabel>
  <cs:dataLabelCallout>
    <cs:lnRef idx="0"/>
    <cs:fillRef idx="0"/>
    <cs:effectRef idx="0"/>
    <cs:fontRef idx="minor">
      <a:schemeClr val="lt1"/>
    </cs:fontRef>
    <cs:spPr>
      <a:pattFill prst="pct75">
        <a:fgClr>
          <a:schemeClr val="dk1">
            <a:lumMod val="75000"/>
            <a:lumOff val="25000"/>
          </a:schemeClr>
        </a:fgClr>
        <a:bgClr>
          <a:schemeClr val="dk1">
            <a:lumMod val="65000"/>
            <a:lumOff val="35000"/>
          </a:schemeClr>
        </a:bgClr>
      </a:pattFill>
      <a:effectLst>
        <a:outerShdw blurRad="50800" dist="38100" dir="2700000" algn="tl" rotWithShape="0">
          <a:prstClr val="black">
            <a:alpha val="40000"/>
          </a:prstClr>
        </a:outerShdw>
      </a:effectLst>
    </cs:spPr>
    <cs:defRPr sz="1000" b="1" i="0" u="none" strike="noStrike" kern="1200" baseline="0"/>
    <cs:bodyPr rot="0" spcFirstLastPara="1" vertOverflow="clip" horzOverflow="clip" vert="horz" wrap="square" lIns="36576" tIns="18288" rIns="36576" bIns="18288" anchor="ctr" anchorCtr="1">
      <a:spAutoFit/>
    </cs:bodyPr>
  </cs:dataLabelCallout>
  <cs:dataPoint>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
  <cs:dataPoint3D>
    <cs:lnRef idx="0"/>
    <cs:fillRef idx="0">
      <cs:styleClr val="auto"/>
    </cs:fillRef>
    <cs:effectRef idx="0"/>
    <cs:fontRef idx="minor">
      <a:schemeClr val="dk1"/>
    </cs:fontRef>
    <cs:spPr>
      <a:solidFill>
        <a:schemeClr val="phClr"/>
      </a:solidFill>
      <a:effectLst>
        <a:outerShdw blurRad="254000" sx="102000" sy="102000" algn="ctr" rotWithShape="0">
          <a:prstClr val="black">
            <a:alpha val="20000"/>
          </a:prstClr>
        </a:outerShdw>
      </a:effectLst>
    </cs:spPr>
  </cs:dataPoint3D>
  <cs:dataPointLine>
    <cs:lnRef idx="0">
      <cs:styleClr val="auto"/>
    </cs:lnRef>
    <cs:fillRef idx="0"/>
    <cs:effectRef idx="0"/>
    <cs:fontRef idx="minor">
      <a:schemeClr val="dk1"/>
    </cs:fontRef>
    <cs:spPr>
      <a:ln w="31750" cap="rnd">
        <a:solidFill>
          <a:schemeClr val="phClr">
            <a:alpha val="85000"/>
          </a:schemeClr>
        </a:solidFill>
        <a:round/>
      </a:ln>
    </cs:spPr>
  </cs:dataPointLine>
  <cs:dataPointMarker>
    <cs:lnRef idx="0"/>
    <cs:fillRef idx="0">
      <cs:styleClr val="auto"/>
    </cs:fillRef>
    <cs:effectRef idx="0"/>
    <cs:fontRef idx="minor">
      <a:schemeClr val="dk1"/>
    </cs:fontRef>
    <cs:spPr>
      <a:solidFill>
        <a:schemeClr val="phClr">
          <a:alpha val="85000"/>
        </a:schemeClr>
      </a:solidFill>
    </cs:spPr>
  </cs:dataPointMarker>
  <cs:dataPointMarkerLayout symbol="circle" size="6"/>
  <cs:dataPointWireframe>
    <cs:lnRef idx="0">
      <cs:styleClr val="auto"/>
    </cs:lnRef>
    <cs:fillRef idx="0"/>
    <cs:effectRef idx="0"/>
    <cs:fontRef idx="minor">
      <a:schemeClr val="dk1"/>
    </cs:fontRef>
    <cs:spPr>
      <a:ln w="9525" cap="rnd">
        <a:solidFill>
          <a:schemeClr val="phClr"/>
        </a:solidFill>
        <a:round/>
      </a:ln>
    </cs:spPr>
  </cs:dataPointWireframe>
  <cs:dataTable>
    <cs:lnRef idx="0"/>
    <cs:fillRef idx="0"/>
    <cs:effectRef idx="0"/>
    <cs:fontRef idx="minor">
      <a:schemeClr val="dk1">
        <a:lumMod val="75000"/>
        <a:lumOff val="25000"/>
      </a:schemeClr>
    </cs:fontRef>
    <cs:spPr>
      <a:ln w="9525">
        <a:solidFill>
          <a:schemeClr val="dk1">
            <a:lumMod val="35000"/>
            <a:lumOff val="65000"/>
          </a:schemeClr>
        </a:solidFill>
      </a:ln>
    </cs:spPr>
    <cs:defRPr sz="900" kern="1200"/>
  </cs:dataTable>
  <cs:downBar>
    <cs:lnRef idx="0"/>
    <cs:fillRef idx="0"/>
    <cs:effectRef idx="0"/>
    <cs:fontRef idx="minor">
      <a:schemeClr val="dk1"/>
    </cs:fontRef>
    <cs:spPr>
      <a:solidFill>
        <a:schemeClr val="dk1">
          <a:lumMod val="50000"/>
          <a:lumOff val="50000"/>
        </a:schemeClr>
      </a:solidFill>
      <a:ln w="9525">
        <a:solidFill>
          <a:schemeClr val="dk1">
            <a:lumMod val="65000"/>
            <a:lumOff val="35000"/>
          </a:schemeClr>
        </a:solidFill>
      </a:ln>
    </cs:spPr>
  </cs:downBar>
  <cs:dropLine>
    <cs:lnRef idx="0"/>
    <cs:fillRef idx="0"/>
    <cs:effectRef idx="0"/>
    <cs:fontRef idx="minor">
      <a:schemeClr val="dk1"/>
    </cs:fontRef>
    <cs:spPr>
      <a:ln w="9525">
        <a:solidFill>
          <a:schemeClr val="dk1">
            <a:lumMod val="35000"/>
            <a:lumOff val="65000"/>
          </a:schemeClr>
        </a:solidFill>
        <a:prstDash val="dash"/>
      </a:ln>
    </cs:spPr>
  </cs:dropLine>
  <cs:errorBar>
    <cs:lnRef idx="0"/>
    <cs:fillRef idx="0"/>
    <cs:effectRef idx="0"/>
    <cs:fontRef idx="minor">
      <a:schemeClr val="dk1"/>
    </cs:fontRef>
    <cs:spPr>
      <a:ln w="9525">
        <a:solidFill>
          <a:schemeClr val="dk1">
            <a:lumMod val="65000"/>
            <a:lumOff val="35000"/>
          </a:schemeClr>
        </a:solidFill>
        <a:round/>
      </a:ln>
    </cs:spPr>
  </cs:errorBar>
  <cs:floor>
    <cs:lnRef idx="0"/>
    <cs:fillRef idx="0"/>
    <cs:effectRef idx="0"/>
    <cs:fontRef idx="minor">
      <a:schemeClr val="dk1"/>
    </cs:fontRef>
  </cs:floor>
  <cs:gridlineMajor>
    <cs:lnRef idx="0"/>
    <cs:fillRef idx="0"/>
    <cs:effectRef idx="0"/>
    <cs:fontRef idx="minor">
      <a:schemeClr val="dk1"/>
    </cs:fontRef>
    <cs:spPr>
      <a:ln w="9525" cap="flat" cmpd="sng" algn="ctr">
        <a:gradFill>
          <a:gsLst>
            <a:gs pos="100000">
              <a:schemeClr val="dk1">
                <a:lumMod val="95000"/>
                <a:lumOff val="5000"/>
                <a:alpha val="42000"/>
              </a:schemeClr>
            </a:gs>
            <a:gs pos="0">
              <a:schemeClr val="lt1">
                <a:lumMod val="75000"/>
                <a:alpha val="36000"/>
              </a:schemeClr>
            </a:gs>
          </a:gsLst>
          <a:lin ang="5400000" scaled="0"/>
        </a:gradFill>
        <a:round/>
      </a:ln>
    </cs:spPr>
  </cs:gridlineMajor>
  <cs:gridlineMinor>
    <cs:lnRef idx="0"/>
    <cs:fillRef idx="0"/>
    <cs:effectRef idx="0"/>
    <cs:fontRef idx="minor">
      <a:schemeClr val="dk1"/>
    </cs:fontRef>
    <cs:spPr>
      <a:ln>
        <a:gradFill>
          <a:gsLst>
            <a:gs pos="100000">
              <a:schemeClr val="dk1">
                <a:lumMod val="95000"/>
                <a:lumOff val="5000"/>
                <a:alpha val="42000"/>
              </a:schemeClr>
            </a:gs>
            <a:gs pos="0">
              <a:schemeClr val="lt1">
                <a:lumMod val="75000"/>
                <a:alpha val="36000"/>
              </a:schemeClr>
            </a:gs>
          </a:gsLst>
          <a:lin ang="5400000" scaled="0"/>
        </a:gradFill>
      </a:ln>
    </cs:spPr>
  </cs:gridlineMinor>
  <cs:hiLoLine>
    <cs:lnRef idx="0"/>
    <cs:fillRef idx="0"/>
    <cs:effectRef idx="0"/>
    <cs:fontRef idx="minor">
      <a:schemeClr val="dk1"/>
    </cs:fontRef>
    <cs:spPr>
      <a:ln w="9525">
        <a:solidFill>
          <a:schemeClr val="dk1">
            <a:lumMod val="35000"/>
            <a:lumOff val="65000"/>
          </a:schemeClr>
        </a:solidFill>
        <a:prstDash val="dash"/>
      </a:ln>
    </cs:spPr>
  </cs:hiLoLine>
  <cs:leaderLine>
    <cs:lnRef idx="0"/>
    <cs:fillRef idx="0"/>
    <cs:effectRef idx="0"/>
    <cs:fontRef idx="minor">
      <a:schemeClr val="dk1"/>
    </cs:fontRef>
    <cs:spPr>
      <a:ln w="9525">
        <a:solidFill>
          <a:schemeClr val="dk1">
            <a:lumMod val="50000"/>
            <a:lumOff val="50000"/>
          </a:schemeClr>
        </a:solidFill>
      </a:ln>
    </cs:spPr>
  </cs:leaderLine>
  <cs:legend>
    <cs:lnRef idx="0"/>
    <cs:fillRef idx="0"/>
    <cs:effectRef idx="0"/>
    <cs:fontRef idx="minor">
      <a:schemeClr val="dk1">
        <a:lumMod val="75000"/>
        <a:lumOff val="25000"/>
      </a:schemeClr>
    </cs:fontRef>
    <cs:spPr>
      <a:solidFill>
        <a:schemeClr val="lt1">
          <a:lumMod val="95000"/>
          <a:alpha val="39000"/>
        </a:schemeClr>
      </a:solidFill>
    </cs:spPr>
    <cs:defRPr sz="900" kern="1200"/>
  </cs:legend>
  <cs:plotArea>
    <cs:lnRef idx="0"/>
    <cs:fillRef idx="0"/>
    <cs:effectRef idx="0"/>
    <cs:fontRef idx="minor">
      <a:schemeClr val="dk1"/>
    </cs:fontRef>
  </cs:plotArea>
  <cs:plotArea3D>
    <cs:lnRef idx="0"/>
    <cs:fillRef idx="0"/>
    <cs:effectRef idx="0"/>
    <cs:fontRef idx="minor">
      <a:schemeClr val="dk1"/>
    </cs:fontRef>
  </cs:plotArea3D>
  <cs:seriesAxis>
    <cs:lnRef idx="0"/>
    <cs:fillRef idx="0"/>
    <cs:effectRef idx="0"/>
    <cs:fontRef idx="minor">
      <a:schemeClr val="dk1">
        <a:lumMod val="75000"/>
        <a:lumOff val="25000"/>
      </a:schemeClr>
    </cs:fontRef>
    <cs:spPr>
      <a:ln w="31750" cap="flat" cmpd="sng" algn="ctr">
        <a:solidFill>
          <a:schemeClr val="dk1">
            <a:lumMod val="75000"/>
            <a:lumOff val="25000"/>
          </a:schemeClr>
        </a:solidFill>
        <a:round/>
      </a:ln>
    </cs:spPr>
    <cs:defRPr sz="900" kern="1200"/>
  </cs:seriesAxis>
  <cs:seriesLine>
    <cs:lnRef idx="0"/>
    <cs:fillRef idx="0"/>
    <cs:effectRef idx="0"/>
    <cs:fontRef idx="minor">
      <a:schemeClr val="dk1"/>
    </cs:fontRef>
    <cs:spPr>
      <a:ln w="9525">
        <a:solidFill>
          <a:schemeClr val="dk1">
            <a:lumMod val="50000"/>
            <a:lumOff val="50000"/>
          </a:schemeClr>
        </a:solidFill>
        <a:round/>
      </a:ln>
    </cs:spPr>
  </cs:seriesLine>
  <cs:title>
    <cs:lnRef idx="0"/>
    <cs:fillRef idx="0"/>
    <cs:effectRef idx="0"/>
    <cs:fontRef idx="minor">
      <a:schemeClr val="dk1">
        <a:lumMod val="75000"/>
        <a:lumOff val="25000"/>
      </a:schemeClr>
    </cs:fontRef>
    <cs:defRPr sz="1800" b="1" kern="1200" baseline="0"/>
  </cs:title>
  <cs:trendline>
    <cs:lnRef idx="0">
      <cs:styleClr val="auto"/>
    </cs:lnRef>
    <cs:fillRef idx="0"/>
    <cs:effectRef idx="0"/>
    <cs:fontRef idx="minor">
      <a:schemeClr val="dk1"/>
    </cs:fontRef>
    <cs:spPr>
      <a:ln w="19050" cap="rnd">
        <a:solidFill>
          <a:schemeClr val="phClr"/>
        </a:solidFill>
      </a:ln>
    </cs:spPr>
  </cs:trendline>
  <cs:trendlineLabel>
    <cs:lnRef idx="0"/>
    <cs:fillRef idx="0"/>
    <cs:effectRef idx="0"/>
    <cs:fontRef idx="minor">
      <a:schemeClr val="dk1">
        <a:lumMod val="75000"/>
        <a:lumOff val="25000"/>
      </a:schemeClr>
    </cs:fontRef>
    <cs:defRPr sz="900" kern="1200"/>
  </cs:trendlineLabel>
  <cs:upBar>
    <cs:lnRef idx="0"/>
    <cs:fillRef idx="0"/>
    <cs:effectRef idx="0"/>
    <cs:fontRef idx="minor">
      <a:schemeClr val="dk1"/>
    </cs:fontRef>
    <cs:spPr>
      <a:solidFill>
        <a:schemeClr val="lt1"/>
      </a:solidFill>
      <a:ln w="9525">
        <a:solidFill>
          <a:schemeClr val="dk1">
            <a:lumMod val="65000"/>
            <a:lumOff val="35000"/>
          </a:schemeClr>
        </a:solidFill>
      </a:ln>
    </cs:spPr>
  </cs:upBar>
  <cs:valueAxis>
    <cs:lnRef idx="0"/>
    <cs:fillRef idx="0"/>
    <cs:effectRef idx="0"/>
    <cs:fontRef idx="minor">
      <a:schemeClr val="dk1">
        <a:lumMod val="75000"/>
        <a:lumOff val="25000"/>
      </a:schemeClr>
    </cs:fontRef>
    <cs:spPr>
      <a:ln>
        <a:noFill/>
      </a:ln>
    </cs:spPr>
    <cs:defRPr sz="900" kern="1200"/>
  </cs:valueAxis>
  <cs:wall>
    <cs:lnRef idx="0"/>
    <cs:fillRef idx="0"/>
    <cs:effectRef idx="0"/>
    <cs:fontRef idx="minor">
      <a:schemeClr val="dk1"/>
    </cs:fontRef>
  </cs:wall>
</cs:chartStyle>
</file>

<file path=ppt/charts/style8.xml><?xml version="1.0" encoding="utf-8"?>
<cs:chartStyle xmlns:cs="http://schemas.microsoft.com/office/drawing/2012/chartStyle" xmlns:a="http://schemas.openxmlformats.org/drawingml/2006/main" id="10109">
  <cs:axisTitle>
    <cs:lnRef idx="0"/>
    <cs:fillRef idx="0"/>
    <cs:effectRef idx="0"/>
    <cs:fontRef idx="minor">
      <a:srgbClr val="000000">
        <a:lumMod val="65000"/>
        <a:lumOff val="35000"/>
      </a:srgbClr>
    </cs:fontRef>
    <cs:defRPr sz="1000" kern="1200"/>
  </cs:axisTitle>
  <cs:categoryAxis>
    <cs:lnRef idx="0"/>
    <cs:fillRef idx="0"/>
    <cs:effectRef idx="0"/>
    <cs:fontRef idx="minor">
      <a:srgbClr val="000000">
        <a:lumMod val="65000"/>
        <a:lumOff val="35000"/>
      </a:srgbClr>
    </cs:fontRef>
    <cs:spPr>
      <a:ln w="9525" cap="flat" cmpd="sng" algn="ctr">
        <a:solidFill>
          <a:srgbClr val="000000">
            <a:lumMod val="15000"/>
            <a:lumOff val="85000"/>
          </a:srgbClr>
        </a:solidFill>
        <a:round/>
      </a:ln>
    </cs:spPr>
    <cs:defRPr sz="900" kern="1200"/>
  </cs:categoryAxis>
  <cs:chartArea mods="allowNoFillOverride allowNoLineOverride">
    <cs:lnRef idx="0"/>
    <cs:fillRef idx="0"/>
    <cs:effectRef idx="0"/>
    <cs:fontRef idx="minor">
      <a:srgbClr val="000000"/>
    </cs:fontRef>
    <cs:spPr>
      <a:solidFill>
        <a:srgbClr val="FFFFFF"/>
      </a:solidFill>
      <a:ln w="9525" cap="flat" cmpd="sng" algn="ctr">
        <a:solidFill>
          <a:srgbClr val="000000">
            <a:lumMod val="15000"/>
            <a:lumOff val="85000"/>
          </a:srgbClr>
        </a:solidFill>
        <a:round/>
      </a:ln>
    </cs:spPr>
    <cs:defRPr sz="900" kern="1200"/>
  </cs:chartArea>
  <cs:dataLabel>
    <cs:lnRef idx="0"/>
    <cs:fillRef idx="0"/>
    <cs:effectRef idx="0"/>
    <cs:fontRef idx="minor">
      <a:srgbClr val="000000">
        <a:lumMod val="75000"/>
        <a:lumOff val="25000"/>
      </a:srgbClr>
    </cs:fontRef>
    <cs:defRPr sz="1000" kern="1200"/>
  </cs:dataLabel>
  <cs:dataLabelCallout>
    <cs:lnRef idx="0"/>
    <cs:fillRef idx="0"/>
    <cs:effectRef idx="0"/>
    <cs:fontRef idx="minor">
      <a:srgbClr val="000000">
        <a:lumMod val="65000"/>
        <a:lumOff val="35000"/>
      </a:srgbClr>
    </cs:fontRef>
    <cs:spPr>
      <a:solidFill>
        <a:srgbClr val="FFFFFF"/>
      </a:solidFill>
      <a:ln>
        <a:solidFill>
          <a:srgbClr val="000000">
            <a:lumMod val="25000"/>
            <a:lumOff val="75000"/>
          </a:srgb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rgbClr val="000000"/>
    </cs:fontRef>
    <cs:spPr>
      <a:ln>
        <a:solidFill>
          <a:srgbClr val="FFFFFF"/>
        </a:solidFill>
      </a:ln>
      <a:effectLst/>
    </cs:spPr>
  </cs:dataPoint>
  <cs:dataPoint3D>
    <cs:lnRef idx="0"/>
    <cs:fillRef idx="1">
      <cs:styleClr val="auto"/>
    </cs:fillRef>
    <cs:effectRef idx="0"/>
    <cs:fontRef idx="minor">
      <a:srgbClr val="000000"/>
    </cs:fontRef>
    <cs:spPr>
      <a:ln w="25400">
        <a:solidFill>
          <a:srgbClr val="FFFFFF"/>
        </a:solidFill>
      </a:ln>
    </cs:spPr>
  </cs:dataPoint3D>
  <cs:dataPointLine>
    <cs:lnRef idx="0">
      <cs:styleClr val="auto"/>
    </cs:lnRef>
    <cs:fillRef idx="0"/>
    <cs:effectRef idx="0"/>
    <cs:fontRef idx="minor">
      <a:srgbClr val="000000"/>
    </cs:fontRef>
    <cs:spPr>
      <a:ln w="28575" cap="rnd">
        <a:solidFill>
          <a:srgbClr val="FFFFFF"/>
        </a:solidFill>
        <a:round/>
      </a:ln>
    </cs:spPr>
  </cs:dataPointLine>
  <cs:dataPointMarker>
    <cs:lnRef idx="0">
      <cs:styleClr val="auto"/>
    </cs:lnRef>
    <cs:fillRef idx="1">
      <cs:styleClr val="auto"/>
    </cs:fillRef>
    <cs:effectRef idx="0"/>
    <cs:fontRef idx="minor">
      <a:srgbClr val="000000"/>
    </cs:fontRef>
    <cs:spPr>
      <a:ln w="9525">
        <a:solidFill>
          <a:srgbClr val="FFFFFF"/>
        </a:solidFill>
      </a:ln>
    </cs:spPr>
  </cs:dataPointMarker>
  <cs:dataPointMarkerLayout symbol="circle" size="5"/>
  <cs:dataPointWireframe>
    <cs:lnRef idx="0">
      <cs:styleClr val="auto"/>
    </cs:lnRef>
    <cs:fillRef idx="0"/>
    <cs:effectRef idx="0"/>
    <cs:fontRef idx="minor">
      <a:srgbClr val="000000"/>
    </cs:fontRef>
    <cs:spPr>
      <a:ln w="9525" cap="rnd">
        <a:solidFill>
          <a:srgbClr val="FFFFFF"/>
        </a:solidFill>
        <a:round/>
      </a:ln>
    </cs:spPr>
  </cs:dataPointWireframe>
  <cs:dataTable>
    <cs:lnRef idx="0"/>
    <cs:fillRef idx="0"/>
    <cs:effectRef idx="0"/>
    <cs:fontRef idx="minor">
      <a:srgbClr val="000000">
        <a:lumMod val="65000"/>
        <a:lumOff val="35000"/>
      </a:srgbClr>
    </cs:fontRef>
    <cs:spPr>
      <a:noFill/>
      <a:ln w="9525" cap="flat" cmpd="sng" algn="ctr">
        <a:solidFill>
          <a:srgbClr val="000000">
            <a:lumMod val="15000"/>
            <a:lumOff val="85000"/>
          </a:srgbClr>
        </a:solidFill>
        <a:round/>
      </a:ln>
    </cs:spPr>
    <cs:defRPr sz="900" kern="1200"/>
  </cs:dataTable>
  <cs:downBar>
    <cs:lnRef idx="0"/>
    <cs:fillRef idx="0"/>
    <cs:effectRef idx="0"/>
    <cs:fontRef idx="minor">
      <a:srgbClr val="000000"/>
    </cs:fontRef>
    <cs:spPr>
      <a:solidFill>
        <a:srgbClr val="000000">
          <a:lumMod val="75000"/>
          <a:lumOff val="25000"/>
        </a:srgbClr>
      </a:solidFill>
      <a:ln w="9525" cap="flat" cmpd="sng" algn="ctr">
        <a:solidFill>
          <a:srgbClr val="000000">
            <a:lumMod val="65000"/>
            <a:lumOff val="35000"/>
          </a:srgbClr>
        </a:solidFill>
        <a:round/>
      </a:ln>
    </cs:spPr>
  </cs:downBar>
  <cs:dropLine>
    <cs:lnRef idx="0"/>
    <cs:fillRef idx="0"/>
    <cs:effectRef idx="0"/>
    <cs:fontRef idx="minor">
      <a:srgbClr val="000000"/>
    </cs:fontRef>
    <cs:spPr>
      <a:ln w="9525" cap="flat" cmpd="sng" algn="ctr">
        <a:solidFill>
          <a:srgbClr val="000000">
            <a:lumMod val="35000"/>
            <a:lumOff val="65000"/>
          </a:srgbClr>
        </a:solidFill>
        <a:round/>
      </a:ln>
    </cs:spPr>
  </cs:dropLine>
  <cs:errorBar>
    <cs:lnRef idx="0"/>
    <cs:fillRef idx="0"/>
    <cs:effectRef idx="0"/>
    <cs:fontRef idx="minor">
      <a:srgbClr val="000000"/>
    </cs:fontRef>
    <cs:spPr>
      <a:ln w="9525" cap="flat" cmpd="sng" algn="ctr">
        <a:solidFill>
          <a:srgbClr val="000000">
            <a:lumMod val="65000"/>
            <a:lumOff val="35000"/>
          </a:srgbClr>
        </a:solidFill>
        <a:round/>
      </a:ln>
    </cs:spPr>
  </cs:errorBar>
  <cs:floor>
    <cs:lnRef idx="0"/>
    <cs:fillRef idx="0"/>
    <cs:effectRef idx="0"/>
    <cs:fontRef idx="minor">
      <a:srgbClr val="000000"/>
    </cs:fontRef>
    <cs:spPr>
      <a:noFill/>
      <a:ln>
        <a:noFill/>
      </a:ln>
    </cs:spPr>
  </cs:floor>
  <cs:gridlineMajor>
    <cs:lnRef idx="0"/>
    <cs:fillRef idx="0"/>
    <cs:effectRef idx="0"/>
    <cs:fontRef idx="minor">
      <a:srgbClr val="000000"/>
    </cs:fontRef>
    <cs:spPr>
      <a:ln w="9525" cap="flat" cmpd="sng" algn="ctr">
        <a:solidFill>
          <a:srgbClr val="FFFFFF">
            <a:lumMod val="90200"/>
          </a:srgbClr>
        </a:solidFill>
        <a:round/>
      </a:ln>
    </cs:spPr>
  </cs:gridlineMajor>
  <cs:gridlineMinor>
    <cs:lnRef idx="0"/>
    <cs:fillRef idx="0"/>
    <cs:effectRef idx="0"/>
    <cs:fontRef idx="minor">
      <a:srgbClr val="000000"/>
    </cs:fontRef>
    <cs:spPr>
      <a:ln w="9525" cap="flat" cmpd="sng" algn="ctr">
        <a:solidFill>
          <a:srgbClr val="000000">
            <a:lumMod val="5000"/>
            <a:lumOff val="95000"/>
          </a:srgbClr>
        </a:solidFill>
        <a:round/>
      </a:ln>
    </cs:spPr>
  </cs:gridlineMinor>
  <cs:hiLoLine>
    <cs:lnRef idx="0"/>
    <cs:fillRef idx="0"/>
    <cs:effectRef idx="0"/>
    <cs:fontRef idx="minor">
      <a:srgbClr val="000000"/>
    </cs:fontRef>
    <cs:spPr>
      <a:ln w="9525" cap="flat" cmpd="sng" algn="ctr">
        <a:solidFill>
          <a:srgbClr val="000000">
            <a:lumMod val="50000"/>
            <a:lumOff val="50000"/>
          </a:srgbClr>
        </a:solidFill>
        <a:round/>
      </a:ln>
    </cs:spPr>
  </cs:hiLoLine>
  <cs:leaderLine>
    <cs:lnRef idx="0"/>
    <cs:fillRef idx="0"/>
    <cs:effectRef idx="0"/>
    <cs:fontRef idx="minor">
      <a:srgbClr val="000000"/>
    </cs:fontRef>
    <cs:spPr>
      <a:ln w="9525" cap="flat" cmpd="sng" algn="ctr">
        <a:solidFill>
          <a:srgbClr val="000000">
            <a:lumMod val="35000"/>
            <a:lumOff val="65000"/>
          </a:srgbClr>
        </a:solidFill>
        <a:round/>
      </a:ln>
    </cs:spPr>
  </cs:leaderLine>
  <cs:legend>
    <cs:lnRef idx="0"/>
    <cs:fillRef idx="0"/>
    <cs:effectRef idx="0"/>
    <cs:fontRef idx="minor">
      <a:srgbClr val="000000">
        <a:lumMod val="65000"/>
        <a:lumOff val="35000"/>
      </a:srgbClr>
    </cs:fontRef>
    <cs:defRPr sz="900" kern="1200"/>
  </cs:legend>
  <cs:plotArea mods="allowNoFillOverride allowNoLineOverride">
    <cs:lnRef idx="0"/>
    <cs:fillRef idx="0"/>
    <cs:effectRef idx="0"/>
    <cs:fontRef idx="minor">
      <a:srgbClr val="000000"/>
    </cs:fontRef>
  </cs:plotArea>
  <cs:plotArea3D mods="allowNoFillOverride allowNoLineOverride">
    <cs:lnRef idx="0"/>
    <cs:fillRef idx="0"/>
    <cs:effectRef idx="0"/>
    <cs:fontRef idx="minor">
      <a:srgbClr val="000000"/>
    </cs:fontRef>
  </cs:plotArea3D>
  <cs:seriesAxis>
    <cs:lnRef idx="0"/>
    <cs:fillRef idx="0"/>
    <cs:effectRef idx="0"/>
    <cs:fontRef idx="minor">
      <a:srgbClr val="000000">
        <a:lumMod val="65000"/>
        <a:lumOff val="35000"/>
      </a:srgbClr>
    </cs:fontRef>
    <cs:defRPr sz="900" kern="1200"/>
  </cs:seriesAxis>
  <cs:seriesLine>
    <cs:lnRef idx="0"/>
    <cs:fillRef idx="0"/>
    <cs:effectRef idx="0"/>
    <cs:fontRef idx="minor">
      <a:srgbClr val="000000"/>
    </cs:fontRef>
    <cs:spPr>
      <a:ln w="9525" cap="flat" cmpd="sng" algn="ctr">
        <a:solidFill>
          <a:srgbClr val="000000">
            <a:lumMod val="35000"/>
            <a:lumOff val="65000"/>
          </a:srgbClr>
        </a:solidFill>
        <a:round/>
      </a:ln>
    </cs:spPr>
  </cs:seriesLine>
  <cs:title>
    <cs:lnRef idx="0"/>
    <cs:fillRef idx="0"/>
    <cs:effectRef idx="0"/>
    <cs:fontRef idx="minor">
      <a:srgbClr val="000000">
        <a:lumMod val="75000"/>
        <a:lumOff val="25000"/>
      </a:srgbClr>
    </cs:fontRef>
    <cs:defRPr sz="1400" b="1" kern="1200" baseline="0"/>
  </cs:title>
  <cs:trendline>
    <cs:lnRef idx="0">
      <cs:styleClr val="auto"/>
    </cs:lnRef>
    <cs:fillRef idx="0"/>
    <cs:effectRef idx="0"/>
    <cs:fontRef idx="minor">
      <a:srgbClr val="000000"/>
    </cs:fontRef>
    <cs:spPr>
      <a:ln w="19050" cap="rnd">
        <a:solidFill>
          <a:srgbClr val="FFFFFF"/>
        </a:solidFill>
        <a:prstDash val="sysDot"/>
      </a:ln>
    </cs:spPr>
  </cs:trendline>
  <cs:trendlineLabel>
    <cs:lnRef idx="0"/>
    <cs:fillRef idx="0"/>
    <cs:effectRef idx="0"/>
    <cs:fontRef idx="minor">
      <a:srgbClr val="000000">
        <a:lumMod val="65000"/>
        <a:lumOff val="35000"/>
      </a:srgbClr>
    </cs:fontRef>
    <cs:defRPr sz="900" kern="1200"/>
  </cs:trendlineLabel>
  <cs:upBar>
    <cs:lnRef idx="0"/>
    <cs:fillRef idx="0"/>
    <cs:effectRef idx="0"/>
    <cs:fontRef idx="minor">
      <a:srgbClr val="000000"/>
    </cs:fontRef>
    <cs:spPr>
      <a:solidFill>
        <a:srgbClr val="FFFFFF"/>
      </a:solidFill>
      <a:ln w="9525" cap="flat" cmpd="sng" algn="ctr">
        <a:solidFill>
          <a:srgbClr val="000000">
            <a:lumMod val="65000"/>
            <a:lumOff val="35000"/>
          </a:srgbClr>
        </a:solidFill>
        <a:round/>
      </a:ln>
    </cs:spPr>
  </cs:upBar>
  <cs:valueAxis>
    <cs:lnRef idx="0"/>
    <cs:fillRef idx="0"/>
    <cs:effectRef idx="0"/>
    <cs:fontRef idx="minor">
      <a:srgbClr val="000000">
        <a:lumMod val="65000"/>
        <a:lumOff val="35000"/>
      </a:srgbClr>
    </cs:fontRef>
    <cs:defRPr sz="900" kern="1200"/>
  </cs:valueAxis>
  <cs:wall>
    <cs:lnRef idx="0"/>
    <cs:fillRef idx="0"/>
    <cs:effectRef idx="0"/>
    <cs:fontRef idx="minor">
      <a:srgbClr val="000000"/>
    </cs:fontRef>
    <cs:spPr>
      <a:noFill/>
      <a:ln>
        <a:noFill/>
      </a:ln>
    </cs:spPr>
  </cs:wall>
</cs:chartStyle>
</file>

<file path=ppt/charts/style9.xml><?xml version="1.0" encoding="utf-8"?>
<cs:chartStyle xmlns:cs="http://schemas.microsoft.com/office/drawing/2012/chartStyle" xmlns:a="http://schemas.openxmlformats.org/drawingml/2006/main" id="1002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0">
      <cs:styleClr val="auto"/>
    </cs:fillRef>
    <cs:effectRef idx="0"/>
    <cs:fontRef idx="minor">
      <a:schemeClr val="dk1"/>
    </cs:fontRef>
    <cs:spPr>
      <a:ln w="28575" cap="rnd">
        <a:solidFill>
          <a:schemeClr val="phClr"/>
        </a:solidFill>
        <a:round/>
      </a:ln>
      <a:effectLst/>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10.xml><?xml version="1.0" encoding="utf-8"?>
<cs:chartStyle xmlns:cs="http://schemas.microsoft.com/office/drawing/2012/chartStyle" xmlns:a="http://schemas.openxmlformats.org/drawingml/2006/main" id="10298">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10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1000" kern="1200"/>
    <cs:bodyPr rot="0" spcFirstLastPara="1" vertOverflow="clip" horzOverflow="clip" vert="horz" wrap="square" lIns="36576" tIns="18288" rIns="36576" bIns="18288" anchor="ctr" anchorCtr="1">
      <a:spAutoFit/>
    </cs:bodyPr>
  </cs:dataLabelCallout>
  <cs:dataPoint>
    <cs:lnRef idx="0">
      <cs:styleClr val="auto"/>
    </cs:lnRef>
    <cs:fillRef idx="1">
      <cs:styleClr val="auto"/>
    </cs:fillRef>
    <cs:effectRef idx="0"/>
    <cs:fontRef idx="minor">
      <a:schemeClr val="dk1"/>
    </cs:fontRef>
    <cs:spPr>
      <a:ln>
        <a:noFill/>
      </a:ln>
      <a:effectLst/>
    </cs:spPr>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tx1"/>
    </cs:fontRef>
    <cs:spPr>
      <a:solidFill>
        <a:schemeClr val="dk1">
          <a:lumMod val="75000"/>
          <a:lumOff val="25000"/>
        </a:schemeClr>
      </a:solidFill>
      <a:ln w="9525" cap="flat" cmpd="sng" algn="ctr">
        <a:solidFill>
          <a:schemeClr val="tx1">
            <a:lumMod val="65000"/>
            <a:lumOff val="35000"/>
          </a:schemeClr>
        </a:solidFill>
        <a:round/>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lt1">
            <a:lumMod val="902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75000"/>
        <a:lumOff val="25000"/>
      </a:schemeClr>
    </cs:fontRef>
    <cs:defRPr sz="1400" b="1" kern="120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tx1"/>
    </cs:fontRef>
    <cs:spPr>
      <a:solidFill>
        <a:schemeClr val="lt1"/>
      </a:solidFill>
      <a:ln w="9525" cap="flat" cmpd="sng" algn="ctr">
        <a:solidFill>
          <a:schemeClr val="tx1">
            <a:lumMod val="65000"/>
            <a:lumOff val="35000"/>
          </a:schemeClr>
        </a:solidFill>
        <a:round/>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页眉占位符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zh-CN" altLang="en-US"/>
          </a:p>
        </p:txBody>
      </p:sp>
      <p:sp>
        <p:nvSpPr>
          <p:cNvPr id="3" name="日期占位符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2A48B96-639E-45A3-A0BA-2464DFDB1FAA}" type="datetimeFigureOut">
              <a:rPr lang="zh-CN" altLang="en-US" smtClean="0"/>
            </a:fld>
            <a:endParaRPr lang="zh-CN" altLang="en-US"/>
          </a:p>
        </p:txBody>
      </p:sp>
      <p:sp>
        <p:nvSpPr>
          <p:cNvPr id="4" name="幻灯片图像占位符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zh-CN" altLang="en-US"/>
          </a:p>
        </p:txBody>
      </p:sp>
      <p:sp>
        <p:nvSpPr>
          <p:cNvPr id="5" name="备注占位符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zh-CN" altLang="en-US" smtClean="0"/>
              <a:t>单击此处编辑母版文本样式</a:t>
            </a:r>
            <a:endParaRPr lang="zh-CN" altLang="en-US" smtClean="0"/>
          </a:p>
          <a:p>
            <a:pPr lvl="1"/>
            <a:r>
              <a:rPr lang="zh-CN" altLang="en-US" smtClean="0"/>
              <a:t>第二级</a:t>
            </a:r>
            <a:endParaRPr lang="zh-CN" altLang="en-US" smtClean="0"/>
          </a:p>
          <a:p>
            <a:pPr lvl="2"/>
            <a:r>
              <a:rPr lang="zh-CN" altLang="en-US" smtClean="0"/>
              <a:t>第三级</a:t>
            </a:r>
            <a:endParaRPr lang="zh-CN" altLang="en-US" smtClean="0"/>
          </a:p>
          <a:p>
            <a:pPr lvl="3"/>
            <a:r>
              <a:rPr lang="zh-CN" altLang="en-US" smtClean="0"/>
              <a:t>第四级</a:t>
            </a:r>
            <a:endParaRPr lang="zh-CN" altLang="en-US" smtClean="0"/>
          </a:p>
          <a:p>
            <a:pPr lvl="4"/>
            <a:r>
              <a:rPr lang="zh-CN" altLang="en-US" smtClean="0"/>
              <a:t>第五级</a:t>
            </a:r>
            <a:endParaRPr lang="zh-CN" altLang="en-US"/>
          </a:p>
        </p:txBody>
      </p:sp>
      <p:sp>
        <p:nvSpPr>
          <p:cNvPr id="6" name="页脚占位符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zh-CN" altLang="en-US"/>
          </a:p>
        </p:txBody>
      </p:sp>
      <p:sp>
        <p:nvSpPr>
          <p:cNvPr id="7" name="灯片编号占位符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6837353-30EB-4A48-80EB-173D804AEFBD}" type="slidenum">
              <a:rPr lang="zh-CN" altLang="en-US" smtClean="0"/>
            </a:fld>
            <a:endParaRPr lang="zh-CN" altLang="en-US"/>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4.xml"/></Relationships>
</file>

<file path=ppt/notesSlides/_rels/notesSlide4.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5.xml"/></Relationships>
</file>

<file path=ppt/notesSlides/_rels/notesSlide5.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6.xml"/></Relationships>
</file>

<file path=ppt/notesSlides/_rels/notesSlide11.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7.xml"/></Relationships>
</file>

<file path=ppt/notesSlides/_rels/notesSlide12.xml.rels><?xml version="1.0" encoding="UTF-8" standalone="yes"?>
<Relationships xmlns="http://schemas.openxmlformats.org/package/2006/relationships"><Relationship Id="rId2" Type="http://schemas.openxmlformats.org/officeDocument/2006/relationships/notesMaster" Target="../notesMasters/notesMaster1.xml"/><Relationship Id="rId1" Type="http://schemas.openxmlformats.org/officeDocument/2006/relationships/slide" Target="../slides/slide1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en-US" alt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en-US" altLang="en-US"/>
              <a:t>刚刚我们了解了项目启动会的基本信息，接下来至关重要的就是回顾项目背景与目标。同步项目信息、对齐运营目标是整个项目顺利推进的基础，只有对背景和目标清晰把握，才能让后续工作有的放矢。那具体的项目背景是怎样的，目标又如何达成呢，让我们一同深入探究。</a:t>
            </a:r>
            <a:endParaRPr lang="en-US" alt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到底工作成果的变化是重点从哪个内容带来的，要明确出来；苦劳也要有，深信服比其他人为什么能做得更好？印象深刻的点，另甲方印象深刻的具体事件，可以</a:t>
            </a:r>
            <a:r>
              <a:rPr lang="zh-CN" altLang="en-US"/>
              <a:t>补充</a:t>
            </a:r>
            <a:endParaRPr lang="zh-CN" alt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通过数字化运营，带来安全水位线的可视化和</a:t>
            </a:r>
            <a:r>
              <a:rPr lang="zh-CN" altLang="en-US"/>
              <a:t>提升，直接产生可量化的安全</a:t>
            </a:r>
            <a:r>
              <a:rPr lang="zh-CN" altLang="en-US"/>
              <a:t>价值</a:t>
            </a:r>
            <a:endParaRPr lang="zh-CN" alt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endParaRPr lang="zh-CN" alt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当前方案职责范围内当前需要</a:t>
            </a:r>
            <a:r>
              <a:rPr lang="en-US" altLang="zh-CN"/>
              <a:t>buyer</a:t>
            </a:r>
            <a:r>
              <a:rPr lang="zh-CN" altLang="en-US"/>
              <a:t>决策和协调资源的；且一定要避免“出卖”</a:t>
            </a:r>
            <a:r>
              <a:rPr lang="en-US" altLang="zh-CN"/>
              <a:t>user</a:t>
            </a:r>
            <a:r>
              <a:rPr lang="zh-CN" altLang="en-US"/>
              <a:t>，尽量在</a:t>
            </a:r>
            <a:r>
              <a:rPr lang="en-US" altLang="zh-CN"/>
              <a:t>buyer</a:t>
            </a:r>
            <a:r>
              <a:rPr lang="zh-CN" altLang="en-US"/>
              <a:t>面前帮</a:t>
            </a:r>
            <a:r>
              <a:rPr lang="en-US" altLang="zh-CN"/>
              <a:t>user</a:t>
            </a:r>
            <a:r>
              <a:rPr lang="zh-CN" altLang="en-US"/>
              <a:t>“</a:t>
            </a:r>
            <a:r>
              <a:rPr lang="zh-CN" altLang="en-US"/>
              <a:t>挣面子”</a:t>
            </a:r>
            <a:endParaRPr lang="zh-CN" altLang="en-US"/>
          </a:p>
          <a:p>
            <a:r>
              <a:rPr lang="zh-CN" altLang="en-US"/>
              <a:t>方案范围外能更好提升其安全建设水平、达到行业领先的（整体解决方案</a:t>
            </a:r>
            <a:r>
              <a:rPr lang="zh-CN" altLang="en-US"/>
              <a:t>视角）</a:t>
            </a:r>
            <a:endParaRPr lang="zh-CN" altLang="en-US"/>
          </a:p>
          <a:p>
            <a:r>
              <a:rPr lang="en-US" altLang="zh-CN"/>
              <a:t>ppt</a:t>
            </a:r>
            <a:r>
              <a:rPr lang="zh-CN" altLang="en-US"/>
              <a:t>形式</a:t>
            </a:r>
            <a:endParaRPr lang="zh-CN" alt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p:sp>
        <p:nvSpPr>
          <p:cNvPr id="2" name="幻灯片图像占位符 1"/>
          <p:cNvSpPr>
            <a:spLocks noGrp="1"/>
          </p:cNvSpPr>
          <p:nvPr>
            <p:ph type="sldImg" idx="2"/>
          </p:nvPr>
        </p:nvSpPr>
        <p:spPr/>
      </p:sp>
      <p:sp>
        <p:nvSpPr>
          <p:cNvPr id="3" name="文本占位符 2"/>
          <p:cNvSpPr>
            <a:spLocks noGrp="1"/>
          </p:cNvSpPr>
          <p:nvPr>
            <p:ph type="body" idx="3"/>
          </p:nvPr>
        </p:nvSpPr>
        <p:spPr/>
        <p:txBody>
          <a:bodyPr/>
          <a:p>
            <a:r>
              <a:rPr lang="zh-CN" altLang="en-US"/>
              <a:t>当前方案职责范围内当前需要</a:t>
            </a:r>
            <a:r>
              <a:rPr lang="en-US" altLang="zh-CN"/>
              <a:t>buyer</a:t>
            </a:r>
            <a:r>
              <a:rPr lang="zh-CN" altLang="en-US"/>
              <a:t>决策和协调资源的；且一定要避免“出卖”</a:t>
            </a:r>
            <a:r>
              <a:rPr lang="en-US" altLang="zh-CN"/>
              <a:t>user</a:t>
            </a:r>
            <a:r>
              <a:rPr lang="zh-CN" altLang="en-US"/>
              <a:t>，尽量在</a:t>
            </a:r>
            <a:r>
              <a:rPr lang="en-US" altLang="zh-CN"/>
              <a:t>buyer</a:t>
            </a:r>
            <a:r>
              <a:rPr lang="zh-CN" altLang="en-US"/>
              <a:t>面前帮</a:t>
            </a:r>
            <a:r>
              <a:rPr lang="en-US" altLang="zh-CN"/>
              <a:t>user</a:t>
            </a:r>
            <a:r>
              <a:rPr lang="zh-CN" altLang="en-US"/>
              <a:t>“</a:t>
            </a:r>
            <a:r>
              <a:rPr lang="zh-CN" altLang="en-US"/>
              <a:t>挣面子”</a:t>
            </a:r>
            <a:endParaRPr lang="zh-CN" altLang="en-US"/>
          </a:p>
          <a:p>
            <a:r>
              <a:rPr lang="zh-CN" altLang="en-US"/>
              <a:t>方案范围外能更好提升其安全建设水平、达到行业领先的（整体解决方案</a:t>
            </a:r>
            <a:r>
              <a:rPr lang="zh-CN" altLang="en-US"/>
              <a:t>视角）</a:t>
            </a:r>
            <a:endParaRPr lang="zh-CN" altLang="en-US"/>
          </a:p>
          <a:p>
            <a:r>
              <a:rPr lang="en-US" altLang="zh-CN"/>
              <a:t>ppt</a:t>
            </a:r>
            <a:r>
              <a:rPr lang="zh-CN" altLang="en-US"/>
              <a:t>形式</a:t>
            </a:r>
            <a:endParaRPr lang="zh-CN" alt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4" Type="http://schemas.openxmlformats.org/officeDocument/2006/relationships/tags" Target="../tags/tag3.xml"/><Relationship Id="rId3" Type="http://schemas.openxmlformats.org/officeDocument/2006/relationships/tags" Target="../tags/tag2.xml"/><Relationship Id="rId2" Type="http://schemas.openxmlformats.org/officeDocument/2006/relationships/tags" Target="../tags/tag1.xml"/><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5" Type="http://schemas.openxmlformats.org/officeDocument/2006/relationships/tags" Target="../tags/tag7.xml"/><Relationship Id="rId4" Type="http://schemas.openxmlformats.org/officeDocument/2006/relationships/tags" Target="../tags/tag6.xml"/><Relationship Id="rId3" Type="http://schemas.openxmlformats.org/officeDocument/2006/relationships/tags" Target="../tags/tag5.xml"/><Relationship Id="rId2" Type="http://schemas.openxmlformats.org/officeDocument/2006/relationships/tags" Target="../tags/tag4.xml"/><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9" Type="http://schemas.openxmlformats.org/officeDocument/2006/relationships/tags" Target="../tags/tag15.xml"/><Relationship Id="rId8" Type="http://schemas.openxmlformats.org/officeDocument/2006/relationships/tags" Target="../tags/tag14.xml"/><Relationship Id="rId7" Type="http://schemas.openxmlformats.org/officeDocument/2006/relationships/tags" Target="../tags/tag13.xml"/><Relationship Id="rId6" Type="http://schemas.openxmlformats.org/officeDocument/2006/relationships/tags" Target="../tags/tag12.xml"/><Relationship Id="rId5" Type="http://schemas.openxmlformats.org/officeDocument/2006/relationships/tags" Target="../tags/tag11.xml"/><Relationship Id="rId4" Type="http://schemas.openxmlformats.org/officeDocument/2006/relationships/tags" Target="../tags/tag10.xml"/><Relationship Id="rId3" Type="http://schemas.openxmlformats.org/officeDocument/2006/relationships/tags" Target="../tags/tag9.xml"/><Relationship Id="rId2" Type="http://schemas.openxmlformats.org/officeDocument/2006/relationships/tags" Target="../tags/tag8.xml"/><Relationship Id="rId11" Type="http://schemas.openxmlformats.org/officeDocument/2006/relationships/tags" Target="../tags/tag17.xml"/><Relationship Id="rId10" Type="http://schemas.openxmlformats.org/officeDocument/2006/relationships/tags" Target="../tags/tag16.xml"/><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4" Type="http://schemas.openxmlformats.org/officeDocument/2006/relationships/tags" Target="../tags/tag20.xml"/><Relationship Id="rId3" Type="http://schemas.openxmlformats.org/officeDocument/2006/relationships/tags" Target="../tags/tag19.xml"/><Relationship Id="rId2" Type="http://schemas.openxmlformats.org/officeDocument/2006/relationships/tags" Target="../tags/tag18.xml"/><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9" Type="http://schemas.openxmlformats.org/officeDocument/2006/relationships/tags" Target="../tags/tag34.xml"/><Relationship Id="rId8" Type="http://schemas.openxmlformats.org/officeDocument/2006/relationships/tags" Target="../tags/tag33.xml"/><Relationship Id="rId7" Type="http://schemas.openxmlformats.org/officeDocument/2006/relationships/tags" Target="../tags/tag32.xml"/><Relationship Id="rId6" Type="http://schemas.openxmlformats.org/officeDocument/2006/relationships/tags" Target="../tags/tag31.xml"/><Relationship Id="rId5" Type="http://schemas.openxmlformats.org/officeDocument/2006/relationships/tags" Target="../tags/tag30.xml"/><Relationship Id="rId4" Type="http://schemas.openxmlformats.org/officeDocument/2006/relationships/tags" Target="../tags/tag29.xml"/><Relationship Id="rId3" Type="http://schemas.openxmlformats.org/officeDocument/2006/relationships/tags" Target="../tags/tag28.xml"/><Relationship Id="rId2" Type="http://schemas.openxmlformats.org/officeDocument/2006/relationships/tags" Target="../tags/tag27.xml"/><Relationship Id="rId13" Type="http://schemas.openxmlformats.org/officeDocument/2006/relationships/tags" Target="../tags/tag38.xml"/><Relationship Id="rId12" Type="http://schemas.openxmlformats.org/officeDocument/2006/relationships/tags" Target="../tags/tag37.xml"/><Relationship Id="rId11" Type="http://schemas.openxmlformats.org/officeDocument/2006/relationships/tags" Target="../tags/tag36.xml"/><Relationship Id="rId10" Type="http://schemas.openxmlformats.org/officeDocument/2006/relationships/tags" Target="../tags/tag35.xml"/><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8_自定义版式">
    <p:spTree>
      <p:nvGrpSpPr>
        <p:cNvPr id="1" name=""/>
        <p:cNvGrpSpPr/>
        <p:nvPr/>
      </p:nvGrpSpPr>
      <p:grpSpPr>
        <a:xfrm>
          <a:off x="0" y="0"/>
          <a:ext cx="0" cy="0"/>
          <a:chOff x="0" y="0"/>
          <a:chExt cx="0" cy="0"/>
        </a:xfrm>
      </p:grpSpPr>
      <p:sp>
        <p:nvSpPr>
          <p:cNvPr id="9" name="文本框 8"/>
          <p:cNvSpPr txBox="1">
            <a:spLocks noChangeArrowheads="1"/>
          </p:cNvSpPr>
          <p:nvPr userDrawn="1"/>
        </p:nvSpPr>
        <p:spPr bwMode="auto">
          <a:xfrm>
            <a:off x="7356763" y="2854805"/>
            <a:ext cx="3590862" cy="200824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nSpc>
                <a:spcPct val="100000"/>
              </a:lnSpc>
              <a:spcBef>
                <a:spcPct val="0"/>
              </a:spcBef>
              <a:buNone/>
            </a:pPr>
            <a:r>
              <a:rPr lang="zh-CN" altLang="en-US" sz="6000" b="1" spc="600">
                <a:solidFill>
                  <a:schemeClr val="bg1"/>
                </a:solidFill>
                <a:latin typeface="微软雅黑" panose="020B0503020204020204" charset="-122"/>
                <a:ea typeface="微软雅黑" panose="020B0503020204020204" charset="-122"/>
              </a:rPr>
              <a:t>谢谢聆听</a:t>
            </a:r>
            <a:endParaRPr lang="en-US" altLang="zh-CN" sz="6000" b="1" spc="600" dirty="0">
              <a:solidFill>
                <a:schemeClr val="bg1"/>
              </a:solidFill>
              <a:latin typeface="微软雅黑" panose="020B0503020204020204" charset="-122"/>
              <a:ea typeface="微软雅黑" panose="020B0503020204020204" charset="-122"/>
            </a:endParaRPr>
          </a:p>
          <a:p>
            <a:pPr eaLnBrk="1" hangingPunct="1">
              <a:lnSpc>
                <a:spcPct val="100000"/>
              </a:lnSpc>
              <a:spcBef>
                <a:spcPct val="0"/>
              </a:spcBef>
              <a:buFontTx/>
              <a:buNone/>
            </a:pPr>
            <a:endParaRPr lang="en-US" altLang="zh-CN" sz="6600" b="1" spc="600" dirty="0">
              <a:solidFill>
                <a:srgbClr val="66BC29"/>
              </a:solidFill>
              <a:latin typeface="微软雅黑" panose="020B0503020204020204" charset="-122"/>
              <a:ea typeface="微软雅黑" panose="020B0503020204020204" charset="-122"/>
            </a:endParaRPr>
          </a:p>
        </p:txBody>
      </p:sp>
      <p:sp>
        <p:nvSpPr>
          <p:cNvPr id="10" name="文本框 8"/>
          <p:cNvSpPr txBox="1">
            <a:spLocks noChangeArrowheads="1"/>
          </p:cNvSpPr>
          <p:nvPr userDrawn="1"/>
        </p:nvSpPr>
        <p:spPr bwMode="auto">
          <a:xfrm>
            <a:off x="6322065" y="3880143"/>
            <a:ext cx="4507677" cy="34624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dist">
              <a:lnSpc>
                <a:spcPct val="100000"/>
              </a:lnSpc>
              <a:spcBef>
                <a:spcPct val="0"/>
              </a:spcBef>
              <a:buNone/>
            </a:pPr>
            <a:r>
              <a:rPr lang="zh-CN" altLang="en-US" sz="1800" b="1" i="0" kern="1200" dirty="0">
                <a:solidFill>
                  <a:schemeClr val="bg1"/>
                </a:solidFill>
                <a:effectLst/>
                <a:latin typeface="+mj-ea"/>
                <a:ea typeface="+mj-ea"/>
                <a:cs typeface="+mn-cs"/>
              </a:rPr>
              <a:t>让每个用户的数字化更简单、更安全</a:t>
            </a:r>
            <a:r>
              <a:rPr lang="en-US" altLang="zh-CN" sz="1800" b="1" i="0" kern="1200" dirty="0">
                <a:solidFill>
                  <a:schemeClr val="bg1"/>
                </a:solidFill>
                <a:effectLst/>
                <a:latin typeface="+mj-ea"/>
                <a:ea typeface="+mj-ea"/>
                <a:cs typeface="+mn-cs"/>
              </a:rPr>
              <a:t>!</a:t>
            </a:r>
            <a:endParaRPr lang="en-US" altLang="zh-CN" sz="2000" b="1" spc="600" dirty="0">
              <a:solidFill>
                <a:schemeClr val="bg1"/>
              </a:solidFill>
              <a:latin typeface="+mj-ea"/>
              <a:ea typeface="+mj-ea"/>
            </a:endParaRPr>
          </a:p>
        </p:txBody>
      </p:sp>
      <p:pic>
        <p:nvPicPr>
          <p:cNvPr id="26" name="图片 25"/>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9608156" y="268011"/>
            <a:ext cx="2351905" cy="341209"/>
          </a:xfrm>
          <a:prstGeom prst="rect">
            <a:avLst/>
          </a:prstGeom>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itle" preserve="1">
  <p:cSld name="标题幻灯片">
    <p:spTree>
      <p:nvGrpSpPr>
        <p:cNvPr id="1" name=""/>
        <p:cNvGrpSpPr/>
        <p:nvPr/>
      </p:nvGrpSpPr>
      <p:grpSpPr>
        <a:xfrm>
          <a:off x="0" y="0"/>
          <a:ext cx="0" cy="0"/>
          <a:chOff x="0" y="0"/>
          <a:chExt cx="0" cy="0"/>
        </a:xfrm>
      </p:grpSpPr>
      <p:sp>
        <p:nvSpPr>
          <p:cNvPr id="2" name="标题 1"/>
          <p:cNvSpPr>
            <a:spLocks noGrp="1"/>
          </p:cNvSpPr>
          <p:nvPr>
            <p:ph type="ctrTitle"/>
          </p:nvPr>
        </p:nvSpPr>
        <p:spPr>
          <a:xfrm>
            <a:off x="1524000" y="1122364"/>
            <a:ext cx="9144000" cy="2387600"/>
          </a:xfrm>
        </p:spPr>
        <p:txBody>
          <a:bodyPr anchor="b"/>
          <a:lstStyle>
            <a:lvl1pPr algn="ctr">
              <a:defRPr sz="6350"/>
            </a:lvl1pPr>
          </a:lstStyle>
          <a:p>
            <a:r>
              <a:rPr lang="zh-CN" altLang="en-US"/>
              <a:t>单击此处编辑母版标题样式</a:t>
            </a:r>
            <a:endParaRPr lang="zh-CN" altLang="en-US"/>
          </a:p>
        </p:txBody>
      </p:sp>
      <p:sp>
        <p:nvSpPr>
          <p:cNvPr id="3" name="副标题 2"/>
          <p:cNvSpPr>
            <a:spLocks noGrp="1"/>
          </p:cNvSpPr>
          <p:nvPr>
            <p:ph type="subTitle" idx="1" hasCustomPrompt="1"/>
          </p:nvPr>
        </p:nvSpPr>
        <p:spPr>
          <a:xfrm>
            <a:off x="1524000" y="3602038"/>
            <a:ext cx="9144000" cy="1655762"/>
          </a:xfrm>
        </p:spPr>
        <p:txBody>
          <a:bodyPr/>
          <a:lstStyle>
            <a:lvl1pPr marL="0" indent="0" algn="ctr">
              <a:buNone/>
              <a:defRPr sz="2540"/>
            </a:lvl1pPr>
            <a:lvl2pPr marL="483870" indent="0" algn="ctr">
              <a:buNone/>
              <a:defRPr sz="2120"/>
            </a:lvl2pPr>
            <a:lvl3pPr marL="967740" indent="0" algn="ctr">
              <a:buNone/>
              <a:defRPr sz="1905"/>
            </a:lvl3pPr>
            <a:lvl4pPr marL="1451610" indent="0" algn="ctr">
              <a:buNone/>
              <a:defRPr sz="1695"/>
            </a:lvl4pPr>
            <a:lvl5pPr marL="1935480" indent="0" algn="ctr">
              <a:buNone/>
              <a:defRPr sz="1695"/>
            </a:lvl5pPr>
            <a:lvl6pPr marL="2419350" indent="0" algn="ctr">
              <a:buNone/>
              <a:defRPr sz="1695"/>
            </a:lvl6pPr>
            <a:lvl7pPr marL="2903220" indent="0" algn="ctr">
              <a:buNone/>
              <a:defRPr sz="1695"/>
            </a:lvl7pPr>
            <a:lvl8pPr marL="3387090" indent="0" algn="ctr">
              <a:buNone/>
              <a:defRPr sz="1695"/>
            </a:lvl8pPr>
            <a:lvl9pPr marL="3870960" indent="0" algn="ctr">
              <a:buNone/>
              <a:defRPr sz="1695"/>
            </a:lvl9pPr>
          </a:lstStyle>
          <a:p>
            <a:r>
              <a:rPr lang="zh-CN" altLang="en-US"/>
              <a:t>单击以编辑母版副标题样式</a:t>
            </a:r>
            <a:endParaRPr lang="zh-CN" altLang="en-US"/>
          </a:p>
        </p:txBody>
      </p:sp>
      <p:sp>
        <p:nvSpPr>
          <p:cNvPr id="4" name="日期占位符 3"/>
          <p:cNvSpPr>
            <a:spLocks noGrp="1"/>
          </p:cNvSpPr>
          <p:nvPr>
            <p:ph type="dt" sz="half" idx="10"/>
          </p:nvPr>
        </p:nvSpPr>
        <p:spPr>
          <a:xfrm>
            <a:off x="838200" y="6356352"/>
            <a:ext cx="2743200" cy="365125"/>
          </a:xfrm>
        </p:spPr>
        <p:txBody>
          <a:bodyPr/>
          <a:lstStyle/>
          <a:p>
            <a:fld id="{6651D2DA-4D49-4791-B475-FB8E6506C035}" type="datetimeFigureOut">
              <a:rPr lang="zh-CN" altLang="en-US" smtClean="0"/>
            </a:fld>
            <a:endParaRPr lang="zh-CN" altLang="en-US"/>
          </a:p>
        </p:txBody>
      </p:sp>
      <p:sp>
        <p:nvSpPr>
          <p:cNvPr id="5" name="页脚占位符 4"/>
          <p:cNvSpPr>
            <a:spLocks noGrp="1"/>
          </p:cNvSpPr>
          <p:nvPr>
            <p:ph type="ftr" sz="quarter" idx="11"/>
          </p:nvPr>
        </p:nvSpPr>
        <p:spPr>
          <a:xfrm>
            <a:off x="4038601" y="6356352"/>
            <a:ext cx="4114801" cy="365125"/>
          </a:xfrm>
        </p:spPr>
        <p:txBody>
          <a:bodyPr/>
          <a:lstStyle/>
          <a:p>
            <a:endParaRPr lang="zh-CN" altLang="en-US"/>
          </a:p>
        </p:txBody>
      </p:sp>
      <p:sp>
        <p:nvSpPr>
          <p:cNvPr id="6" name="灯片编号占位符 5"/>
          <p:cNvSpPr>
            <a:spLocks noGrp="1"/>
          </p:cNvSpPr>
          <p:nvPr>
            <p:ph type="sldNum" sz="quarter" idx="12"/>
          </p:nvPr>
        </p:nvSpPr>
        <p:spPr>
          <a:xfrm>
            <a:off x="8610601" y="6356352"/>
            <a:ext cx="2743200" cy="365125"/>
          </a:xfrm>
        </p:spPr>
        <p:txBody>
          <a:bodyPr/>
          <a:lstStyle/>
          <a:p>
            <a:fld id="{1CFB67B4-4181-46E4-B4F3-B0465E53CD48}" type="slidenum">
              <a:rPr lang="zh-CN" altLang="en-US" smtClean="0"/>
            </a:fld>
            <a:endParaRPr lang="zh-CN" alt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userDrawn="1">
  <p:cSld name="1_标题和内容">
    <p:spTree>
      <p:nvGrpSpPr>
        <p:cNvPr id="1" name=""/>
        <p:cNvGrpSpPr/>
        <p:nvPr/>
      </p:nvGrpSpPr>
      <p:grpSpPr>
        <a:xfrm>
          <a:off x="0" y="0"/>
          <a:ext cx="0" cy="0"/>
          <a:chOff x="0" y="0"/>
          <a:chExt cx="0" cy="0"/>
        </a:xfrm>
      </p:grpSpPr>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itleOnly" preserve="1">
  <p:cSld name="仅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97230" y="360000"/>
            <a:ext cx="10800000" cy="720000"/>
          </a:xfrm>
        </p:spPr>
        <p:txBody>
          <a:bodyPr wrap="square">
            <a:normAutofit/>
          </a:bodyPr>
          <a:lstStyle/>
          <a:p>
            <a:r>
              <a:rPr lang="zh-CN" altLang="en-US" dirty="0"/>
              <a:t>单击此处编辑母版标题样式</a:t>
            </a:r>
            <a:endParaRPr lang="zh-CN" altLang="en-US" dirty="0"/>
          </a:p>
        </p:txBody>
      </p:sp>
      <p:sp>
        <p:nvSpPr>
          <p:cNvPr id="3" name="日期占位符 2"/>
          <p:cNvSpPr>
            <a:spLocks noGrp="1"/>
          </p:cNvSpPr>
          <p:nvPr>
            <p:ph type="dt" sz="half" idx="10"/>
            <p:custDataLst>
              <p:tags r:id="rId3"/>
            </p:custDataLst>
          </p:nvPr>
        </p:nvSpPr>
        <p:spPr>
          <a:xfrm>
            <a:off x="695960" y="6356350"/>
            <a:ext cx="2743200" cy="365125"/>
          </a:xfrm>
        </p:spPr>
        <p:txBody>
          <a:bodyPr wrap="square">
            <a:normAutofit/>
          </a:bodyPr>
          <a:lstStyle/>
          <a:p>
            <a:fld id="{5592522B-0F24-4480-B9DD-A9474A6880D6}" type="datetimeFigureOut">
              <a:rPr lang="zh-CN" altLang="en-US" smtClean="0"/>
            </a:fld>
            <a:endParaRPr lang="zh-CN" altLang="en-US"/>
          </a:p>
        </p:txBody>
      </p:sp>
      <p:sp>
        <p:nvSpPr>
          <p:cNvPr id="4" name="页脚占位符 3"/>
          <p:cNvSpPr>
            <a:spLocks noGrp="1"/>
          </p:cNvSpPr>
          <p:nvPr>
            <p:ph type="ftr" sz="quarter" idx="11"/>
            <p:custDataLst>
              <p:tags r:id="rId4"/>
            </p:custDataLst>
          </p:nvPr>
        </p:nvSpPr>
        <p:spPr>
          <a:xfrm>
            <a:off x="4038600" y="6356350"/>
            <a:ext cx="4114800" cy="365125"/>
          </a:xfrm>
        </p:spPr>
        <p:txBody>
          <a:bodyPr/>
          <a:lstStyle/>
          <a:p>
            <a:endParaRPr lang="zh-CN" altLang="en-US"/>
          </a:p>
        </p:txBody>
      </p:sp>
      <p:sp>
        <p:nvSpPr>
          <p:cNvPr id="5" name="灯片编号占位符 4"/>
          <p:cNvSpPr>
            <a:spLocks noGrp="1"/>
          </p:cNvSpPr>
          <p:nvPr>
            <p:ph type="sldNum" sz="quarter" idx="12"/>
            <p:custDataLst>
              <p:tags r:id="rId5"/>
            </p:custDataLst>
          </p:nvPr>
        </p:nvSpPr>
        <p:spPr>
          <a:xfrm>
            <a:off x="8753983" y="6356350"/>
            <a:ext cx="2743200" cy="365125"/>
          </a:xfrm>
        </p:spPr>
        <p:txBody>
          <a:bodyPr wrap="square">
            <a:normAutofit/>
          </a:bodyPr>
          <a:lstStyle/>
          <a:p>
            <a:fld id="{BE5F26B5-172A-4DC2-B0B7-181CFC56B87C}" type="slidenum">
              <a:rPr lang="zh-CN" altLang="en-US" smtClean="0"/>
            </a:fld>
            <a:endParaRPr lang="zh-CN" alt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showMasterSp="0" userDrawn="1">
  <p:cSld name="节标题">
    <p:spTree>
      <p:nvGrpSpPr>
        <p:cNvPr id="1" name=""/>
        <p:cNvGrpSpPr/>
        <p:nvPr/>
      </p:nvGrpSpPr>
      <p:grpSpPr>
        <a:xfrm>
          <a:off x="0" y="0"/>
          <a:ext cx="0" cy="0"/>
          <a:chOff x="0" y="0"/>
          <a:chExt cx="0" cy="0"/>
        </a:xfrm>
      </p:grpSpPr>
      <p:sp>
        <p:nvSpPr>
          <p:cNvPr id="2" name="标题 1"/>
          <p:cNvSpPr>
            <a:spLocks noGrp="1"/>
          </p:cNvSpPr>
          <p:nvPr>
            <p:ph type="title"/>
            <p:custDataLst>
              <p:tags r:id="rId2"/>
            </p:custDataLst>
          </p:nvPr>
        </p:nvSpPr>
        <p:spPr>
          <a:xfrm>
            <a:off x="6638925" y="2439035"/>
            <a:ext cx="4622800" cy="1866900"/>
          </a:xfrm>
        </p:spPr>
        <p:txBody>
          <a:bodyPr wrap="square" anchor="ctr" anchorCtr="0">
            <a:normAutofit/>
          </a:bodyPr>
          <a:lstStyle>
            <a:lvl1pPr algn="l">
              <a:defRPr sz="5400"/>
            </a:lvl1pPr>
          </a:lstStyle>
          <a:p>
            <a:r>
              <a:rPr dirty="0"/>
              <a:t>单击此处编辑母版标题样式</a:t>
            </a:r>
            <a:endParaRPr dirty="0"/>
          </a:p>
        </p:txBody>
      </p:sp>
      <p:sp>
        <p:nvSpPr>
          <p:cNvPr id="8" name="节编号 3"/>
          <p:cNvSpPr>
            <a:spLocks noGrp="1"/>
          </p:cNvSpPr>
          <p:nvPr>
            <p:ph type="body" sz="quarter" idx="13" hasCustomPrompt="1"/>
            <p:custDataLst>
              <p:tags r:id="rId3"/>
            </p:custDataLst>
          </p:nvPr>
        </p:nvSpPr>
        <p:spPr>
          <a:xfrm>
            <a:off x="1726565" y="2343785"/>
            <a:ext cx="3096895" cy="2061210"/>
          </a:xfrm>
        </p:spPr>
        <p:txBody>
          <a:bodyPr wrap="none" anchor="ctr" anchorCtr="0">
            <a:normAutofit/>
          </a:bodyPr>
          <a:lstStyle>
            <a:lvl1pPr marL="0" indent="0" algn="ctr">
              <a:buNone/>
              <a:defRPr sz="11500" b="1">
                <a:gradFill>
                  <a:gsLst>
                    <a:gs pos="0">
                      <a:schemeClr val="accent1">
                        <a:lumMod val="60000"/>
                        <a:lumOff val="40000"/>
                      </a:schemeClr>
                    </a:gs>
                    <a:gs pos="100000">
                      <a:schemeClr val="accent1"/>
                    </a:gs>
                  </a:gsLst>
                  <a:lin ang="3600000" scaled="0"/>
                </a:gradFill>
              </a:defRPr>
            </a:lvl1pPr>
          </a:lstStyle>
          <a:p>
            <a:pPr lvl="0"/>
            <a:r>
              <a:rPr lang="zh-CN" altLang="en-US" dirty="0"/>
              <a:t>编号</a:t>
            </a:r>
            <a:endParaRPr lang="zh-CN" altLang="en-US" dirty="0"/>
          </a:p>
        </p:txBody>
      </p:sp>
      <p:sp>
        <p:nvSpPr>
          <p:cNvPr id="4" name="日期占位符 4"/>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5"/>
          <p:cNvSpPr>
            <a:spLocks noGrp="1"/>
          </p:cNvSpPr>
          <p:nvPr>
            <p:ph type="ftr" sz="quarter" idx="11"/>
            <p:custDataLst>
              <p:tags r:id="rId5"/>
            </p:custDataLst>
          </p:nvPr>
        </p:nvSpPr>
        <p:spPr/>
        <p:txBody>
          <a:bodyPr/>
          <a:lstStyle/>
          <a:p>
            <a:endParaRPr lang="zh-CN" altLang="en-US"/>
          </a:p>
        </p:txBody>
      </p:sp>
      <p:sp>
        <p:nvSpPr>
          <p:cNvPr id="6" name="灯片编号占位符 6"/>
          <p:cNvSpPr>
            <a:spLocks noGrp="1"/>
          </p:cNvSpPr>
          <p:nvPr>
            <p:ph type="sldNum" sz="quarter" idx="12"/>
            <p:custDataLst>
              <p:tags r:id="rId6"/>
            </p:custDataLst>
          </p:nvPr>
        </p:nvSpPr>
        <p:spPr/>
        <p:txBody>
          <a:bodyPr wrap="square">
            <a:normAutofit/>
          </a:bodyPr>
          <a:lstStyle/>
          <a:p>
            <a:fld id="{BE5F26B5-172A-4DC2-B0B7-181CFC56B87C}" type="slidenum">
              <a:rPr lang="zh-CN" altLang="en-US" smtClean="0"/>
            </a:fld>
            <a:endParaRPr lang="zh-CN" altLang="en-US"/>
          </a:p>
        </p:txBody>
      </p:sp>
      <p:sp>
        <p:nvSpPr>
          <p:cNvPr id="9" name="弧形 8"/>
          <p:cNvSpPr>
            <a:spLocks noChangeAspect="1"/>
          </p:cNvSpPr>
          <p:nvPr userDrawn="1">
            <p:custDataLst>
              <p:tags r:id="rId7"/>
            </p:custDataLst>
          </p:nvPr>
        </p:nvSpPr>
        <p:spPr>
          <a:xfrm rot="16200000">
            <a:off x="971196" y="1125001"/>
            <a:ext cx="4608000" cy="4608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0" name="椭圆 9"/>
          <p:cNvSpPr>
            <a:spLocks noChangeAspect="1"/>
          </p:cNvSpPr>
          <p:nvPr userDrawn="1">
            <p:custDataLst>
              <p:tags r:id="rId8"/>
            </p:custDataLst>
          </p:nvPr>
        </p:nvSpPr>
        <p:spPr>
          <a:xfrm rot="16200000">
            <a:off x="3995627" y="5533172"/>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1" name="椭圆 10"/>
          <p:cNvSpPr>
            <a:spLocks noChangeAspect="1"/>
          </p:cNvSpPr>
          <p:nvPr userDrawn="1">
            <p:custDataLst>
              <p:tags r:id="rId9"/>
            </p:custDataLst>
          </p:nvPr>
        </p:nvSpPr>
        <p:spPr>
          <a:xfrm rot="16200000">
            <a:off x="1295196" y="1449001"/>
            <a:ext cx="3960000" cy="3960000"/>
          </a:xfrm>
          <a:prstGeom prst="ellipse">
            <a:avLst/>
          </a:prstGeom>
          <a:noFill/>
          <a:ln w="19050">
            <a:solidFill>
              <a:schemeClr val="accent1">
                <a:lumMod val="40000"/>
                <a:lumOff val="60000"/>
                <a:alpha val="5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2" name="弧形 11"/>
          <p:cNvSpPr>
            <a:spLocks noChangeAspect="1"/>
          </p:cNvSpPr>
          <p:nvPr userDrawn="1">
            <p:custDataLst>
              <p:tags r:id="rId10"/>
            </p:custDataLst>
          </p:nvPr>
        </p:nvSpPr>
        <p:spPr>
          <a:xfrm rot="16200000">
            <a:off x="683196" y="837001"/>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1"/>
            </p:custDataLst>
          </p:nvPr>
        </p:nvSpPr>
        <p:spPr>
          <a:xfrm rot="16200000">
            <a:off x="1355848" y="154432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x" preserve="1" showMasterSp="0">
  <p:cSld name="纯白">
    <p:spTree>
      <p:nvGrpSpPr>
        <p:cNvPr id="1" name=""/>
        <p:cNvGrpSpPr/>
        <p:nvPr/>
      </p:nvGrpSpPr>
      <p:grpSpPr>
        <a:xfrm>
          <a:off x="0" y="0"/>
          <a:ext cx="0" cy="0"/>
          <a:chOff x="0" y="0"/>
          <a:chExt cx="0" cy="0"/>
        </a:xfrm>
      </p:grpSpPr>
      <p:sp>
        <p:nvSpPr>
          <p:cNvPr id="4" name="幻灯片编号"/>
          <p:cNvSpPr txBox="1"/>
          <p:nvPr userDrawn="1"/>
        </p:nvSpPr>
        <p:spPr>
          <a:xfrm>
            <a:off x="11916226" y="6538569"/>
            <a:ext cx="114300" cy="189230"/>
          </a:xfrm>
          <a:prstGeom prst="rect">
            <a:avLst/>
          </a:prstGeom>
          <a:ln w="12700">
            <a:miter lim="400000"/>
          </a:ln>
        </p:spPr>
        <p:txBody>
          <a:bodyPr wrap="none" lIns="25400" tIns="25400" rIns="25400" bIns="25400" anchor="b">
            <a:spAutoFit/>
          </a:bodyPr>
          <a:lstStyle>
            <a:defPPr marL="0" marR="0" indent="0" algn="l" defTabSz="914400" rtl="0" fontAlgn="auto" latinLnBrk="1"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defRPr>
            </a:defPPr>
            <a:lvl1pPr marL="0" marR="0" indent="0" algn="ctr" defTabSz="584200" rtl="0" fontAlgn="auto" latinLnBrk="0" hangingPunct="0">
              <a:lnSpc>
                <a:spcPct val="100000"/>
              </a:lnSpc>
              <a:spcBef>
                <a:spcPts val="0"/>
              </a:spcBef>
              <a:spcAft>
                <a:spcPts val="0"/>
              </a:spcAft>
              <a:buClrTx/>
              <a:buSzTx/>
              <a:buFontTx/>
              <a:buNone/>
              <a:defRPr kumimoji="0" sz="1800" b="0" i="0" u="none" strike="noStrike" cap="none" spc="0" normalizeH="0" baseline="0">
                <a:ln>
                  <a:noFill/>
                </a:ln>
                <a:solidFill>
                  <a:srgbClr val="000000"/>
                </a:solidFill>
                <a:effectLst/>
                <a:uFillTx/>
                <a:latin typeface="+mn-lt"/>
                <a:ea typeface="+mn-ea"/>
                <a:cs typeface="+mn-cs"/>
                <a:sym typeface="Helvetica Neue" panose="02000503000000020004"/>
              </a:defRPr>
            </a:lvl1pPr>
            <a:lvl2pPr marL="0" marR="0" indent="457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2pPr>
            <a:lvl3pPr marL="0" marR="0" indent="914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3pPr>
            <a:lvl4pPr marL="0" marR="0" indent="1371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4pPr>
            <a:lvl5pPr marL="0" marR="0" indent="18288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5pPr>
            <a:lvl6pPr marL="0" marR="0" indent="22860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6pPr>
            <a:lvl7pPr marL="0" marR="0" indent="27432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7pPr>
            <a:lvl8pPr marL="0" marR="0" indent="32004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8pPr>
            <a:lvl9pPr marL="0" marR="0" indent="3657600" algn="ctr" defTabSz="2438400" rtl="0" fontAlgn="auto" latinLnBrk="0" hangingPunct="0">
              <a:lnSpc>
                <a:spcPct val="100000"/>
              </a:lnSpc>
              <a:spcBef>
                <a:spcPts val="0"/>
              </a:spcBef>
              <a:spcAft>
                <a:spcPts val="0"/>
              </a:spcAft>
              <a:buClrTx/>
              <a:buSzTx/>
              <a:buFontTx/>
              <a:buNone/>
              <a:defRPr kumimoji="0" sz="2400" b="0" i="0" u="none" strike="noStrike" cap="none" spc="0" normalizeH="0" baseline="0">
                <a:ln>
                  <a:noFill/>
                </a:ln>
                <a:solidFill>
                  <a:srgbClr val="5E5E5E"/>
                </a:solidFill>
                <a:effectLst/>
                <a:uFillTx/>
                <a:latin typeface="+mn-lt"/>
                <a:ea typeface="+mn-ea"/>
                <a:cs typeface="+mn-cs"/>
                <a:sym typeface="Helvetica Neue" panose="02000503000000020004"/>
              </a:defRPr>
            </a:lvl9pPr>
          </a:lstStyle>
          <a:p>
            <a:fld id="{86CB4B4D-7CA3-9044-876B-883B54F8677D}" type="slidenum">
              <a:rPr lang="en-US" altLang="zh-CN" sz="900" smtClean="0"/>
            </a:fld>
            <a:endParaRPr lang="en-US" altLang="zh-CN" sz="900" dirty="0"/>
          </a:p>
        </p:txBody>
      </p:sp>
      <p:pic>
        <p:nvPicPr>
          <p:cNvPr id="2" name="图片 1"/>
          <p:cNvPicPr>
            <a:picLocks noChangeAspect="1"/>
          </p:cNvPicPr>
          <p:nvPr userDrawn="1"/>
        </p:nvPicPr>
        <p:blipFill>
          <a:blip r:embed="rId2" cstate="print">
            <a:extLst>
              <a:ext uri="{28A0092B-C50C-407E-A947-70E740481C1C}">
                <a14:useLocalDpi xmlns:a14="http://schemas.microsoft.com/office/drawing/2010/main" val="0"/>
              </a:ext>
            </a:extLst>
          </a:blip>
          <a:stretch>
            <a:fillRect/>
          </a:stretch>
        </p:blipFill>
        <p:spPr>
          <a:xfrm>
            <a:off x="10676404" y="107143"/>
            <a:ext cx="1389099" cy="364572"/>
          </a:xfrm>
          <a:prstGeom prst="rect">
            <a:avLst/>
          </a:prstGeom>
        </p:spPr>
      </p:pic>
    </p:spTree>
  </p:cSld>
  <p:clrMapOvr>
    <a:masterClrMapping/>
  </p:clrMapOvr>
  <p:transition spd="med"/>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空白">
    <p:spTree>
      <p:nvGrpSpPr>
        <p:cNvPr id="1" name=""/>
        <p:cNvGrpSpPr/>
        <p:nvPr/>
      </p:nvGrpSpPr>
      <p:grpSpPr>
        <a:xfrm>
          <a:off x="0" y="0"/>
          <a:ext cx="0" cy="0"/>
          <a:chOff x="0" y="0"/>
          <a:chExt cx="0" cy="0"/>
        </a:xfrm>
      </p:grpSpPr>
      <p:sp>
        <p:nvSpPr>
          <p:cNvPr id="2" name="日期占位符 1"/>
          <p:cNvSpPr>
            <a:spLocks noGrp="1"/>
          </p:cNvSpPr>
          <p:nvPr>
            <p:ph type="dt" sz="half" idx="10"/>
            <p:custDataLst>
              <p:tags r:id="rId2"/>
            </p:custDataLst>
          </p:nvPr>
        </p:nvSpPr>
        <p:spPr>
          <a:xfrm>
            <a:off x="1555610" y="7905710"/>
            <a:ext cx="2700000" cy="316800"/>
          </a:xfrm>
        </p:spPr>
        <p:txBody>
          <a:bodyPr/>
          <a:lstStyle/>
          <a:p>
            <a:fld id="{760FBDFE-C587-4B4C-A407-44438C67B59E}" type="datetimeFigureOut">
              <a:rPr lang="zh-CN" altLang="en-US" smtClean="0"/>
            </a:fld>
            <a:endParaRPr lang="zh-CN" altLang="en-US"/>
          </a:p>
        </p:txBody>
      </p:sp>
      <p:sp>
        <p:nvSpPr>
          <p:cNvPr id="3" name="页脚占位符 2"/>
          <p:cNvSpPr>
            <a:spLocks noGrp="1"/>
          </p:cNvSpPr>
          <p:nvPr>
            <p:ph type="ftr" sz="quarter" idx="11"/>
            <p:custDataLst>
              <p:tags r:id="rId3"/>
            </p:custDataLst>
          </p:nvPr>
        </p:nvSpPr>
        <p:spPr>
          <a:xfrm>
            <a:off x="5059610" y="7905710"/>
            <a:ext cx="3960000" cy="316800"/>
          </a:xfrm>
        </p:spPr>
        <p:txBody>
          <a:bodyPr/>
          <a:lstStyle/>
          <a:p>
            <a:endParaRPr lang="zh-CN" altLang="en-US"/>
          </a:p>
        </p:txBody>
      </p:sp>
      <p:sp>
        <p:nvSpPr>
          <p:cNvPr id="4" name="灯片编号占位符 3"/>
          <p:cNvSpPr>
            <a:spLocks noGrp="1"/>
          </p:cNvSpPr>
          <p:nvPr>
            <p:ph type="sldNum" sz="quarter" idx="12"/>
            <p:custDataLst>
              <p:tags r:id="rId4"/>
            </p:custDataLst>
          </p:nvPr>
        </p:nvSpPr>
        <p:spPr>
          <a:xfrm>
            <a:off x="9821210" y="7905710"/>
            <a:ext cx="2700000" cy="316800"/>
          </a:xfrm>
        </p:spPr>
        <p:txBody>
          <a:bodyPr/>
          <a:lstStyle/>
          <a:p>
            <a:fld id="{49AE70B2-8BF9-45C0-BB95-33D1B9D3A854}" type="slidenum">
              <a:rPr lang="zh-CN" altLang="en-US" smtClean="0"/>
            </a:fld>
            <a:endParaRPr lang="zh-CN" altLang="en-US"/>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showMasterSp="0" userDrawn="1">
  <p:cSld name="末尾幻灯片">
    <p:spTree>
      <p:nvGrpSpPr>
        <p:cNvPr id="1" name=""/>
        <p:cNvGrpSpPr/>
        <p:nvPr/>
      </p:nvGrpSpPr>
      <p:grpSpPr>
        <a:xfrm>
          <a:off x="0" y="0"/>
          <a:ext cx="0" cy="0"/>
          <a:chOff x="0" y="0"/>
          <a:chExt cx="0" cy="0"/>
        </a:xfrm>
      </p:grpSpPr>
      <p:sp>
        <p:nvSpPr>
          <p:cNvPr id="2" name="标题 1"/>
          <p:cNvSpPr>
            <a:spLocks noGrp="1"/>
          </p:cNvSpPr>
          <p:nvPr>
            <p:ph type="ctrTitle" hasCustomPrompt="1"/>
            <p:custDataLst>
              <p:tags r:id="rId2"/>
            </p:custDataLst>
          </p:nvPr>
        </p:nvSpPr>
        <p:spPr>
          <a:xfrm>
            <a:off x="1229304" y="1656000"/>
            <a:ext cx="4866696" cy="1800000"/>
          </a:xfrm>
        </p:spPr>
        <p:txBody>
          <a:bodyPr wrap="square" anchor="b">
            <a:normAutofit/>
          </a:bodyPr>
          <a:lstStyle>
            <a:lvl1pPr algn="l">
              <a:lnSpc>
                <a:spcPct val="100000"/>
              </a:lnSpc>
              <a:defRPr sz="6000"/>
            </a:lvl1pPr>
          </a:lstStyle>
          <a:p>
            <a:r>
              <a:rPr lang="zh-CN" altLang="en-US" dirty="0"/>
              <a:t>编辑标题</a:t>
            </a:r>
            <a:endParaRPr lang="zh-CN" altLang="en-US" dirty="0"/>
          </a:p>
        </p:txBody>
      </p:sp>
      <p:sp>
        <p:nvSpPr>
          <p:cNvPr id="3" name="副标题 2"/>
          <p:cNvSpPr>
            <a:spLocks noGrp="1"/>
          </p:cNvSpPr>
          <p:nvPr>
            <p:ph type="subTitle" idx="1" hasCustomPrompt="1"/>
            <p:custDataLst>
              <p:tags r:id="rId3"/>
            </p:custDataLst>
          </p:nvPr>
        </p:nvSpPr>
        <p:spPr>
          <a:xfrm>
            <a:off x="1229302" y="3600000"/>
            <a:ext cx="4866697" cy="972000"/>
          </a:xfrm>
        </p:spPr>
        <p:txBody>
          <a:bodyPr wrap="square">
            <a:normAutofit/>
          </a:bodyPr>
          <a:lstStyle>
            <a:lvl1pPr marL="0" indent="0" algn="l">
              <a:lnSpc>
                <a:spcPct val="100000"/>
              </a:lnSpc>
              <a:buNone/>
              <a:defRPr sz="4600" b="1">
                <a:solidFill>
                  <a:schemeClr val="tx1">
                    <a:alpha val="70000"/>
                  </a:schemeClr>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zh-CN" altLang="en-US" dirty="0"/>
              <a:t>编辑副标题</a:t>
            </a:r>
            <a:endParaRPr lang="zh-CN" altLang="en-US" dirty="0"/>
          </a:p>
        </p:txBody>
      </p:sp>
      <p:sp>
        <p:nvSpPr>
          <p:cNvPr id="4" name="日期占位符 3"/>
          <p:cNvSpPr>
            <a:spLocks noGrp="1"/>
          </p:cNvSpPr>
          <p:nvPr>
            <p:ph type="dt" sz="half" idx="10"/>
            <p:custDataLst>
              <p:tags r:id="rId4"/>
            </p:custDataLst>
          </p:nvPr>
        </p:nvSpPr>
        <p:spPr/>
        <p:txBody>
          <a:bodyPr wrap="square">
            <a:normAutofit/>
          </a:bodyPr>
          <a:lstStyle/>
          <a:p>
            <a:fld id="{5592522B-0F24-4480-B9DD-A9474A6880D6}" type="datetimeFigureOut">
              <a:rPr lang="zh-CN" altLang="en-US" smtClean="0"/>
            </a:fld>
            <a:endParaRPr lang="zh-CN" altLang="en-US"/>
          </a:p>
        </p:txBody>
      </p:sp>
      <p:sp>
        <p:nvSpPr>
          <p:cNvPr id="5" name="页脚占位符 4"/>
          <p:cNvSpPr>
            <a:spLocks noGrp="1"/>
          </p:cNvSpPr>
          <p:nvPr>
            <p:ph type="ftr" sz="quarter" idx="11"/>
            <p:custDataLst>
              <p:tags r:id="rId5"/>
            </p:custDataLst>
          </p:nvPr>
        </p:nvSpPr>
        <p:spPr/>
        <p:txBody>
          <a:bodyPr/>
          <a:lstStyle/>
          <a:p>
            <a:endParaRPr lang="zh-CN" altLang="en-US"/>
          </a:p>
        </p:txBody>
      </p:sp>
      <p:sp>
        <p:nvSpPr>
          <p:cNvPr id="6" name="灯片编号占位符 5"/>
          <p:cNvSpPr>
            <a:spLocks noGrp="1"/>
          </p:cNvSpPr>
          <p:nvPr>
            <p:ph type="sldNum" sz="quarter" idx="12"/>
            <p:custDataLst>
              <p:tags r:id="rId6"/>
            </p:custDataLst>
          </p:nvPr>
        </p:nvSpPr>
        <p:spPr>
          <a:xfrm>
            <a:off x="8610600" y="6356350"/>
            <a:ext cx="2743200" cy="365125"/>
          </a:xfrm>
        </p:spPr>
        <p:txBody>
          <a:bodyPr wrap="square">
            <a:normAutofit/>
          </a:bodyPr>
          <a:lstStyle/>
          <a:p>
            <a:fld id="{BE5F26B5-172A-4DC2-B0B7-181CFC56B87C}" type="slidenum">
              <a:rPr lang="zh-CN" altLang="en-US" smtClean="0"/>
            </a:fld>
            <a:endParaRPr lang="zh-CN" altLang="en-US"/>
          </a:p>
        </p:txBody>
      </p:sp>
      <p:sp>
        <p:nvSpPr>
          <p:cNvPr id="10" name="公司名占位符 6"/>
          <p:cNvSpPr>
            <a:spLocks noGrp="1"/>
          </p:cNvSpPr>
          <p:nvPr>
            <p:ph type="body" sz="quarter" idx="13" hasCustomPrompt="1"/>
            <p:custDataLst>
              <p:tags r:id="rId7"/>
            </p:custDataLst>
          </p:nvPr>
        </p:nvSpPr>
        <p:spPr>
          <a:xfrm>
            <a:off x="1229360" y="504190"/>
            <a:ext cx="4868545" cy="504190"/>
          </a:xfrm>
        </p:spPr>
        <p:txBody>
          <a:bodyPr wrap="square" anchor="ctr">
            <a:normAutofit/>
          </a:bodyPr>
          <a:lstStyle>
            <a:lvl1pPr marL="0" indent="0">
              <a:lnSpc>
                <a:spcPct val="100000"/>
              </a:lnSpc>
              <a:buNone/>
              <a:defRPr sz="1600"/>
            </a:lvl1pPr>
          </a:lstStyle>
          <a:p>
            <a:pPr lvl="0"/>
            <a:r>
              <a:rPr lang="zh-CN" altLang="en-US" dirty="0"/>
              <a:t>公司</a:t>
            </a:r>
            <a:endParaRPr lang="zh-CN" altLang="en-US" dirty="0"/>
          </a:p>
        </p:txBody>
      </p:sp>
      <p:sp>
        <p:nvSpPr>
          <p:cNvPr id="24" name="署名占位符 10"/>
          <p:cNvSpPr>
            <a:spLocks noGrp="1"/>
          </p:cNvSpPr>
          <p:nvPr>
            <p:ph type="body" sz="quarter" idx="17" hasCustomPrompt="1"/>
            <p:custDataLst>
              <p:tags r:id="rId8"/>
            </p:custDataLst>
          </p:nvPr>
        </p:nvSpPr>
        <p:spPr>
          <a:xfrm>
            <a:off x="1229360" y="4902835"/>
            <a:ext cx="2880000" cy="576000"/>
          </a:xfrm>
          <a:prstGeom prst="roundRect">
            <a:avLst>
              <a:gd name="adj" fmla="val 50000"/>
            </a:avLst>
          </a:prstGeom>
          <a:gradFill>
            <a:gsLst>
              <a:gs pos="0">
                <a:schemeClr val="accent1">
                  <a:lumMod val="60000"/>
                  <a:lumOff val="40000"/>
                </a:schemeClr>
              </a:gs>
              <a:gs pos="100000">
                <a:schemeClr val="accent1"/>
              </a:gs>
            </a:gsLst>
            <a:lin ang="2700000" scaled="0"/>
          </a:gradFill>
        </p:spPr>
        <p:txBody>
          <a:bodyPr vert="horz" wrap="square" lIns="0" tIns="0" rIns="0" bIns="0" rtlCol="0" anchor="ctr">
            <a:normAutofit/>
          </a:bodyPr>
          <a:lstStyle>
            <a:lvl1pPr marL="0" marR="0" lvl="0" indent="0" algn="ctr" defTabSz="914400" rtl="0" eaLnBrk="1" fontAlgn="auto" latinLnBrk="0" hangingPunct="1">
              <a:lnSpc>
                <a:spcPct val="100000"/>
              </a:lnSpc>
              <a:spcBef>
                <a:spcPts val="1000"/>
              </a:spcBef>
              <a:buClrTx/>
              <a:buSzTx/>
              <a:buFont typeface="Arial" panose="020B0604020202020204" pitchFamily="34" charset="0"/>
              <a:buNone/>
              <a:defRPr kumimoji="0" lang="zh-CN" altLang="en-US" sz="2200" b="1" i="0" u="none" strike="noStrike" kern="1200" cap="none" spc="0" normalizeH="0" baseline="0" noProof="1" dirty="0">
                <a:solidFill>
                  <a:srgbClr val="FFFFFF"/>
                </a:solidFill>
                <a:latin typeface="+mn-lt"/>
                <a:ea typeface="+mn-ea"/>
                <a:cs typeface="+mn-cs"/>
              </a:defRPr>
            </a:lvl1pPr>
          </a:lstStyle>
          <a:p>
            <a:pPr lvl="0"/>
            <a:r>
              <a:rPr>
                <a:sym typeface="+mn-ea"/>
              </a:rPr>
              <a:t>署名</a:t>
            </a:r>
            <a:endParaRPr>
              <a:sym typeface="+mn-ea"/>
            </a:endParaRPr>
          </a:p>
        </p:txBody>
      </p:sp>
      <p:sp>
        <p:nvSpPr>
          <p:cNvPr id="12" name="弧形 11"/>
          <p:cNvSpPr>
            <a:spLocks noChangeAspect="1"/>
          </p:cNvSpPr>
          <p:nvPr userDrawn="1">
            <p:custDataLst>
              <p:tags r:id="rId9"/>
            </p:custDataLst>
          </p:nvPr>
        </p:nvSpPr>
        <p:spPr>
          <a:xfrm rot="16200000">
            <a:off x="6948696" y="1197000"/>
            <a:ext cx="4464000" cy="4464000"/>
          </a:xfrm>
          <a:prstGeom prst="arc">
            <a:avLst>
              <a:gd name="adj1" fmla="val 6911636"/>
              <a:gd name="adj2" fmla="val 13883405"/>
            </a:avLst>
          </a:prstGeom>
          <a:noFill/>
          <a:ln>
            <a:gradFill flip="none" rotWithShape="1">
              <a:gsLst>
                <a:gs pos="0">
                  <a:schemeClr val="accent1">
                    <a:lumMod val="70000"/>
                    <a:lumOff val="30000"/>
                    <a:alpha val="6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3" name="椭圆 12"/>
          <p:cNvSpPr>
            <a:spLocks noChangeAspect="1"/>
          </p:cNvSpPr>
          <p:nvPr userDrawn="1">
            <p:custDataLst>
              <p:tags r:id="rId10"/>
            </p:custDataLst>
          </p:nvPr>
        </p:nvSpPr>
        <p:spPr>
          <a:xfrm rot="16200000">
            <a:off x="9901127" y="5447746"/>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p:nvSpPr>
          <p:cNvPr id="15" name="椭圆 14"/>
          <p:cNvSpPr>
            <a:spLocks noChangeAspect="1"/>
          </p:cNvSpPr>
          <p:nvPr userDrawn="1">
            <p:custDataLst>
              <p:tags r:id="rId11"/>
            </p:custDataLst>
          </p:nvPr>
        </p:nvSpPr>
        <p:spPr>
          <a:xfrm rot="16200000">
            <a:off x="7398696" y="1647000"/>
            <a:ext cx="3564000" cy="3564000"/>
          </a:xfrm>
          <a:prstGeom prst="ellipse">
            <a:avLst/>
          </a:prstGeom>
          <a:noFill/>
          <a:ln w="19050">
            <a:solidFill>
              <a:schemeClr val="accent1">
                <a:lumMod val="40000"/>
                <a:lumOff val="60000"/>
                <a:alpha val="7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zh-CN" altLang="en-US"/>
          </a:p>
        </p:txBody>
      </p:sp>
      <p:sp>
        <p:nvSpPr>
          <p:cNvPr id="16" name="弧形 15"/>
          <p:cNvSpPr>
            <a:spLocks noChangeAspect="1"/>
          </p:cNvSpPr>
          <p:nvPr userDrawn="1">
            <p:custDataLst>
              <p:tags r:id="rId12"/>
            </p:custDataLst>
          </p:nvPr>
        </p:nvSpPr>
        <p:spPr>
          <a:xfrm rot="16200000">
            <a:off x="6588696" y="837000"/>
            <a:ext cx="5184000" cy="5184000"/>
          </a:xfrm>
          <a:prstGeom prst="arc">
            <a:avLst>
              <a:gd name="adj1" fmla="val 11844446"/>
              <a:gd name="adj2" fmla="val 2553147"/>
            </a:avLst>
          </a:prstGeom>
          <a:noFill/>
          <a:ln>
            <a:gradFill flip="none" rotWithShape="1">
              <a:gsLst>
                <a:gs pos="0">
                  <a:schemeClr val="accent1">
                    <a:lumMod val="70000"/>
                    <a:lumOff val="30000"/>
                    <a:alpha val="70000"/>
                  </a:schemeClr>
                </a:gs>
                <a:gs pos="100000">
                  <a:schemeClr val="accent1">
                    <a:lumMod val="70000"/>
                    <a:lumOff val="30000"/>
                    <a:alpha val="20000"/>
                  </a:schemeClr>
                </a:gs>
              </a:gsLst>
              <a:lin ang="12000000" scaled="0"/>
              <a:tileRect/>
            </a:gra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 useBgFill="1">
        <p:nvSpPr>
          <p:cNvPr id="17" name="椭圆 16"/>
          <p:cNvSpPr>
            <a:spLocks noChangeAspect="1"/>
          </p:cNvSpPr>
          <p:nvPr userDrawn="1">
            <p:custDataLst>
              <p:tags r:id="rId13"/>
            </p:custDataLst>
          </p:nvPr>
        </p:nvSpPr>
        <p:spPr>
          <a:xfrm rot="16200000">
            <a:off x="7261348" y="1544325"/>
            <a:ext cx="144000" cy="144000"/>
          </a:xfrm>
          <a:prstGeom prst="ellipse">
            <a:avLst/>
          </a:prstGeom>
          <a:ln w="19050">
            <a:solidFill>
              <a:schemeClr val="accent1">
                <a:lumMod val="40000"/>
                <a:lumOff val="60000"/>
                <a:alpha val="60000"/>
              </a:schemeClr>
            </a:solidFill>
          </a:ln>
          <a:effectLst/>
        </p:spPr>
        <p:style>
          <a:lnRef idx="2">
            <a:schemeClr val="accent1">
              <a:shade val="15000"/>
            </a:schemeClr>
          </a:lnRef>
          <a:fillRef idx="1">
            <a:schemeClr val="accent1"/>
          </a:fillRef>
          <a:effectRef idx="0">
            <a:schemeClr val="accent1"/>
          </a:effectRef>
          <a:fontRef idx="minor">
            <a:schemeClr val="lt1"/>
          </a:fontRef>
        </p:style>
        <p:txBody>
          <a:bodyPr vertOverflow="overflow" horzOverflow="overflow" vert="horz" wrap="square" numCol="1" spcCol="0" rtlCol="0" fromWordArt="0" anchor="ctr" anchorCtr="0" forceAA="0" compatLnSpc="1">
            <a:noAutofit/>
          </a:bodyPr>
          <a:lstStyle/>
          <a:p>
            <a:pPr lvl="0" algn="ctr">
              <a:buClrTx/>
              <a:buSzTx/>
              <a:buFontTx/>
            </a:pPr>
            <a:endParaRPr lang="zh-CN" altLang="en-US">
              <a:sym typeface="+mn-ea"/>
            </a:endParaRPr>
          </a:p>
        </p:txBody>
      </p:sp>
    </p:spTree>
  </p:cSld>
  <p:clrMapOvr>
    <a:masterClrMapping/>
  </p:clrMapOvr>
</p:sldLayout>
</file>

<file path=ppt/slideMasters/_rels/slideMaster1.xml.rels><?xml version="1.0" encoding="UTF-8" standalone="yes"?>
<Relationships xmlns="http://schemas.openxmlformats.org/package/2006/relationships"><Relationship Id="rId9" Type="http://schemas.openxmlformats.org/officeDocument/2006/relationships/theme" Target="../theme/theme1.xml"/><Relationship Id="rId8" Type="http://schemas.openxmlformats.org/officeDocument/2006/relationships/slideLayout" Target="../slideLayouts/slideLayout8.xml"/><Relationship Id="rId7" Type="http://schemas.openxmlformats.org/officeDocument/2006/relationships/slideLayout" Target="../slideLayouts/slideLayout7.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9" Type="http://schemas.openxmlformats.org/officeDocument/2006/relationships/tags" Target="../tags/tag25.xml"/><Relationship Id="rId8" Type="http://schemas.openxmlformats.org/officeDocument/2006/relationships/tags" Target="../tags/tag24.xml"/><Relationship Id="rId7" Type="http://schemas.openxmlformats.org/officeDocument/2006/relationships/tags" Target="../tags/tag23.xml"/><Relationship Id="rId6" Type="http://schemas.openxmlformats.org/officeDocument/2006/relationships/tags" Target="../tags/tag22.xml"/><Relationship Id="rId5" Type="http://schemas.openxmlformats.org/officeDocument/2006/relationships/tags" Target="../tags/tag21.xml"/><Relationship Id="rId4" Type="http://schemas.openxmlformats.org/officeDocument/2006/relationships/slideLayout" Target="../slideLayouts/slideLayout12.xml"/><Relationship Id="rId3" Type="http://schemas.openxmlformats.org/officeDocument/2006/relationships/slideLayout" Target="../slideLayouts/slideLayout11.xml"/><Relationship Id="rId2" Type="http://schemas.openxmlformats.org/officeDocument/2006/relationships/slideLayout" Target="../slideLayouts/slideLayout10.xml"/><Relationship Id="rId11" Type="http://schemas.openxmlformats.org/officeDocument/2006/relationships/theme" Target="../theme/theme2.xml"/><Relationship Id="rId10" Type="http://schemas.openxmlformats.org/officeDocument/2006/relationships/tags" Target="../tags/tag26.xml"/><Relationship Id="rId1" Type="http://schemas.openxmlformats.org/officeDocument/2006/relationships/slideLayout" Target="../slideLayouts/slideLayout9.xml"/></Relationships>
</file>

<file path=ppt/slideMasters/_rels/slideMaster3.xml.rels><?xml version="1.0" encoding="UTF-8" standalone="yes"?>
<Relationships xmlns="http://schemas.openxmlformats.org/package/2006/relationships"><Relationship Id="rId8" Type="http://schemas.openxmlformats.org/officeDocument/2006/relationships/theme" Target="../theme/theme3.xml"/><Relationship Id="rId7" Type="http://schemas.openxmlformats.org/officeDocument/2006/relationships/tags" Target="../tags/tag44.xml"/><Relationship Id="rId6" Type="http://schemas.openxmlformats.org/officeDocument/2006/relationships/tags" Target="../tags/tag43.xml"/><Relationship Id="rId5" Type="http://schemas.openxmlformats.org/officeDocument/2006/relationships/tags" Target="../tags/tag42.xml"/><Relationship Id="rId4" Type="http://schemas.openxmlformats.org/officeDocument/2006/relationships/tags" Target="../tags/tag41.xml"/><Relationship Id="rId3" Type="http://schemas.openxmlformats.org/officeDocument/2006/relationships/tags" Target="../tags/tag40.xml"/><Relationship Id="rId2" Type="http://schemas.openxmlformats.org/officeDocument/2006/relationships/tags" Target="../tags/tag39.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5"/>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6"/>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7"/>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8"/>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9"/>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7" name="KSO_TEMPLATE" hidden="1"/>
          <p:cNvSpPr/>
          <p:nvPr userDrawn="1">
            <p:custDataLst>
              <p:tags r:id="rId10"/>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58" r:id="rId1"/>
    <p:sldLayoutId id="2147483659" r:id="rId2"/>
    <p:sldLayoutId id="2147483660" r:id="rId3"/>
    <p:sldLayoutId id="2147483661" r:id="rId4"/>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标题占位符 1"/>
          <p:cNvSpPr>
            <a:spLocks noGrp="1"/>
          </p:cNvSpPr>
          <p:nvPr>
            <p:ph type="title"/>
            <p:custDataLst>
              <p:tags r:id="rId2"/>
            </p:custDataLst>
          </p:nvPr>
        </p:nvSpPr>
        <p:spPr>
          <a:xfrm>
            <a:off x="695960" y="360000"/>
            <a:ext cx="10800000" cy="720000"/>
          </a:xfrm>
          <a:prstGeom prst="rect">
            <a:avLst/>
          </a:prstGeom>
        </p:spPr>
        <p:txBody>
          <a:bodyPr vert="horz" wrap="square" lIns="0" tIns="0" rIns="0" bIns="0" rtlCol="0" anchor="b">
            <a:normAutofit/>
          </a:bodyPr>
          <a:lstStyle/>
          <a:p>
            <a:r>
              <a:rPr lang="zh-CN" altLang="en-US" dirty="0"/>
              <a:t>单击此处编辑母版标题样式</a:t>
            </a:r>
            <a:endParaRPr lang="zh-CN" altLang="en-US" dirty="0"/>
          </a:p>
        </p:txBody>
      </p:sp>
      <p:sp>
        <p:nvSpPr>
          <p:cNvPr id="3" name="文本占位符 2"/>
          <p:cNvSpPr>
            <a:spLocks noGrp="1"/>
          </p:cNvSpPr>
          <p:nvPr>
            <p:ph type="body" idx="1"/>
            <p:custDataLst>
              <p:tags r:id="rId3"/>
            </p:custDataLst>
          </p:nvPr>
        </p:nvSpPr>
        <p:spPr>
          <a:xfrm>
            <a:off x="695960" y="1301749"/>
            <a:ext cx="10800000" cy="4873625"/>
          </a:xfrm>
          <a:prstGeom prst="rect">
            <a:avLst/>
          </a:prstGeom>
        </p:spPr>
        <p:txBody>
          <a:bodyPr vert="horz" wrap="square" lIns="0" tIns="0" rIns="0" bIns="0" rtlCol="0">
            <a:normAutofit/>
          </a:bodyPr>
          <a:lstStyle/>
          <a:p>
            <a:pPr lvl="0"/>
            <a:r>
              <a:rPr lang="zh-CN" altLang="en-US" dirty="0"/>
              <a:t>单击此处编辑母版文本样式</a:t>
            </a:r>
            <a:endParaRPr lang="zh-CN" altLang="en-US" dirty="0"/>
          </a:p>
          <a:p>
            <a:pPr lvl="1"/>
            <a:r>
              <a:rPr lang="zh-CN" altLang="en-US" dirty="0"/>
              <a:t>第二级</a:t>
            </a:r>
            <a:endParaRPr lang="zh-CN" altLang="en-US" dirty="0"/>
          </a:p>
          <a:p>
            <a:pPr lvl="2"/>
            <a:r>
              <a:rPr lang="zh-CN" altLang="en-US" dirty="0">
                <a:sym typeface="+mn-ea"/>
              </a:rPr>
              <a:t>第</a:t>
            </a:r>
            <a:r>
              <a:rPr lang="zh-CN" altLang="en-US" dirty="0"/>
              <a:t>三级</a:t>
            </a:r>
            <a:endParaRPr lang="zh-CN" altLang="en-US" dirty="0"/>
          </a:p>
          <a:p>
            <a:pPr lvl="3"/>
            <a:r>
              <a:rPr lang="zh-CN" altLang="en-US" dirty="0">
                <a:sym typeface="+mn-ea"/>
              </a:rPr>
              <a:t>第</a:t>
            </a:r>
            <a:r>
              <a:rPr lang="zh-CN" altLang="en-US" dirty="0"/>
              <a:t>四级</a:t>
            </a:r>
            <a:endParaRPr lang="zh-CN" altLang="en-US" dirty="0"/>
          </a:p>
          <a:p>
            <a:pPr lvl="4"/>
            <a:r>
              <a:rPr lang="zh-CN" altLang="en-US" dirty="0">
                <a:sym typeface="+mn-ea"/>
              </a:rPr>
              <a:t>第</a:t>
            </a:r>
            <a:r>
              <a:rPr lang="zh-CN" altLang="en-US" dirty="0"/>
              <a:t>五级</a:t>
            </a:r>
            <a:endParaRPr lang="zh-CN" altLang="en-US" dirty="0"/>
          </a:p>
        </p:txBody>
      </p:sp>
      <p:sp>
        <p:nvSpPr>
          <p:cNvPr id="4" name="日期占位符 3"/>
          <p:cNvSpPr>
            <a:spLocks noGrp="1"/>
          </p:cNvSpPr>
          <p:nvPr>
            <p:ph type="dt" sz="half" idx="2"/>
            <p:custDataLst>
              <p:tags r:id="rId4"/>
            </p:custDataLst>
          </p:nvPr>
        </p:nvSpPr>
        <p:spPr>
          <a:xfrm>
            <a:off x="695960" y="6356350"/>
            <a:ext cx="2743200" cy="365125"/>
          </a:xfrm>
          <a:prstGeom prst="rect">
            <a:avLst/>
          </a:prstGeom>
        </p:spPr>
        <p:txBody>
          <a:bodyPr vert="horz" wrap="square" lIns="91440" tIns="45720" rIns="91440" bIns="45720" rtlCol="0" anchor="ctr">
            <a:normAutofit/>
          </a:bodyPr>
          <a:lstStyle>
            <a:lvl1pPr algn="l">
              <a:defRPr sz="1200">
                <a:solidFill>
                  <a:schemeClr val="tx1">
                    <a:tint val="75000"/>
                  </a:schemeClr>
                </a:solidFill>
              </a:defRPr>
            </a:lvl1pPr>
          </a:lstStyle>
          <a:p>
            <a:fld id="{5592522B-0F24-4480-B9DD-A9474A6880D6}" type="datetimeFigureOut">
              <a:rPr lang="zh-CN" altLang="en-US" smtClean="0"/>
            </a:fld>
            <a:endParaRPr lang="zh-CN" altLang="en-US"/>
          </a:p>
        </p:txBody>
      </p:sp>
      <p:sp>
        <p:nvSpPr>
          <p:cNvPr id="5" name="页脚占位符 4"/>
          <p:cNvSpPr>
            <a:spLocks noGrp="1"/>
          </p:cNvSpPr>
          <p:nvPr>
            <p:ph type="ftr" sz="quarter" idx="3"/>
            <p:custDataLst>
              <p:tags r:id="rId5"/>
            </p:custDataLst>
          </p:nvPr>
        </p:nvSpPr>
        <p:spPr>
          <a:xfrm>
            <a:off x="4038600" y="6356350"/>
            <a:ext cx="4114800" cy="365125"/>
          </a:xfrm>
          <a:prstGeom prst="rect">
            <a:avLst/>
          </a:prstGeom>
        </p:spPr>
        <p:txBody>
          <a:bodyPr vert="horz" lIns="91440" tIns="45720" rIns="91440" bIns="45720" rtlCol="0" anchor="ctr">
            <a:normAutofit/>
          </a:bodyPr>
          <a:lstStyle>
            <a:lvl1pPr algn="ctr">
              <a:defRPr sz="1200">
                <a:solidFill>
                  <a:schemeClr val="tx1">
                    <a:tint val="75000"/>
                  </a:schemeClr>
                </a:solidFill>
              </a:defRPr>
            </a:lvl1pPr>
          </a:lstStyle>
          <a:p>
            <a:endParaRPr lang="zh-CN" altLang="en-US" dirty="0"/>
          </a:p>
        </p:txBody>
      </p:sp>
      <p:sp>
        <p:nvSpPr>
          <p:cNvPr id="6" name="灯片编号占位符 5"/>
          <p:cNvSpPr>
            <a:spLocks noGrp="1"/>
          </p:cNvSpPr>
          <p:nvPr>
            <p:ph type="sldNum" sz="quarter" idx="4"/>
            <p:custDataLst>
              <p:tags r:id="rId6"/>
            </p:custDataLst>
          </p:nvPr>
        </p:nvSpPr>
        <p:spPr>
          <a:xfrm>
            <a:off x="8753983" y="6356350"/>
            <a:ext cx="2743200" cy="365125"/>
          </a:xfrm>
          <a:prstGeom prst="rect">
            <a:avLst/>
          </a:prstGeom>
        </p:spPr>
        <p:txBody>
          <a:bodyPr vert="horz" wrap="square" lIns="91440" tIns="45720" rIns="91440" bIns="45720" rtlCol="0" anchor="ctr">
            <a:normAutofit/>
          </a:bodyPr>
          <a:lstStyle>
            <a:lvl1pPr algn="r">
              <a:defRPr sz="1200">
                <a:solidFill>
                  <a:schemeClr val="tx1">
                    <a:tint val="75000"/>
                  </a:schemeClr>
                </a:solidFill>
              </a:defRPr>
            </a:lvl1pPr>
          </a:lstStyle>
          <a:p>
            <a:fld id="{BE5F26B5-172A-4DC2-B0B7-181CFC56B87C}" type="slidenum">
              <a:rPr lang="zh-CN" altLang="en-US" smtClean="0"/>
            </a:fld>
            <a:endParaRPr lang="zh-CN" altLang="en-US"/>
          </a:p>
        </p:txBody>
      </p:sp>
      <p:sp>
        <p:nvSpPr>
          <p:cNvPr id="8" name="KSO_TEMPLATE" hidden="1"/>
          <p:cNvSpPr/>
          <p:nvPr userDrawn="1">
            <p:custDataLst>
              <p:tags r:id="rId7"/>
            </p:custDataLst>
          </p:nvPr>
        </p:nvSpPr>
        <p:spPr>
          <a:xfrm>
            <a:off x="0" y="0"/>
            <a:ext cx="0" cy="0"/>
          </a:xfrm>
          <a:prstGeom prst="rect">
            <a:avLst/>
          </a:prstGeom>
        </p:spPr>
        <p:style>
          <a:lnRef idx="2">
            <a:schemeClr val="accent1">
              <a:shade val="50000"/>
            </a:schemeClr>
          </a:lnRef>
          <a:fillRef idx="1">
            <a:schemeClr val="accent1"/>
          </a:fillRef>
          <a:effectRef idx="0">
            <a:schemeClr val="accent1"/>
          </a:effectRef>
          <a:fontRef idx="minor">
            <a:schemeClr val="lt1"/>
          </a:fontRef>
        </p:style>
        <p:txBody>
          <a:bodyPr rtlCol="0" anchor="ctr"/>
          <a:p>
            <a:pPr algn="ctr"/>
            <a:endParaRPr lang="zh-CN" altLang="en-US"/>
          </a:p>
        </p:txBody>
      </p:sp>
    </p:spTree>
  </p:cSld>
  <p:clrMap bg1="lt1" tx1="dk1" bg2="lt2" tx2="dk2" accent1="accent1" accent2="accent2" accent3="accent3" accent4="accent4" accent5="accent5" accent6="accent6" hlink="hlink" folHlink="folHlink"/>
  <p:sldLayoutIdLst>
    <p:sldLayoutId id="2147483663" r:id="rId1"/>
  </p:sldLayoutIdLst>
  <p:txStyles>
    <p:titleStyle>
      <a:lvl1pPr algn="l" defTabSz="914400" rtl="0" eaLnBrk="1" latinLnBrk="0" hangingPunct="1">
        <a:lnSpc>
          <a:spcPct val="100000"/>
        </a:lnSpc>
        <a:spcBef>
          <a:spcPct val="0"/>
        </a:spcBef>
        <a:buNone/>
        <a:defRPr sz="3200" b="1" kern="1200">
          <a:solidFill>
            <a:schemeClr val="tx1"/>
          </a:solidFill>
          <a:latin typeface="+mj-lt"/>
          <a:ea typeface="+mj-ea"/>
          <a:cs typeface="+mj-cs"/>
        </a:defRPr>
      </a:lvl1pPr>
    </p:titleStyle>
    <p:bodyStyle>
      <a:lvl1pPr marL="228600" indent="-228600" algn="l" defTabSz="914400" rtl="0" eaLnBrk="1" latinLnBrk="0" hangingPunct="1">
        <a:lnSpc>
          <a:spcPct val="130000"/>
        </a:lnSpc>
        <a:spcBef>
          <a:spcPts val="1000"/>
        </a:spcBef>
        <a:buFont typeface="Arial" panose="020B0604020202020204" pitchFamily="34" charset="0"/>
        <a:buChar char="•"/>
        <a:defRPr sz="2400" kern="1200">
          <a:solidFill>
            <a:schemeClr val="tx1"/>
          </a:soli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6" Type="http://schemas.openxmlformats.org/officeDocument/2006/relationships/notesSlide" Target="../notesSlides/notesSlide1.xml"/><Relationship Id="rId5" Type="http://schemas.openxmlformats.org/officeDocument/2006/relationships/slideLayout" Target="../slideLayouts/slideLayout1.xml"/><Relationship Id="rId4" Type="http://schemas.openxmlformats.org/officeDocument/2006/relationships/image" Target="../media/image4.png"/><Relationship Id="rId3" Type="http://schemas.openxmlformats.org/officeDocument/2006/relationships/tags" Target="../tags/tag46.xml"/><Relationship Id="rId2" Type="http://schemas.openxmlformats.org/officeDocument/2006/relationships/tags" Target="../tags/tag45.xml"/><Relationship Id="rId1" Type="http://schemas.openxmlformats.org/officeDocument/2006/relationships/image" Target="../media/image3.png"/></Relationships>
</file>

<file path=ppt/slides/_rels/slide2.xml.rels><?xml version="1.0" encoding="UTF-8" standalone="yes"?>
<Relationships xmlns="http://schemas.openxmlformats.org/package/2006/relationships"><Relationship Id="rId9" Type="http://schemas.openxmlformats.org/officeDocument/2006/relationships/tags" Target="../tags/tag52.xml"/><Relationship Id="rId8" Type="http://schemas.openxmlformats.org/officeDocument/2006/relationships/tags" Target="../tags/tag51.xml"/><Relationship Id="rId7" Type="http://schemas.openxmlformats.org/officeDocument/2006/relationships/tags" Target="../tags/tag50.xml"/><Relationship Id="rId6" Type="http://schemas.openxmlformats.org/officeDocument/2006/relationships/tags" Target="../tags/tag49.xml"/><Relationship Id="rId5" Type="http://schemas.openxmlformats.org/officeDocument/2006/relationships/tags" Target="../tags/tag48.xml"/><Relationship Id="rId4" Type="http://schemas.openxmlformats.org/officeDocument/2006/relationships/tags" Target="../tags/tag47.xml"/><Relationship Id="rId3" Type="http://schemas.openxmlformats.org/officeDocument/2006/relationships/image" Target="../media/image7.png"/><Relationship Id="rId22" Type="http://schemas.openxmlformats.org/officeDocument/2006/relationships/notesSlide" Target="../notesSlides/notesSlide2.xml"/><Relationship Id="rId21" Type="http://schemas.openxmlformats.org/officeDocument/2006/relationships/slideLayout" Target="../slideLayouts/slideLayout6.xml"/><Relationship Id="rId20" Type="http://schemas.openxmlformats.org/officeDocument/2006/relationships/tags" Target="../tags/tag63.xml"/><Relationship Id="rId2" Type="http://schemas.openxmlformats.org/officeDocument/2006/relationships/image" Target="../media/image6.png"/><Relationship Id="rId19" Type="http://schemas.openxmlformats.org/officeDocument/2006/relationships/tags" Target="../tags/tag62.xml"/><Relationship Id="rId18" Type="http://schemas.openxmlformats.org/officeDocument/2006/relationships/tags" Target="../tags/tag61.xml"/><Relationship Id="rId17" Type="http://schemas.openxmlformats.org/officeDocument/2006/relationships/tags" Target="../tags/tag60.xml"/><Relationship Id="rId16" Type="http://schemas.openxmlformats.org/officeDocument/2006/relationships/tags" Target="../tags/tag59.xml"/><Relationship Id="rId15" Type="http://schemas.openxmlformats.org/officeDocument/2006/relationships/tags" Target="../tags/tag58.xml"/><Relationship Id="rId14" Type="http://schemas.openxmlformats.org/officeDocument/2006/relationships/tags" Target="../tags/tag57.xml"/><Relationship Id="rId13" Type="http://schemas.openxmlformats.org/officeDocument/2006/relationships/tags" Target="../tags/tag56.xml"/><Relationship Id="rId12" Type="http://schemas.openxmlformats.org/officeDocument/2006/relationships/tags" Target="../tags/tag55.xml"/><Relationship Id="rId11" Type="http://schemas.openxmlformats.org/officeDocument/2006/relationships/tags" Target="../tags/tag54.xml"/><Relationship Id="rId10" Type="http://schemas.openxmlformats.org/officeDocument/2006/relationships/tags" Target="../tags/tag53.xml"/><Relationship Id="rId1" Type="http://schemas.openxmlformats.org/officeDocument/2006/relationships/image" Target="../media/image5.png"/></Relationships>
</file>

<file path=ppt/slides/_rels/slide3.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67.xml"/><Relationship Id="rId4" Type="http://schemas.openxmlformats.org/officeDocument/2006/relationships/image" Target="../media/image6.png"/><Relationship Id="rId3" Type="http://schemas.openxmlformats.org/officeDocument/2006/relationships/tags" Target="../tags/tag66.xml"/><Relationship Id="rId2" Type="http://schemas.openxmlformats.org/officeDocument/2006/relationships/tags" Target="../tags/tag65.xml"/><Relationship Id="rId1" Type="http://schemas.openxmlformats.org/officeDocument/2006/relationships/tags" Target="../tags/tag64.xml"/></Relationships>
</file>

<file path=ppt/slides/_rels/slide4.xml.rels><?xml version="1.0" encoding="UTF-8" standalone="yes"?>
<Relationships xmlns="http://schemas.openxmlformats.org/package/2006/relationships"><Relationship Id="rId9" Type="http://schemas.openxmlformats.org/officeDocument/2006/relationships/image" Target="../media/image9.svg"/><Relationship Id="rId8" Type="http://schemas.openxmlformats.org/officeDocument/2006/relationships/image" Target="../media/image8.png"/><Relationship Id="rId7" Type="http://schemas.openxmlformats.org/officeDocument/2006/relationships/tags" Target="../tags/tag73.xml"/><Relationship Id="rId6" Type="http://schemas.openxmlformats.org/officeDocument/2006/relationships/tags" Target="../tags/tag72.xml"/><Relationship Id="rId5" Type="http://schemas.openxmlformats.org/officeDocument/2006/relationships/tags" Target="../tags/tag71.xml"/><Relationship Id="rId4" Type="http://schemas.openxmlformats.org/officeDocument/2006/relationships/tags" Target="../tags/tag70.xml"/><Relationship Id="rId3" Type="http://schemas.openxmlformats.org/officeDocument/2006/relationships/image" Target="../media/image6.png"/><Relationship Id="rId29" Type="http://schemas.openxmlformats.org/officeDocument/2006/relationships/notesSlide" Target="../notesSlides/notesSlide3.xml"/><Relationship Id="rId28" Type="http://schemas.openxmlformats.org/officeDocument/2006/relationships/slideLayout" Target="../slideLayouts/slideLayout1.xml"/><Relationship Id="rId27" Type="http://schemas.openxmlformats.org/officeDocument/2006/relationships/tags" Target="../tags/tag86.xml"/><Relationship Id="rId26" Type="http://schemas.openxmlformats.org/officeDocument/2006/relationships/image" Target="../media/image14.png"/><Relationship Id="rId25" Type="http://schemas.openxmlformats.org/officeDocument/2006/relationships/tags" Target="../tags/tag85.xml"/><Relationship Id="rId24" Type="http://schemas.openxmlformats.org/officeDocument/2006/relationships/tags" Target="../tags/tag84.xml"/><Relationship Id="rId23" Type="http://schemas.openxmlformats.org/officeDocument/2006/relationships/tags" Target="../tags/tag83.xml"/><Relationship Id="rId22" Type="http://schemas.openxmlformats.org/officeDocument/2006/relationships/image" Target="../media/image13.svg"/><Relationship Id="rId21" Type="http://schemas.openxmlformats.org/officeDocument/2006/relationships/image" Target="../media/image12.png"/><Relationship Id="rId20" Type="http://schemas.openxmlformats.org/officeDocument/2006/relationships/tags" Target="../tags/tag82.xml"/><Relationship Id="rId2" Type="http://schemas.openxmlformats.org/officeDocument/2006/relationships/tags" Target="../tags/tag69.xml"/><Relationship Id="rId19" Type="http://schemas.openxmlformats.org/officeDocument/2006/relationships/tags" Target="../tags/tag81.xml"/><Relationship Id="rId18" Type="http://schemas.openxmlformats.org/officeDocument/2006/relationships/tags" Target="../tags/tag80.xml"/><Relationship Id="rId17" Type="http://schemas.openxmlformats.org/officeDocument/2006/relationships/tags" Target="../tags/tag79.xml"/><Relationship Id="rId16" Type="http://schemas.openxmlformats.org/officeDocument/2006/relationships/image" Target="../media/image11.svg"/><Relationship Id="rId15" Type="http://schemas.openxmlformats.org/officeDocument/2006/relationships/image" Target="../media/image10.png"/><Relationship Id="rId14" Type="http://schemas.openxmlformats.org/officeDocument/2006/relationships/tags" Target="../tags/tag78.xml"/><Relationship Id="rId13" Type="http://schemas.openxmlformats.org/officeDocument/2006/relationships/tags" Target="../tags/tag77.xml"/><Relationship Id="rId12" Type="http://schemas.openxmlformats.org/officeDocument/2006/relationships/tags" Target="../tags/tag76.xml"/><Relationship Id="rId11" Type="http://schemas.openxmlformats.org/officeDocument/2006/relationships/tags" Target="../tags/tag75.xml"/><Relationship Id="rId10" Type="http://schemas.openxmlformats.org/officeDocument/2006/relationships/tags" Target="../tags/tag74.xml"/><Relationship Id="rId1" Type="http://schemas.openxmlformats.org/officeDocument/2006/relationships/tags" Target="../tags/tag68.xml"/></Relationships>
</file>

<file path=ppt/slides/_rels/slide5.xml.rels><?xml version="1.0" encoding="UTF-8" standalone="yes"?>
<Relationships xmlns="http://schemas.openxmlformats.org/package/2006/relationships"><Relationship Id="rId6" Type="http://schemas.openxmlformats.org/officeDocument/2006/relationships/notesSlide" Target="../notesSlides/notesSlide4.xml"/><Relationship Id="rId5" Type="http://schemas.openxmlformats.org/officeDocument/2006/relationships/slideLayout" Target="../slideLayouts/slideLayout1.xml"/><Relationship Id="rId4" Type="http://schemas.openxmlformats.org/officeDocument/2006/relationships/tags" Target="../tags/tag89.xml"/><Relationship Id="rId3" Type="http://schemas.openxmlformats.org/officeDocument/2006/relationships/image" Target="../media/image6.png"/><Relationship Id="rId2" Type="http://schemas.openxmlformats.org/officeDocument/2006/relationships/tags" Target="../tags/tag88.xml"/><Relationship Id="rId1" Type="http://schemas.openxmlformats.org/officeDocument/2006/relationships/tags" Target="../tags/tag87.xml"/></Relationships>
</file>

<file path=ppt/slides/_rels/slide6.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93.xml"/><Relationship Id="rId4" Type="http://schemas.openxmlformats.org/officeDocument/2006/relationships/image" Target="../media/image6.png"/><Relationship Id="rId3" Type="http://schemas.openxmlformats.org/officeDocument/2006/relationships/tags" Target="../tags/tag92.xml"/><Relationship Id="rId2" Type="http://schemas.openxmlformats.org/officeDocument/2006/relationships/tags" Target="../tags/tag91.xml"/><Relationship Id="rId1" Type="http://schemas.openxmlformats.org/officeDocument/2006/relationships/tags" Target="../tags/tag90.xml"/></Relationships>
</file>

<file path=ppt/slides/_rels/slide7.xml.rels><?xml version="1.0" encoding="UTF-8" standalone="yes"?>
<Relationships xmlns="http://schemas.openxmlformats.org/package/2006/relationships"><Relationship Id="rId9" Type="http://schemas.openxmlformats.org/officeDocument/2006/relationships/tags" Target="../tags/tag100.xml"/><Relationship Id="rId8" Type="http://schemas.openxmlformats.org/officeDocument/2006/relationships/tags" Target="../tags/tag99.xml"/><Relationship Id="rId7" Type="http://schemas.openxmlformats.org/officeDocument/2006/relationships/tags" Target="../tags/tag98.xml"/><Relationship Id="rId6" Type="http://schemas.openxmlformats.org/officeDocument/2006/relationships/tags" Target="../tags/tag97.xml"/><Relationship Id="rId5" Type="http://schemas.openxmlformats.org/officeDocument/2006/relationships/tags" Target="../tags/tag96.xml"/><Relationship Id="rId4" Type="http://schemas.openxmlformats.org/officeDocument/2006/relationships/image" Target="../media/image15.png"/><Relationship Id="rId3" Type="http://schemas.openxmlformats.org/officeDocument/2006/relationships/image" Target="../media/image6.png"/><Relationship Id="rId27" Type="http://schemas.openxmlformats.org/officeDocument/2006/relationships/notesSlide" Target="../notesSlides/notesSlide5.xml"/><Relationship Id="rId26" Type="http://schemas.openxmlformats.org/officeDocument/2006/relationships/slideLayout" Target="../slideLayouts/slideLayout1.xml"/><Relationship Id="rId25" Type="http://schemas.openxmlformats.org/officeDocument/2006/relationships/tags" Target="../tags/tag112.xml"/><Relationship Id="rId24" Type="http://schemas.openxmlformats.org/officeDocument/2006/relationships/tags" Target="../tags/tag111.xml"/><Relationship Id="rId23" Type="http://schemas.openxmlformats.org/officeDocument/2006/relationships/image" Target="../media/image19.svg"/><Relationship Id="rId22" Type="http://schemas.openxmlformats.org/officeDocument/2006/relationships/image" Target="../media/image18.png"/><Relationship Id="rId21" Type="http://schemas.openxmlformats.org/officeDocument/2006/relationships/tags" Target="../tags/tag110.xml"/><Relationship Id="rId20" Type="http://schemas.openxmlformats.org/officeDocument/2006/relationships/tags" Target="../tags/tag109.xml"/><Relationship Id="rId2" Type="http://schemas.openxmlformats.org/officeDocument/2006/relationships/tags" Target="../tags/tag95.xml"/><Relationship Id="rId19" Type="http://schemas.openxmlformats.org/officeDocument/2006/relationships/image" Target="../media/image17.svg"/><Relationship Id="rId18" Type="http://schemas.openxmlformats.org/officeDocument/2006/relationships/image" Target="../media/image16.png"/><Relationship Id="rId17" Type="http://schemas.openxmlformats.org/officeDocument/2006/relationships/tags" Target="../tags/tag108.xml"/><Relationship Id="rId16" Type="http://schemas.openxmlformats.org/officeDocument/2006/relationships/tags" Target="../tags/tag107.xml"/><Relationship Id="rId15" Type="http://schemas.openxmlformats.org/officeDocument/2006/relationships/tags" Target="../tags/tag106.xml"/><Relationship Id="rId14" Type="http://schemas.openxmlformats.org/officeDocument/2006/relationships/tags" Target="../tags/tag105.xml"/><Relationship Id="rId13" Type="http://schemas.openxmlformats.org/officeDocument/2006/relationships/tags" Target="../tags/tag104.xml"/><Relationship Id="rId12" Type="http://schemas.openxmlformats.org/officeDocument/2006/relationships/tags" Target="../tags/tag103.xml"/><Relationship Id="rId11" Type="http://schemas.openxmlformats.org/officeDocument/2006/relationships/tags" Target="../tags/tag102.xml"/><Relationship Id="rId10" Type="http://schemas.openxmlformats.org/officeDocument/2006/relationships/tags" Target="../tags/tag101.xml"/><Relationship Id="rId1" Type="http://schemas.openxmlformats.org/officeDocument/2006/relationships/tags" Target="../tags/tag94.xml"/></Relationships>
</file>

<file path=ppt/slides/_rels/slide8.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image" Target="../media/image20.png"/><Relationship Id="rId4" Type="http://schemas.openxmlformats.org/officeDocument/2006/relationships/tags" Target="../tags/tag115.xml"/><Relationship Id="rId3" Type="http://schemas.openxmlformats.org/officeDocument/2006/relationships/tags" Target="../tags/tag114.xml"/><Relationship Id="rId2" Type="http://schemas.openxmlformats.org/officeDocument/2006/relationships/tags" Target="../tags/tag113.xml"/><Relationship Id="rId1" Type="http://schemas.openxmlformats.org/officeDocument/2006/relationships/image" Target="../media/image6.png"/></Relationships>
</file>

<file path=ppt/slides/_rels/slide9.xml.rels><?xml version="1.0" encoding="UTF-8" standalone="yes"?>
<Relationships xmlns="http://schemas.openxmlformats.org/package/2006/relationships"><Relationship Id="rId6" Type="http://schemas.openxmlformats.org/officeDocument/2006/relationships/slideLayout" Target="../slideLayouts/slideLayout1.xml"/><Relationship Id="rId5" Type="http://schemas.openxmlformats.org/officeDocument/2006/relationships/tags" Target="../tags/tag118.xml"/><Relationship Id="rId4" Type="http://schemas.openxmlformats.org/officeDocument/2006/relationships/tags" Target="../tags/tag117.xml"/><Relationship Id="rId3" Type="http://schemas.openxmlformats.org/officeDocument/2006/relationships/tags" Target="../tags/tag116.xml"/><Relationship Id="rId2" Type="http://schemas.openxmlformats.org/officeDocument/2006/relationships/image" Target="../media/image20.png"/><Relationship Id="rId1" Type="http://schemas.openxmlformats.org/officeDocument/2006/relationships/image" Target="../media/image6.png"/></Relationships>
</file>

<file path=ppt/slides/_rels/slide10.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tags" Target="../tags/tag121.xml"/><Relationship Id="rId3" Type="http://schemas.openxmlformats.org/officeDocument/2006/relationships/tags" Target="../tags/tag120.xml"/><Relationship Id="rId2" Type="http://schemas.openxmlformats.org/officeDocument/2006/relationships/image" Target="../media/image6.png"/><Relationship Id="rId1" Type="http://schemas.openxmlformats.org/officeDocument/2006/relationships/tags" Target="../tags/tag119.xml"/></Relationships>
</file>

<file path=ppt/slides/_rels/slide11.xml.rels><?xml version="1.0" encoding="UTF-8" standalone="yes"?>
<Relationships xmlns="http://schemas.openxmlformats.org/package/2006/relationships"><Relationship Id="rId9" Type="http://schemas.openxmlformats.org/officeDocument/2006/relationships/image" Target="../media/image22.svg"/><Relationship Id="rId8" Type="http://schemas.openxmlformats.org/officeDocument/2006/relationships/image" Target="../media/image21.png"/><Relationship Id="rId7" Type="http://schemas.openxmlformats.org/officeDocument/2006/relationships/tags" Target="../tags/tag127.xml"/><Relationship Id="rId6" Type="http://schemas.openxmlformats.org/officeDocument/2006/relationships/tags" Target="../tags/tag126.xml"/><Relationship Id="rId5" Type="http://schemas.openxmlformats.org/officeDocument/2006/relationships/tags" Target="../tags/tag125.xml"/><Relationship Id="rId4" Type="http://schemas.openxmlformats.org/officeDocument/2006/relationships/tags" Target="../tags/tag124.xml"/><Relationship Id="rId3" Type="http://schemas.openxmlformats.org/officeDocument/2006/relationships/image" Target="../media/image6.png"/><Relationship Id="rId24" Type="http://schemas.openxmlformats.org/officeDocument/2006/relationships/notesSlide" Target="../notesSlides/notesSlide6.xml"/><Relationship Id="rId23" Type="http://schemas.openxmlformats.org/officeDocument/2006/relationships/slideLayout" Target="../slideLayouts/slideLayout1.xml"/><Relationship Id="rId22" Type="http://schemas.openxmlformats.org/officeDocument/2006/relationships/tags" Target="../tags/tag136.xml"/><Relationship Id="rId21" Type="http://schemas.openxmlformats.org/officeDocument/2006/relationships/image" Target="../media/image26.svg"/><Relationship Id="rId20" Type="http://schemas.openxmlformats.org/officeDocument/2006/relationships/image" Target="../media/image25.png"/><Relationship Id="rId2" Type="http://schemas.openxmlformats.org/officeDocument/2006/relationships/tags" Target="../tags/tag123.xml"/><Relationship Id="rId19" Type="http://schemas.openxmlformats.org/officeDocument/2006/relationships/tags" Target="../tags/tag135.xml"/><Relationship Id="rId18" Type="http://schemas.openxmlformats.org/officeDocument/2006/relationships/tags" Target="../tags/tag134.xml"/><Relationship Id="rId17" Type="http://schemas.openxmlformats.org/officeDocument/2006/relationships/tags" Target="../tags/tag133.xml"/><Relationship Id="rId16" Type="http://schemas.openxmlformats.org/officeDocument/2006/relationships/tags" Target="../tags/tag132.xml"/><Relationship Id="rId15" Type="http://schemas.openxmlformats.org/officeDocument/2006/relationships/tags" Target="../tags/tag131.xml"/><Relationship Id="rId14" Type="http://schemas.openxmlformats.org/officeDocument/2006/relationships/tags" Target="../tags/tag130.xml"/><Relationship Id="rId13" Type="http://schemas.openxmlformats.org/officeDocument/2006/relationships/tags" Target="../tags/tag129.xml"/><Relationship Id="rId12" Type="http://schemas.openxmlformats.org/officeDocument/2006/relationships/image" Target="../media/image24.svg"/><Relationship Id="rId11" Type="http://schemas.openxmlformats.org/officeDocument/2006/relationships/image" Target="../media/image23.png"/><Relationship Id="rId10" Type="http://schemas.openxmlformats.org/officeDocument/2006/relationships/tags" Target="../tags/tag128.xml"/><Relationship Id="rId1" Type="http://schemas.openxmlformats.org/officeDocument/2006/relationships/tags" Target="../tags/tag122.xml"/></Relationships>
</file>

<file path=ppt/slides/_rels/slide12.xml.rels><?xml version="1.0" encoding="UTF-8" standalone="yes"?>
<Relationships xmlns="http://schemas.openxmlformats.org/package/2006/relationships"><Relationship Id="rId9" Type="http://schemas.openxmlformats.org/officeDocument/2006/relationships/tags" Target="../tags/tag144.xml"/><Relationship Id="rId8" Type="http://schemas.openxmlformats.org/officeDocument/2006/relationships/tags" Target="../tags/tag143.xml"/><Relationship Id="rId7" Type="http://schemas.openxmlformats.org/officeDocument/2006/relationships/tags" Target="../tags/tag142.xml"/><Relationship Id="rId6" Type="http://schemas.openxmlformats.org/officeDocument/2006/relationships/tags" Target="../tags/tag141.xml"/><Relationship Id="rId5" Type="http://schemas.openxmlformats.org/officeDocument/2006/relationships/tags" Target="../tags/tag140.xml"/><Relationship Id="rId4" Type="http://schemas.openxmlformats.org/officeDocument/2006/relationships/tags" Target="../tags/tag139.xml"/><Relationship Id="rId37" Type="http://schemas.openxmlformats.org/officeDocument/2006/relationships/notesSlide" Target="../notesSlides/notesSlide7.xml"/><Relationship Id="rId36" Type="http://schemas.openxmlformats.org/officeDocument/2006/relationships/slideLayout" Target="../slideLayouts/slideLayout1.xml"/><Relationship Id="rId35" Type="http://schemas.openxmlformats.org/officeDocument/2006/relationships/tags" Target="../tags/tag169.xml"/><Relationship Id="rId34" Type="http://schemas.openxmlformats.org/officeDocument/2006/relationships/image" Target="../media/image27.png"/><Relationship Id="rId33" Type="http://schemas.openxmlformats.org/officeDocument/2006/relationships/tags" Target="../tags/tag168.xml"/><Relationship Id="rId32" Type="http://schemas.openxmlformats.org/officeDocument/2006/relationships/tags" Target="../tags/tag167.xml"/><Relationship Id="rId31" Type="http://schemas.openxmlformats.org/officeDocument/2006/relationships/tags" Target="../tags/tag166.xml"/><Relationship Id="rId30" Type="http://schemas.openxmlformats.org/officeDocument/2006/relationships/tags" Target="../tags/tag165.xml"/><Relationship Id="rId3" Type="http://schemas.openxmlformats.org/officeDocument/2006/relationships/image" Target="../media/image6.png"/><Relationship Id="rId29" Type="http://schemas.openxmlformats.org/officeDocument/2006/relationships/tags" Target="../tags/tag164.xml"/><Relationship Id="rId28" Type="http://schemas.openxmlformats.org/officeDocument/2006/relationships/tags" Target="../tags/tag163.xml"/><Relationship Id="rId27" Type="http://schemas.openxmlformats.org/officeDocument/2006/relationships/tags" Target="../tags/tag162.xml"/><Relationship Id="rId26" Type="http://schemas.openxmlformats.org/officeDocument/2006/relationships/tags" Target="../tags/tag161.xml"/><Relationship Id="rId25" Type="http://schemas.openxmlformats.org/officeDocument/2006/relationships/tags" Target="../tags/tag160.xml"/><Relationship Id="rId24" Type="http://schemas.openxmlformats.org/officeDocument/2006/relationships/tags" Target="../tags/tag159.xml"/><Relationship Id="rId23" Type="http://schemas.openxmlformats.org/officeDocument/2006/relationships/tags" Target="../tags/tag158.xml"/><Relationship Id="rId22" Type="http://schemas.openxmlformats.org/officeDocument/2006/relationships/tags" Target="../tags/tag157.xml"/><Relationship Id="rId21" Type="http://schemas.openxmlformats.org/officeDocument/2006/relationships/tags" Target="../tags/tag156.xml"/><Relationship Id="rId20" Type="http://schemas.openxmlformats.org/officeDocument/2006/relationships/tags" Target="../tags/tag155.xml"/><Relationship Id="rId2" Type="http://schemas.openxmlformats.org/officeDocument/2006/relationships/tags" Target="../tags/tag138.xml"/><Relationship Id="rId19" Type="http://schemas.openxmlformats.org/officeDocument/2006/relationships/tags" Target="../tags/tag154.xml"/><Relationship Id="rId18" Type="http://schemas.openxmlformats.org/officeDocument/2006/relationships/tags" Target="../tags/tag153.xml"/><Relationship Id="rId17" Type="http://schemas.openxmlformats.org/officeDocument/2006/relationships/tags" Target="../tags/tag152.xml"/><Relationship Id="rId16" Type="http://schemas.openxmlformats.org/officeDocument/2006/relationships/tags" Target="../tags/tag151.xml"/><Relationship Id="rId15" Type="http://schemas.openxmlformats.org/officeDocument/2006/relationships/tags" Target="../tags/tag150.xml"/><Relationship Id="rId14" Type="http://schemas.openxmlformats.org/officeDocument/2006/relationships/tags" Target="../tags/tag149.xml"/><Relationship Id="rId13" Type="http://schemas.openxmlformats.org/officeDocument/2006/relationships/tags" Target="../tags/tag148.xml"/><Relationship Id="rId12" Type="http://schemas.openxmlformats.org/officeDocument/2006/relationships/tags" Target="../tags/tag147.xml"/><Relationship Id="rId11" Type="http://schemas.openxmlformats.org/officeDocument/2006/relationships/tags" Target="../tags/tag146.xml"/><Relationship Id="rId10" Type="http://schemas.openxmlformats.org/officeDocument/2006/relationships/tags" Target="../tags/tag145.xml"/><Relationship Id="rId1" Type="http://schemas.openxmlformats.org/officeDocument/2006/relationships/tags" Target="../tags/tag137.xml"/></Relationships>
</file>

<file path=ppt/slides/_rels/slide13.xml.rels><?xml version="1.0" encoding="UTF-8" standalone="yes"?>
<Relationships xmlns="http://schemas.openxmlformats.org/package/2006/relationships"><Relationship Id="rId9" Type="http://schemas.openxmlformats.org/officeDocument/2006/relationships/slideLayout" Target="../slideLayouts/slideLayout1.xml"/><Relationship Id="rId8" Type="http://schemas.openxmlformats.org/officeDocument/2006/relationships/tags" Target="../tags/tag174.xml"/><Relationship Id="rId7" Type="http://schemas.openxmlformats.org/officeDocument/2006/relationships/image" Target="../media/image28.png"/><Relationship Id="rId6" Type="http://schemas.openxmlformats.org/officeDocument/2006/relationships/tags" Target="../tags/tag173.xml"/><Relationship Id="rId5" Type="http://schemas.openxmlformats.org/officeDocument/2006/relationships/tags" Target="../tags/tag172.xml"/><Relationship Id="rId4" Type="http://schemas.openxmlformats.org/officeDocument/2006/relationships/image" Target="../media/image20.png"/><Relationship Id="rId3" Type="http://schemas.openxmlformats.org/officeDocument/2006/relationships/image" Target="../media/image6.png"/><Relationship Id="rId2" Type="http://schemas.openxmlformats.org/officeDocument/2006/relationships/tags" Target="../tags/tag171.xml"/><Relationship Id="rId10" Type="http://schemas.openxmlformats.org/officeDocument/2006/relationships/notesSlide" Target="../notesSlides/notesSlide8.xml"/><Relationship Id="rId1" Type="http://schemas.openxmlformats.org/officeDocument/2006/relationships/tags" Target="../tags/tag170.xml"/></Relationships>
</file>

<file path=ppt/slides/_rels/slide14.xml.rels><?xml version="1.0" encoding="UTF-8" standalone="yes"?>
<Relationships xmlns="http://schemas.openxmlformats.org/package/2006/relationships"><Relationship Id="rId9" Type="http://schemas.openxmlformats.org/officeDocument/2006/relationships/tags" Target="../tags/tag182.xml"/><Relationship Id="rId8" Type="http://schemas.openxmlformats.org/officeDocument/2006/relationships/tags" Target="../tags/tag181.xml"/><Relationship Id="rId7" Type="http://schemas.openxmlformats.org/officeDocument/2006/relationships/tags" Target="../tags/tag180.xml"/><Relationship Id="rId6" Type="http://schemas.openxmlformats.org/officeDocument/2006/relationships/tags" Target="../tags/tag179.xml"/><Relationship Id="rId5" Type="http://schemas.openxmlformats.org/officeDocument/2006/relationships/tags" Target="../tags/tag178.xml"/><Relationship Id="rId4" Type="http://schemas.openxmlformats.org/officeDocument/2006/relationships/tags" Target="../tags/tag177.xml"/><Relationship Id="rId30" Type="http://schemas.openxmlformats.org/officeDocument/2006/relationships/notesSlide" Target="../notesSlides/notesSlide9.xml"/><Relationship Id="rId3" Type="http://schemas.openxmlformats.org/officeDocument/2006/relationships/image" Target="../media/image6.png"/><Relationship Id="rId29" Type="http://schemas.openxmlformats.org/officeDocument/2006/relationships/slideLayout" Target="../slideLayouts/slideLayout1.xml"/><Relationship Id="rId28" Type="http://schemas.openxmlformats.org/officeDocument/2006/relationships/tags" Target="../tags/tag201.xml"/><Relationship Id="rId27" Type="http://schemas.openxmlformats.org/officeDocument/2006/relationships/tags" Target="../tags/tag200.xml"/><Relationship Id="rId26" Type="http://schemas.openxmlformats.org/officeDocument/2006/relationships/tags" Target="../tags/tag199.xml"/><Relationship Id="rId25" Type="http://schemas.openxmlformats.org/officeDocument/2006/relationships/tags" Target="../tags/tag198.xml"/><Relationship Id="rId24" Type="http://schemas.openxmlformats.org/officeDocument/2006/relationships/tags" Target="../tags/tag197.xml"/><Relationship Id="rId23" Type="http://schemas.openxmlformats.org/officeDocument/2006/relationships/tags" Target="../tags/tag196.xml"/><Relationship Id="rId22" Type="http://schemas.openxmlformats.org/officeDocument/2006/relationships/tags" Target="../tags/tag195.xml"/><Relationship Id="rId21" Type="http://schemas.openxmlformats.org/officeDocument/2006/relationships/tags" Target="../tags/tag194.xml"/><Relationship Id="rId20" Type="http://schemas.openxmlformats.org/officeDocument/2006/relationships/tags" Target="../tags/tag193.xml"/><Relationship Id="rId2" Type="http://schemas.openxmlformats.org/officeDocument/2006/relationships/tags" Target="../tags/tag176.xml"/><Relationship Id="rId19" Type="http://schemas.openxmlformats.org/officeDocument/2006/relationships/tags" Target="../tags/tag192.xml"/><Relationship Id="rId18" Type="http://schemas.openxmlformats.org/officeDocument/2006/relationships/tags" Target="../tags/tag191.xml"/><Relationship Id="rId17" Type="http://schemas.openxmlformats.org/officeDocument/2006/relationships/tags" Target="../tags/tag190.xml"/><Relationship Id="rId16" Type="http://schemas.openxmlformats.org/officeDocument/2006/relationships/tags" Target="../tags/tag189.xml"/><Relationship Id="rId15" Type="http://schemas.openxmlformats.org/officeDocument/2006/relationships/tags" Target="../tags/tag188.xml"/><Relationship Id="rId14" Type="http://schemas.openxmlformats.org/officeDocument/2006/relationships/tags" Target="../tags/tag187.xml"/><Relationship Id="rId13" Type="http://schemas.openxmlformats.org/officeDocument/2006/relationships/tags" Target="../tags/tag186.xml"/><Relationship Id="rId12" Type="http://schemas.openxmlformats.org/officeDocument/2006/relationships/tags" Target="../tags/tag185.xml"/><Relationship Id="rId11" Type="http://schemas.openxmlformats.org/officeDocument/2006/relationships/tags" Target="../tags/tag184.xml"/><Relationship Id="rId10" Type="http://schemas.openxmlformats.org/officeDocument/2006/relationships/tags" Target="../tags/tag183.xml"/><Relationship Id="rId1" Type="http://schemas.openxmlformats.org/officeDocument/2006/relationships/tags" Target="../tags/tag175.xml"/></Relationships>
</file>

<file path=ppt/slides/_rels/slide15.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05.xml"/><Relationship Id="rId4" Type="http://schemas.openxmlformats.org/officeDocument/2006/relationships/image" Target="../media/image6.png"/><Relationship Id="rId3" Type="http://schemas.openxmlformats.org/officeDocument/2006/relationships/tags" Target="../tags/tag204.xml"/><Relationship Id="rId2" Type="http://schemas.openxmlformats.org/officeDocument/2006/relationships/tags" Target="../tags/tag203.xml"/><Relationship Id="rId1" Type="http://schemas.openxmlformats.org/officeDocument/2006/relationships/tags" Target="../tags/tag202.xml"/></Relationships>
</file>

<file path=ppt/slides/_rels/slide16.xml.rels><?xml version="1.0" encoding="UTF-8" standalone="yes"?>
<Relationships xmlns="http://schemas.openxmlformats.org/package/2006/relationships"><Relationship Id="rId6" Type="http://schemas.openxmlformats.org/officeDocument/2006/relationships/notesSlide" Target="../notesSlides/notesSlide10.xml"/><Relationship Id="rId5" Type="http://schemas.openxmlformats.org/officeDocument/2006/relationships/slideLayout" Target="../slideLayouts/slideLayout12.xml"/><Relationship Id="rId4" Type="http://schemas.openxmlformats.org/officeDocument/2006/relationships/tags" Target="../tags/tag208.xml"/><Relationship Id="rId3" Type="http://schemas.openxmlformats.org/officeDocument/2006/relationships/tags" Target="../tags/tag207.xml"/><Relationship Id="rId2" Type="http://schemas.openxmlformats.org/officeDocument/2006/relationships/tags" Target="../tags/tag206.xml"/><Relationship Id="rId1" Type="http://schemas.openxmlformats.org/officeDocument/2006/relationships/image" Target="../media/image6.png"/></Relationships>
</file>

<file path=ppt/slides/_rels/slide17.xml.rels><?xml version="1.0" encoding="UTF-8" standalone="yes"?>
<Relationships xmlns="http://schemas.openxmlformats.org/package/2006/relationships"><Relationship Id="rId6" Type="http://schemas.openxmlformats.org/officeDocument/2006/relationships/notesSlide" Target="../notesSlides/notesSlide11.xml"/><Relationship Id="rId5" Type="http://schemas.openxmlformats.org/officeDocument/2006/relationships/slideLayout" Target="../slideLayouts/slideLayout12.xml"/><Relationship Id="rId4" Type="http://schemas.openxmlformats.org/officeDocument/2006/relationships/tags" Target="../tags/tag211.xml"/><Relationship Id="rId3" Type="http://schemas.openxmlformats.org/officeDocument/2006/relationships/tags" Target="../tags/tag210.xml"/><Relationship Id="rId2" Type="http://schemas.openxmlformats.org/officeDocument/2006/relationships/tags" Target="../tags/tag209.xml"/><Relationship Id="rId1" Type="http://schemas.openxmlformats.org/officeDocument/2006/relationships/image" Target="../media/image6.png"/></Relationships>
</file>

<file path=ppt/slides/_rels/slide18.xml.rels><?xml version="1.0" encoding="UTF-8" standalone="yes"?>
<Relationships xmlns="http://schemas.openxmlformats.org/package/2006/relationships"><Relationship Id="rId6" Type="http://schemas.openxmlformats.org/officeDocument/2006/relationships/notesSlide" Target="../notesSlides/notesSlide12.xml"/><Relationship Id="rId5" Type="http://schemas.openxmlformats.org/officeDocument/2006/relationships/slideLayout" Target="../slideLayouts/slideLayout12.xml"/><Relationship Id="rId4" Type="http://schemas.openxmlformats.org/officeDocument/2006/relationships/tags" Target="../tags/tag214.xml"/><Relationship Id="rId3" Type="http://schemas.openxmlformats.org/officeDocument/2006/relationships/tags" Target="../tags/tag213.xml"/><Relationship Id="rId2" Type="http://schemas.openxmlformats.org/officeDocument/2006/relationships/tags" Target="../tags/tag212.xml"/><Relationship Id="rId1" Type="http://schemas.openxmlformats.org/officeDocument/2006/relationships/image" Target="../media/image6.png"/></Relationships>
</file>

<file path=ppt/slides/_rels/slide19.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218.xml"/><Relationship Id="rId4" Type="http://schemas.openxmlformats.org/officeDocument/2006/relationships/image" Target="../media/image6.png"/><Relationship Id="rId3" Type="http://schemas.openxmlformats.org/officeDocument/2006/relationships/tags" Target="../tags/tag217.xml"/><Relationship Id="rId2" Type="http://schemas.openxmlformats.org/officeDocument/2006/relationships/tags" Target="../tags/tag216.xml"/><Relationship Id="rId1" Type="http://schemas.openxmlformats.org/officeDocument/2006/relationships/tags" Target="../tags/tag215.xml"/></Relationships>
</file>

<file path=ppt/slides/_rels/slide20.xml.rels><?xml version="1.0" encoding="UTF-8" standalone="yes"?>
<Relationships xmlns="http://schemas.openxmlformats.org/package/2006/relationships"><Relationship Id="rId5" Type="http://schemas.openxmlformats.org/officeDocument/2006/relationships/slideLayout" Target="../slideLayouts/slideLayout1.xml"/><Relationship Id="rId4" Type="http://schemas.openxmlformats.org/officeDocument/2006/relationships/tags" Target="../tags/tag220.xml"/><Relationship Id="rId3" Type="http://schemas.openxmlformats.org/officeDocument/2006/relationships/tags" Target="../tags/tag219.xml"/><Relationship Id="rId2" Type="http://schemas.openxmlformats.org/officeDocument/2006/relationships/image" Target="../media/image29.png"/><Relationship Id="rId1" Type="http://schemas.openxmlformats.org/officeDocument/2006/relationships/image" Target="../media/image6.png"/></Relationships>
</file>

<file path=ppt/slides/_rels/slide21.xml.rels><?xml version="1.0" encoding="UTF-8" standalone="yes"?>
<Relationships xmlns="http://schemas.openxmlformats.org/package/2006/relationships"><Relationship Id="rId99" Type="http://schemas.openxmlformats.org/officeDocument/2006/relationships/tags" Target="../tags/tag297.xml"/><Relationship Id="rId98" Type="http://schemas.openxmlformats.org/officeDocument/2006/relationships/tags" Target="../tags/tag296.xml"/><Relationship Id="rId97" Type="http://schemas.openxmlformats.org/officeDocument/2006/relationships/tags" Target="../tags/tag295.xml"/><Relationship Id="rId96" Type="http://schemas.openxmlformats.org/officeDocument/2006/relationships/tags" Target="../tags/tag294.xml"/><Relationship Id="rId95" Type="http://schemas.openxmlformats.org/officeDocument/2006/relationships/tags" Target="../tags/tag293.xml"/><Relationship Id="rId94" Type="http://schemas.openxmlformats.org/officeDocument/2006/relationships/image" Target="../media/image50.png"/><Relationship Id="rId93" Type="http://schemas.openxmlformats.org/officeDocument/2006/relationships/tags" Target="../tags/tag292.xml"/><Relationship Id="rId92" Type="http://schemas.openxmlformats.org/officeDocument/2006/relationships/tags" Target="../tags/tag291.xml"/><Relationship Id="rId91" Type="http://schemas.openxmlformats.org/officeDocument/2006/relationships/tags" Target="../tags/tag290.xml"/><Relationship Id="rId90" Type="http://schemas.openxmlformats.org/officeDocument/2006/relationships/tags" Target="../tags/tag289.xml"/><Relationship Id="rId9" Type="http://schemas.openxmlformats.org/officeDocument/2006/relationships/tags" Target="../tags/tag227.xml"/><Relationship Id="rId89" Type="http://schemas.openxmlformats.org/officeDocument/2006/relationships/tags" Target="../tags/tag288.xml"/><Relationship Id="rId88" Type="http://schemas.openxmlformats.org/officeDocument/2006/relationships/tags" Target="../tags/tag287.xml"/><Relationship Id="rId87" Type="http://schemas.openxmlformats.org/officeDocument/2006/relationships/tags" Target="../tags/tag286.xml"/><Relationship Id="rId86" Type="http://schemas.openxmlformats.org/officeDocument/2006/relationships/tags" Target="../tags/tag285.xml"/><Relationship Id="rId85" Type="http://schemas.openxmlformats.org/officeDocument/2006/relationships/image" Target="../media/image49.png"/><Relationship Id="rId84" Type="http://schemas.openxmlformats.org/officeDocument/2006/relationships/tags" Target="../tags/tag284.xml"/><Relationship Id="rId83" Type="http://schemas.openxmlformats.org/officeDocument/2006/relationships/image" Target="../media/image48.png"/><Relationship Id="rId82" Type="http://schemas.openxmlformats.org/officeDocument/2006/relationships/tags" Target="../tags/tag283.xml"/><Relationship Id="rId81" Type="http://schemas.openxmlformats.org/officeDocument/2006/relationships/tags" Target="../tags/tag282.xml"/><Relationship Id="rId80" Type="http://schemas.openxmlformats.org/officeDocument/2006/relationships/tags" Target="../tags/tag281.xml"/><Relationship Id="rId8" Type="http://schemas.openxmlformats.org/officeDocument/2006/relationships/image" Target="../media/image31.png"/><Relationship Id="rId79" Type="http://schemas.openxmlformats.org/officeDocument/2006/relationships/tags" Target="../tags/tag280.xml"/><Relationship Id="rId78" Type="http://schemas.openxmlformats.org/officeDocument/2006/relationships/image" Target="../media/image47.png"/><Relationship Id="rId77" Type="http://schemas.openxmlformats.org/officeDocument/2006/relationships/tags" Target="../tags/tag279.xml"/><Relationship Id="rId76" Type="http://schemas.openxmlformats.org/officeDocument/2006/relationships/tags" Target="../tags/tag278.xml"/><Relationship Id="rId75" Type="http://schemas.openxmlformats.org/officeDocument/2006/relationships/tags" Target="../tags/tag277.xml"/><Relationship Id="rId74" Type="http://schemas.openxmlformats.org/officeDocument/2006/relationships/tags" Target="../tags/tag276.xml"/><Relationship Id="rId73" Type="http://schemas.openxmlformats.org/officeDocument/2006/relationships/tags" Target="../tags/tag275.xml"/><Relationship Id="rId72" Type="http://schemas.openxmlformats.org/officeDocument/2006/relationships/tags" Target="../tags/tag274.xml"/><Relationship Id="rId71" Type="http://schemas.openxmlformats.org/officeDocument/2006/relationships/tags" Target="../tags/tag273.xml"/><Relationship Id="rId70" Type="http://schemas.openxmlformats.org/officeDocument/2006/relationships/tags" Target="../tags/tag272.xml"/><Relationship Id="rId7" Type="http://schemas.openxmlformats.org/officeDocument/2006/relationships/tags" Target="../tags/tag226.xml"/><Relationship Id="rId69" Type="http://schemas.openxmlformats.org/officeDocument/2006/relationships/tags" Target="../tags/tag271.xml"/><Relationship Id="rId68" Type="http://schemas.openxmlformats.org/officeDocument/2006/relationships/tags" Target="../tags/tag270.xml"/><Relationship Id="rId67" Type="http://schemas.openxmlformats.org/officeDocument/2006/relationships/tags" Target="../tags/tag269.xml"/><Relationship Id="rId66" Type="http://schemas.openxmlformats.org/officeDocument/2006/relationships/tags" Target="../tags/tag268.xml"/><Relationship Id="rId65" Type="http://schemas.openxmlformats.org/officeDocument/2006/relationships/tags" Target="../tags/tag267.xml"/><Relationship Id="rId64" Type="http://schemas.openxmlformats.org/officeDocument/2006/relationships/tags" Target="../tags/tag266.xml"/><Relationship Id="rId63" Type="http://schemas.openxmlformats.org/officeDocument/2006/relationships/image" Target="../media/image46.svg"/><Relationship Id="rId62" Type="http://schemas.openxmlformats.org/officeDocument/2006/relationships/image" Target="../media/image45.png"/><Relationship Id="rId61" Type="http://schemas.openxmlformats.org/officeDocument/2006/relationships/image" Target="../media/image44.svg"/><Relationship Id="rId60" Type="http://schemas.openxmlformats.org/officeDocument/2006/relationships/image" Target="../media/image43.png"/><Relationship Id="rId6" Type="http://schemas.openxmlformats.org/officeDocument/2006/relationships/image" Target="../media/image30.png"/><Relationship Id="rId59" Type="http://schemas.openxmlformats.org/officeDocument/2006/relationships/image" Target="../media/image42.png"/><Relationship Id="rId58" Type="http://schemas.openxmlformats.org/officeDocument/2006/relationships/tags" Target="../tags/tag265.xml"/><Relationship Id="rId57" Type="http://schemas.openxmlformats.org/officeDocument/2006/relationships/tags" Target="../tags/tag264.xml"/><Relationship Id="rId56" Type="http://schemas.openxmlformats.org/officeDocument/2006/relationships/image" Target="../media/image6.png"/><Relationship Id="rId55" Type="http://schemas.openxmlformats.org/officeDocument/2006/relationships/tags" Target="../tags/tag263.xml"/><Relationship Id="rId54" Type="http://schemas.openxmlformats.org/officeDocument/2006/relationships/image" Target="../media/image41.png"/><Relationship Id="rId53" Type="http://schemas.openxmlformats.org/officeDocument/2006/relationships/tags" Target="../tags/tag262.xml"/><Relationship Id="rId52" Type="http://schemas.openxmlformats.org/officeDocument/2006/relationships/tags" Target="../tags/tag261.xml"/><Relationship Id="rId51" Type="http://schemas.openxmlformats.org/officeDocument/2006/relationships/tags" Target="../tags/tag260.xml"/><Relationship Id="rId50" Type="http://schemas.openxmlformats.org/officeDocument/2006/relationships/image" Target="../media/image40.png"/><Relationship Id="rId5" Type="http://schemas.openxmlformats.org/officeDocument/2006/relationships/tags" Target="../tags/tag225.xml"/><Relationship Id="rId49" Type="http://schemas.openxmlformats.org/officeDocument/2006/relationships/tags" Target="../tags/tag259.xml"/><Relationship Id="rId48" Type="http://schemas.openxmlformats.org/officeDocument/2006/relationships/tags" Target="../tags/tag258.xml"/><Relationship Id="rId47" Type="http://schemas.openxmlformats.org/officeDocument/2006/relationships/tags" Target="../tags/tag257.xml"/><Relationship Id="rId46" Type="http://schemas.openxmlformats.org/officeDocument/2006/relationships/tags" Target="../tags/tag256.xml"/><Relationship Id="rId45" Type="http://schemas.openxmlformats.org/officeDocument/2006/relationships/tags" Target="../tags/tag255.xml"/><Relationship Id="rId44" Type="http://schemas.openxmlformats.org/officeDocument/2006/relationships/tags" Target="../tags/tag254.xml"/><Relationship Id="rId43" Type="http://schemas.openxmlformats.org/officeDocument/2006/relationships/tags" Target="../tags/tag253.xml"/><Relationship Id="rId42" Type="http://schemas.openxmlformats.org/officeDocument/2006/relationships/image" Target="../media/image39.png"/><Relationship Id="rId41" Type="http://schemas.openxmlformats.org/officeDocument/2006/relationships/tags" Target="../tags/tag252.xml"/><Relationship Id="rId40" Type="http://schemas.openxmlformats.org/officeDocument/2006/relationships/tags" Target="../tags/tag251.xml"/><Relationship Id="rId4" Type="http://schemas.openxmlformats.org/officeDocument/2006/relationships/tags" Target="../tags/tag224.xml"/><Relationship Id="rId39" Type="http://schemas.openxmlformats.org/officeDocument/2006/relationships/tags" Target="../tags/tag250.xml"/><Relationship Id="rId38" Type="http://schemas.openxmlformats.org/officeDocument/2006/relationships/image" Target="../media/image38.png"/><Relationship Id="rId37" Type="http://schemas.openxmlformats.org/officeDocument/2006/relationships/tags" Target="../tags/tag249.xml"/><Relationship Id="rId36" Type="http://schemas.openxmlformats.org/officeDocument/2006/relationships/tags" Target="../tags/tag248.xml"/><Relationship Id="rId35" Type="http://schemas.openxmlformats.org/officeDocument/2006/relationships/image" Target="../media/image37.png"/><Relationship Id="rId34" Type="http://schemas.openxmlformats.org/officeDocument/2006/relationships/tags" Target="../tags/tag247.xml"/><Relationship Id="rId33" Type="http://schemas.openxmlformats.org/officeDocument/2006/relationships/tags" Target="../tags/tag246.xml"/><Relationship Id="rId32" Type="http://schemas.openxmlformats.org/officeDocument/2006/relationships/tags" Target="../tags/tag245.xml"/><Relationship Id="rId31" Type="http://schemas.openxmlformats.org/officeDocument/2006/relationships/tags" Target="../tags/tag244.xml"/><Relationship Id="rId30" Type="http://schemas.openxmlformats.org/officeDocument/2006/relationships/tags" Target="../tags/tag243.xml"/><Relationship Id="rId3" Type="http://schemas.openxmlformats.org/officeDocument/2006/relationships/tags" Target="../tags/tag223.xml"/><Relationship Id="rId29" Type="http://schemas.openxmlformats.org/officeDocument/2006/relationships/tags" Target="../tags/tag242.xml"/><Relationship Id="rId28" Type="http://schemas.openxmlformats.org/officeDocument/2006/relationships/tags" Target="../tags/tag241.xml"/><Relationship Id="rId27" Type="http://schemas.openxmlformats.org/officeDocument/2006/relationships/tags" Target="../tags/tag240.xml"/><Relationship Id="rId26" Type="http://schemas.openxmlformats.org/officeDocument/2006/relationships/image" Target="../media/image36.png"/><Relationship Id="rId25" Type="http://schemas.openxmlformats.org/officeDocument/2006/relationships/tags" Target="../tags/tag239.xml"/><Relationship Id="rId24" Type="http://schemas.openxmlformats.org/officeDocument/2006/relationships/tags" Target="../tags/tag238.xml"/><Relationship Id="rId23" Type="http://schemas.openxmlformats.org/officeDocument/2006/relationships/tags" Target="../tags/tag237.xml"/><Relationship Id="rId22" Type="http://schemas.openxmlformats.org/officeDocument/2006/relationships/tags" Target="../tags/tag236.xml"/><Relationship Id="rId21" Type="http://schemas.openxmlformats.org/officeDocument/2006/relationships/tags" Target="../tags/tag235.xml"/><Relationship Id="rId20" Type="http://schemas.openxmlformats.org/officeDocument/2006/relationships/tags" Target="../tags/tag234.xml"/><Relationship Id="rId2" Type="http://schemas.openxmlformats.org/officeDocument/2006/relationships/tags" Target="../tags/tag222.xml"/><Relationship Id="rId19" Type="http://schemas.openxmlformats.org/officeDocument/2006/relationships/image" Target="../media/image35.png"/><Relationship Id="rId184" Type="http://schemas.openxmlformats.org/officeDocument/2006/relationships/slideLayout" Target="../slideLayouts/slideLayout1.xml"/><Relationship Id="rId183" Type="http://schemas.openxmlformats.org/officeDocument/2006/relationships/tags" Target="../tags/tag381.xml"/><Relationship Id="rId182" Type="http://schemas.openxmlformats.org/officeDocument/2006/relationships/tags" Target="../tags/tag380.xml"/><Relationship Id="rId181" Type="http://schemas.openxmlformats.org/officeDocument/2006/relationships/tags" Target="../tags/tag379.xml"/><Relationship Id="rId180" Type="http://schemas.openxmlformats.org/officeDocument/2006/relationships/tags" Target="../tags/tag378.xml"/><Relationship Id="rId18" Type="http://schemas.openxmlformats.org/officeDocument/2006/relationships/tags" Target="../tags/tag233.xml"/><Relationship Id="rId179" Type="http://schemas.openxmlformats.org/officeDocument/2006/relationships/tags" Target="../tags/tag377.xml"/><Relationship Id="rId178" Type="http://schemas.openxmlformats.org/officeDocument/2006/relationships/tags" Target="../tags/tag376.xml"/><Relationship Id="rId177" Type="http://schemas.openxmlformats.org/officeDocument/2006/relationships/tags" Target="../tags/tag375.xml"/><Relationship Id="rId176" Type="http://schemas.openxmlformats.org/officeDocument/2006/relationships/tags" Target="../tags/tag374.xml"/><Relationship Id="rId175" Type="http://schemas.openxmlformats.org/officeDocument/2006/relationships/tags" Target="../tags/tag373.xml"/><Relationship Id="rId174" Type="http://schemas.openxmlformats.org/officeDocument/2006/relationships/tags" Target="../tags/tag372.xml"/><Relationship Id="rId173" Type="http://schemas.openxmlformats.org/officeDocument/2006/relationships/tags" Target="../tags/tag371.xml"/><Relationship Id="rId172" Type="http://schemas.openxmlformats.org/officeDocument/2006/relationships/tags" Target="../tags/tag370.xml"/><Relationship Id="rId171" Type="http://schemas.openxmlformats.org/officeDocument/2006/relationships/tags" Target="../tags/tag369.xml"/><Relationship Id="rId170" Type="http://schemas.openxmlformats.org/officeDocument/2006/relationships/tags" Target="../tags/tag368.xml"/><Relationship Id="rId17" Type="http://schemas.openxmlformats.org/officeDocument/2006/relationships/image" Target="../media/image34.png"/><Relationship Id="rId169" Type="http://schemas.openxmlformats.org/officeDocument/2006/relationships/tags" Target="../tags/tag367.xml"/><Relationship Id="rId168" Type="http://schemas.openxmlformats.org/officeDocument/2006/relationships/tags" Target="../tags/tag366.xml"/><Relationship Id="rId167" Type="http://schemas.openxmlformats.org/officeDocument/2006/relationships/tags" Target="../tags/tag365.xml"/><Relationship Id="rId166" Type="http://schemas.openxmlformats.org/officeDocument/2006/relationships/tags" Target="../tags/tag364.xml"/><Relationship Id="rId165" Type="http://schemas.openxmlformats.org/officeDocument/2006/relationships/tags" Target="../tags/tag363.xml"/><Relationship Id="rId164" Type="http://schemas.openxmlformats.org/officeDocument/2006/relationships/tags" Target="../tags/tag362.xml"/><Relationship Id="rId163" Type="http://schemas.openxmlformats.org/officeDocument/2006/relationships/tags" Target="../tags/tag361.xml"/><Relationship Id="rId162" Type="http://schemas.openxmlformats.org/officeDocument/2006/relationships/tags" Target="../tags/tag360.xml"/><Relationship Id="rId161" Type="http://schemas.openxmlformats.org/officeDocument/2006/relationships/tags" Target="../tags/tag359.xml"/><Relationship Id="rId160" Type="http://schemas.openxmlformats.org/officeDocument/2006/relationships/tags" Target="../tags/tag358.xml"/><Relationship Id="rId16" Type="http://schemas.openxmlformats.org/officeDocument/2006/relationships/tags" Target="../tags/tag232.xml"/><Relationship Id="rId159" Type="http://schemas.openxmlformats.org/officeDocument/2006/relationships/tags" Target="../tags/tag357.xml"/><Relationship Id="rId158" Type="http://schemas.openxmlformats.org/officeDocument/2006/relationships/tags" Target="../tags/tag356.xml"/><Relationship Id="rId157" Type="http://schemas.openxmlformats.org/officeDocument/2006/relationships/tags" Target="../tags/tag355.xml"/><Relationship Id="rId156" Type="http://schemas.openxmlformats.org/officeDocument/2006/relationships/tags" Target="../tags/tag354.xml"/><Relationship Id="rId155" Type="http://schemas.openxmlformats.org/officeDocument/2006/relationships/tags" Target="../tags/tag353.xml"/><Relationship Id="rId154" Type="http://schemas.openxmlformats.org/officeDocument/2006/relationships/tags" Target="../tags/tag352.xml"/><Relationship Id="rId153" Type="http://schemas.openxmlformats.org/officeDocument/2006/relationships/tags" Target="../tags/tag351.xml"/><Relationship Id="rId152" Type="http://schemas.openxmlformats.org/officeDocument/2006/relationships/tags" Target="../tags/tag350.xml"/><Relationship Id="rId151" Type="http://schemas.openxmlformats.org/officeDocument/2006/relationships/tags" Target="../tags/tag349.xml"/><Relationship Id="rId150" Type="http://schemas.openxmlformats.org/officeDocument/2006/relationships/tags" Target="../tags/tag348.xml"/><Relationship Id="rId15" Type="http://schemas.openxmlformats.org/officeDocument/2006/relationships/tags" Target="../tags/tag231.xml"/><Relationship Id="rId149" Type="http://schemas.openxmlformats.org/officeDocument/2006/relationships/tags" Target="../tags/tag347.xml"/><Relationship Id="rId148" Type="http://schemas.openxmlformats.org/officeDocument/2006/relationships/tags" Target="../tags/tag346.xml"/><Relationship Id="rId147" Type="http://schemas.openxmlformats.org/officeDocument/2006/relationships/tags" Target="../tags/tag345.xml"/><Relationship Id="rId146" Type="http://schemas.openxmlformats.org/officeDocument/2006/relationships/tags" Target="../tags/tag344.xml"/><Relationship Id="rId145" Type="http://schemas.openxmlformats.org/officeDocument/2006/relationships/tags" Target="../tags/tag343.xml"/><Relationship Id="rId144" Type="http://schemas.openxmlformats.org/officeDocument/2006/relationships/tags" Target="../tags/tag342.xml"/><Relationship Id="rId143" Type="http://schemas.openxmlformats.org/officeDocument/2006/relationships/tags" Target="../tags/tag341.xml"/><Relationship Id="rId142" Type="http://schemas.openxmlformats.org/officeDocument/2006/relationships/tags" Target="../tags/tag340.xml"/><Relationship Id="rId141" Type="http://schemas.openxmlformats.org/officeDocument/2006/relationships/tags" Target="../tags/tag339.xml"/><Relationship Id="rId140" Type="http://schemas.openxmlformats.org/officeDocument/2006/relationships/tags" Target="../tags/tag338.xml"/><Relationship Id="rId14" Type="http://schemas.openxmlformats.org/officeDocument/2006/relationships/image" Target="../media/image33.png"/><Relationship Id="rId139" Type="http://schemas.openxmlformats.org/officeDocument/2006/relationships/tags" Target="../tags/tag337.xml"/><Relationship Id="rId138" Type="http://schemas.openxmlformats.org/officeDocument/2006/relationships/tags" Target="../tags/tag336.xml"/><Relationship Id="rId137" Type="http://schemas.openxmlformats.org/officeDocument/2006/relationships/tags" Target="../tags/tag335.xml"/><Relationship Id="rId136" Type="http://schemas.openxmlformats.org/officeDocument/2006/relationships/tags" Target="../tags/tag334.xml"/><Relationship Id="rId135" Type="http://schemas.openxmlformats.org/officeDocument/2006/relationships/tags" Target="../tags/tag333.xml"/><Relationship Id="rId134" Type="http://schemas.openxmlformats.org/officeDocument/2006/relationships/tags" Target="../tags/tag332.xml"/><Relationship Id="rId133" Type="http://schemas.openxmlformats.org/officeDocument/2006/relationships/tags" Target="../tags/tag331.xml"/><Relationship Id="rId132" Type="http://schemas.openxmlformats.org/officeDocument/2006/relationships/tags" Target="../tags/tag330.xml"/><Relationship Id="rId131" Type="http://schemas.openxmlformats.org/officeDocument/2006/relationships/tags" Target="../tags/tag329.xml"/><Relationship Id="rId130" Type="http://schemas.openxmlformats.org/officeDocument/2006/relationships/tags" Target="../tags/tag328.xml"/><Relationship Id="rId13" Type="http://schemas.openxmlformats.org/officeDocument/2006/relationships/tags" Target="../tags/tag230.xml"/><Relationship Id="rId129" Type="http://schemas.openxmlformats.org/officeDocument/2006/relationships/tags" Target="../tags/tag327.xml"/><Relationship Id="rId128" Type="http://schemas.openxmlformats.org/officeDocument/2006/relationships/tags" Target="../tags/tag326.xml"/><Relationship Id="rId127" Type="http://schemas.openxmlformats.org/officeDocument/2006/relationships/tags" Target="../tags/tag325.xml"/><Relationship Id="rId126" Type="http://schemas.openxmlformats.org/officeDocument/2006/relationships/tags" Target="../tags/tag324.xml"/><Relationship Id="rId125" Type="http://schemas.openxmlformats.org/officeDocument/2006/relationships/tags" Target="../tags/tag323.xml"/><Relationship Id="rId124" Type="http://schemas.openxmlformats.org/officeDocument/2006/relationships/tags" Target="../tags/tag322.xml"/><Relationship Id="rId123" Type="http://schemas.openxmlformats.org/officeDocument/2006/relationships/tags" Target="../tags/tag321.xml"/><Relationship Id="rId122" Type="http://schemas.openxmlformats.org/officeDocument/2006/relationships/tags" Target="../tags/tag320.xml"/><Relationship Id="rId121" Type="http://schemas.openxmlformats.org/officeDocument/2006/relationships/tags" Target="../tags/tag319.xml"/><Relationship Id="rId120" Type="http://schemas.openxmlformats.org/officeDocument/2006/relationships/tags" Target="../tags/tag318.xml"/><Relationship Id="rId12" Type="http://schemas.openxmlformats.org/officeDocument/2006/relationships/tags" Target="../tags/tag229.xml"/><Relationship Id="rId119" Type="http://schemas.openxmlformats.org/officeDocument/2006/relationships/tags" Target="../tags/tag317.xml"/><Relationship Id="rId118" Type="http://schemas.openxmlformats.org/officeDocument/2006/relationships/tags" Target="../tags/tag316.xml"/><Relationship Id="rId117" Type="http://schemas.openxmlformats.org/officeDocument/2006/relationships/tags" Target="../tags/tag315.xml"/><Relationship Id="rId116" Type="http://schemas.openxmlformats.org/officeDocument/2006/relationships/tags" Target="../tags/tag314.xml"/><Relationship Id="rId115" Type="http://schemas.openxmlformats.org/officeDocument/2006/relationships/tags" Target="../tags/tag313.xml"/><Relationship Id="rId114" Type="http://schemas.openxmlformats.org/officeDocument/2006/relationships/tags" Target="../tags/tag312.xml"/><Relationship Id="rId113" Type="http://schemas.openxmlformats.org/officeDocument/2006/relationships/tags" Target="../tags/tag311.xml"/><Relationship Id="rId112" Type="http://schemas.openxmlformats.org/officeDocument/2006/relationships/tags" Target="../tags/tag310.xml"/><Relationship Id="rId111" Type="http://schemas.openxmlformats.org/officeDocument/2006/relationships/tags" Target="../tags/tag309.xml"/><Relationship Id="rId110" Type="http://schemas.openxmlformats.org/officeDocument/2006/relationships/tags" Target="../tags/tag308.xml"/><Relationship Id="rId11" Type="http://schemas.openxmlformats.org/officeDocument/2006/relationships/image" Target="../media/image32.png"/><Relationship Id="rId109" Type="http://schemas.openxmlformats.org/officeDocument/2006/relationships/tags" Target="../tags/tag307.xml"/><Relationship Id="rId108" Type="http://schemas.openxmlformats.org/officeDocument/2006/relationships/tags" Target="../tags/tag306.xml"/><Relationship Id="rId107" Type="http://schemas.openxmlformats.org/officeDocument/2006/relationships/tags" Target="../tags/tag305.xml"/><Relationship Id="rId106" Type="http://schemas.openxmlformats.org/officeDocument/2006/relationships/tags" Target="../tags/tag304.xml"/><Relationship Id="rId105" Type="http://schemas.openxmlformats.org/officeDocument/2006/relationships/tags" Target="../tags/tag303.xml"/><Relationship Id="rId104" Type="http://schemas.openxmlformats.org/officeDocument/2006/relationships/tags" Target="../tags/tag302.xml"/><Relationship Id="rId103" Type="http://schemas.openxmlformats.org/officeDocument/2006/relationships/tags" Target="../tags/tag301.xml"/><Relationship Id="rId102" Type="http://schemas.openxmlformats.org/officeDocument/2006/relationships/tags" Target="../tags/tag300.xml"/><Relationship Id="rId101" Type="http://schemas.openxmlformats.org/officeDocument/2006/relationships/tags" Target="../tags/tag299.xml"/><Relationship Id="rId100" Type="http://schemas.openxmlformats.org/officeDocument/2006/relationships/tags" Target="../tags/tag298.xml"/><Relationship Id="rId10" Type="http://schemas.openxmlformats.org/officeDocument/2006/relationships/tags" Target="../tags/tag228.xml"/><Relationship Id="rId1" Type="http://schemas.openxmlformats.org/officeDocument/2006/relationships/tags" Target="../tags/tag221.xml"/></Relationships>
</file>

<file path=ppt/slides/_rels/slide22.xml.rels><?xml version="1.0" encoding="UTF-8" standalone="yes"?>
<Relationships xmlns="http://schemas.openxmlformats.org/package/2006/relationships"><Relationship Id="rId9" Type="http://schemas.openxmlformats.org/officeDocument/2006/relationships/image" Target="../media/image52.jpeg"/><Relationship Id="rId8" Type="http://schemas.openxmlformats.org/officeDocument/2006/relationships/tags" Target="../tags/tag387.xml"/><Relationship Id="rId7" Type="http://schemas.openxmlformats.org/officeDocument/2006/relationships/image" Target="../media/image51.png"/><Relationship Id="rId6" Type="http://schemas.openxmlformats.org/officeDocument/2006/relationships/tags" Target="../tags/tag386.xml"/><Relationship Id="rId5" Type="http://schemas.openxmlformats.org/officeDocument/2006/relationships/tags" Target="../tags/tag385.xml"/><Relationship Id="rId4" Type="http://schemas.openxmlformats.org/officeDocument/2006/relationships/tags" Target="../tags/tag384.xml"/><Relationship Id="rId3" Type="http://schemas.openxmlformats.org/officeDocument/2006/relationships/tags" Target="../tags/tag383.xml"/><Relationship Id="rId2" Type="http://schemas.openxmlformats.org/officeDocument/2006/relationships/tags" Target="../tags/tag382.xml"/><Relationship Id="rId11" Type="http://schemas.openxmlformats.org/officeDocument/2006/relationships/slideLayout" Target="../slideLayouts/slideLayout13.xml"/><Relationship Id="rId10" Type="http://schemas.openxmlformats.org/officeDocument/2006/relationships/tags" Target="../tags/tag388.xml"/><Relationship Id="rId1" Type="http://schemas.openxmlformats.org/officeDocument/2006/relationships/image" Target="../media/image6.png"/></Relationships>
</file>

<file path=ppt/slides/_rels/slide23.xml.rels><?xml version="1.0" encoding="UTF-8" standalone="yes"?>
<Relationships xmlns="http://schemas.openxmlformats.org/package/2006/relationships"><Relationship Id="rId6" Type="http://schemas.openxmlformats.org/officeDocument/2006/relationships/slideLayout" Target="../slideLayouts/slideLayout9.xml"/><Relationship Id="rId5" Type="http://schemas.openxmlformats.org/officeDocument/2006/relationships/tags" Target="../tags/tag392.xml"/><Relationship Id="rId4" Type="http://schemas.openxmlformats.org/officeDocument/2006/relationships/image" Target="../media/image6.png"/><Relationship Id="rId3" Type="http://schemas.openxmlformats.org/officeDocument/2006/relationships/tags" Target="../tags/tag391.xml"/><Relationship Id="rId2" Type="http://schemas.openxmlformats.org/officeDocument/2006/relationships/tags" Target="../tags/tag390.xml"/><Relationship Id="rId1" Type="http://schemas.openxmlformats.org/officeDocument/2006/relationships/tags" Target="../tags/tag389.xml"/></Relationships>
</file>

<file path=ppt/slides/_rels/slide24.xml.rels><?xml version="1.0" encoding="UTF-8" standalone="yes"?>
<Relationships xmlns="http://schemas.openxmlformats.org/package/2006/relationships"><Relationship Id="rId9" Type="http://schemas.openxmlformats.org/officeDocument/2006/relationships/tags" Target="../tags/tag397.xml"/><Relationship Id="rId8" Type="http://schemas.openxmlformats.org/officeDocument/2006/relationships/tags" Target="../tags/tag396.xml"/><Relationship Id="rId7" Type="http://schemas.openxmlformats.org/officeDocument/2006/relationships/tags" Target="../tags/tag395.xml"/><Relationship Id="rId6" Type="http://schemas.openxmlformats.org/officeDocument/2006/relationships/image" Target="../media/image6.png"/><Relationship Id="rId5" Type="http://schemas.openxmlformats.org/officeDocument/2006/relationships/tags" Target="../tags/tag394.xml"/><Relationship Id="rId4" Type="http://schemas.openxmlformats.org/officeDocument/2006/relationships/tags" Target="../tags/tag393.xml"/><Relationship Id="rId3" Type="http://schemas.openxmlformats.org/officeDocument/2006/relationships/chart" Target="../charts/chart3.xml"/><Relationship Id="rId28" Type="http://schemas.openxmlformats.org/officeDocument/2006/relationships/slideLayout" Target="../slideLayouts/slideLayout1.xml"/><Relationship Id="rId27" Type="http://schemas.openxmlformats.org/officeDocument/2006/relationships/tags" Target="../tags/tag407.xml"/><Relationship Id="rId26" Type="http://schemas.openxmlformats.org/officeDocument/2006/relationships/image" Target="../media/image60.svg"/><Relationship Id="rId25" Type="http://schemas.openxmlformats.org/officeDocument/2006/relationships/image" Target="../media/image59.png"/><Relationship Id="rId24" Type="http://schemas.openxmlformats.org/officeDocument/2006/relationships/image" Target="../media/image58.svg"/><Relationship Id="rId23" Type="http://schemas.openxmlformats.org/officeDocument/2006/relationships/image" Target="../media/image57.png"/><Relationship Id="rId22" Type="http://schemas.openxmlformats.org/officeDocument/2006/relationships/image" Target="../media/image56.svg"/><Relationship Id="rId21" Type="http://schemas.openxmlformats.org/officeDocument/2006/relationships/image" Target="../media/image55.png"/><Relationship Id="rId20" Type="http://schemas.openxmlformats.org/officeDocument/2006/relationships/image" Target="../media/image54.svg"/><Relationship Id="rId2" Type="http://schemas.openxmlformats.org/officeDocument/2006/relationships/chart" Target="../charts/chart2.xml"/><Relationship Id="rId19" Type="http://schemas.openxmlformats.org/officeDocument/2006/relationships/image" Target="../media/image53.png"/><Relationship Id="rId18" Type="http://schemas.openxmlformats.org/officeDocument/2006/relationships/tags" Target="../tags/tag406.xml"/><Relationship Id="rId17" Type="http://schemas.openxmlformats.org/officeDocument/2006/relationships/tags" Target="../tags/tag405.xml"/><Relationship Id="rId16" Type="http://schemas.openxmlformats.org/officeDocument/2006/relationships/tags" Target="../tags/tag404.xml"/><Relationship Id="rId15" Type="http://schemas.openxmlformats.org/officeDocument/2006/relationships/tags" Target="../tags/tag403.xml"/><Relationship Id="rId14" Type="http://schemas.openxmlformats.org/officeDocument/2006/relationships/tags" Target="../tags/tag402.xml"/><Relationship Id="rId13" Type="http://schemas.openxmlformats.org/officeDocument/2006/relationships/tags" Target="../tags/tag401.xml"/><Relationship Id="rId12" Type="http://schemas.openxmlformats.org/officeDocument/2006/relationships/tags" Target="../tags/tag400.xml"/><Relationship Id="rId11" Type="http://schemas.openxmlformats.org/officeDocument/2006/relationships/tags" Target="../tags/tag399.xml"/><Relationship Id="rId10" Type="http://schemas.openxmlformats.org/officeDocument/2006/relationships/tags" Target="../tags/tag398.xml"/><Relationship Id="rId1" Type="http://schemas.openxmlformats.org/officeDocument/2006/relationships/chart" Target="../charts/chart1.xml"/></Relationships>
</file>

<file path=ppt/slides/_rels/slide25.xml.rels><?xml version="1.0" encoding="UTF-8" standalone="yes"?>
<Relationships xmlns="http://schemas.openxmlformats.org/package/2006/relationships"><Relationship Id="rId9" Type="http://schemas.openxmlformats.org/officeDocument/2006/relationships/image" Target="../media/image14.png"/><Relationship Id="rId8" Type="http://schemas.openxmlformats.org/officeDocument/2006/relationships/tags" Target="../tags/tag411.xml"/><Relationship Id="rId7" Type="http://schemas.openxmlformats.org/officeDocument/2006/relationships/tags" Target="../tags/tag410.xml"/><Relationship Id="rId6" Type="http://schemas.openxmlformats.org/officeDocument/2006/relationships/tags" Target="../tags/tag409.xml"/><Relationship Id="rId5" Type="http://schemas.openxmlformats.org/officeDocument/2006/relationships/tags" Target="../tags/tag408.xml"/><Relationship Id="rId4" Type="http://schemas.openxmlformats.org/officeDocument/2006/relationships/chart" Target="../charts/chart7.xml"/><Relationship Id="rId3" Type="http://schemas.openxmlformats.org/officeDocument/2006/relationships/chart" Target="../charts/chart6.xml"/><Relationship Id="rId2" Type="http://schemas.openxmlformats.org/officeDocument/2006/relationships/chart" Target="../charts/chart5.xml"/><Relationship Id="rId11" Type="http://schemas.openxmlformats.org/officeDocument/2006/relationships/slideLayout" Target="../slideLayouts/slideLayout1.xml"/><Relationship Id="rId10" Type="http://schemas.openxmlformats.org/officeDocument/2006/relationships/image" Target="../media/image6.png"/><Relationship Id="rId1" Type="http://schemas.openxmlformats.org/officeDocument/2006/relationships/chart" Target="../charts/chart4.xml"/></Relationships>
</file>

<file path=ppt/slides/_rels/slide26.xml.rels><?xml version="1.0" encoding="UTF-8" standalone="yes"?>
<Relationships xmlns="http://schemas.openxmlformats.org/package/2006/relationships"><Relationship Id="rId9" Type="http://schemas.openxmlformats.org/officeDocument/2006/relationships/tags" Target="../tags/tag418.xml"/><Relationship Id="rId8" Type="http://schemas.openxmlformats.org/officeDocument/2006/relationships/tags" Target="../tags/tag417.xml"/><Relationship Id="rId7" Type="http://schemas.openxmlformats.org/officeDocument/2006/relationships/tags" Target="../tags/tag416.xml"/><Relationship Id="rId6" Type="http://schemas.openxmlformats.org/officeDocument/2006/relationships/tags" Target="../tags/tag415.xml"/><Relationship Id="rId5" Type="http://schemas.openxmlformats.org/officeDocument/2006/relationships/tags" Target="../tags/tag414.xml"/><Relationship Id="rId4" Type="http://schemas.openxmlformats.org/officeDocument/2006/relationships/tags" Target="../tags/tag413.xml"/><Relationship Id="rId3" Type="http://schemas.openxmlformats.org/officeDocument/2006/relationships/tags" Target="../tags/tag412.xml"/><Relationship Id="rId24" Type="http://schemas.openxmlformats.org/officeDocument/2006/relationships/slideLayout" Target="../slideLayouts/slideLayout1.xml"/><Relationship Id="rId23" Type="http://schemas.openxmlformats.org/officeDocument/2006/relationships/image" Target="../media/image68.svg"/><Relationship Id="rId22" Type="http://schemas.openxmlformats.org/officeDocument/2006/relationships/image" Target="../media/image67.png"/><Relationship Id="rId21" Type="http://schemas.openxmlformats.org/officeDocument/2006/relationships/image" Target="../media/image66.svg"/><Relationship Id="rId20" Type="http://schemas.openxmlformats.org/officeDocument/2006/relationships/image" Target="../media/image65.png"/><Relationship Id="rId2" Type="http://schemas.openxmlformats.org/officeDocument/2006/relationships/chart" Target="../charts/chart9.xml"/><Relationship Id="rId19" Type="http://schemas.openxmlformats.org/officeDocument/2006/relationships/image" Target="../media/image64.svg"/><Relationship Id="rId18" Type="http://schemas.openxmlformats.org/officeDocument/2006/relationships/image" Target="../media/image63.png"/><Relationship Id="rId17" Type="http://schemas.openxmlformats.org/officeDocument/2006/relationships/image" Target="../media/image62.svg"/><Relationship Id="rId16" Type="http://schemas.openxmlformats.org/officeDocument/2006/relationships/image" Target="../media/image61.png"/><Relationship Id="rId15" Type="http://schemas.openxmlformats.org/officeDocument/2006/relationships/image" Target="../media/image6.png"/><Relationship Id="rId14" Type="http://schemas.openxmlformats.org/officeDocument/2006/relationships/tags" Target="../tags/tag423.xml"/><Relationship Id="rId13" Type="http://schemas.openxmlformats.org/officeDocument/2006/relationships/tags" Target="../tags/tag422.xml"/><Relationship Id="rId12" Type="http://schemas.openxmlformats.org/officeDocument/2006/relationships/tags" Target="../tags/tag421.xml"/><Relationship Id="rId11" Type="http://schemas.openxmlformats.org/officeDocument/2006/relationships/tags" Target="../tags/tag420.xml"/><Relationship Id="rId10" Type="http://schemas.openxmlformats.org/officeDocument/2006/relationships/tags" Target="../tags/tag419.xml"/><Relationship Id="rId1" Type="http://schemas.openxmlformats.org/officeDocument/2006/relationships/chart" Target="../charts/chart8.xml"/></Relationships>
</file>

<file path=ppt/slides/_rels/slide27.xml.rels><?xml version="1.0" encoding="UTF-8" standalone="yes"?>
<Relationships xmlns="http://schemas.openxmlformats.org/package/2006/relationships"><Relationship Id="rId9" Type="http://schemas.openxmlformats.org/officeDocument/2006/relationships/image" Target="../media/image73.png"/><Relationship Id="rId8" Type="http://schemas.openxmlformats.org/officeDocument/2006/relationships/image" Target="../media/image72.svg"/><Relationship Id="rId7" Type="http://schemas.openxmlformats.org/officeDocument/2006/relationships/image" Target="../media/image71.png"/><Relationship Id="rId6" Type="http://schemas.openxmlformats.org/officeDocument/2006/relationships/tags" Target="../tags/tag426.xml"/><Relationship Id="rId5" Type="http://schemas.openxmlformats.org/officeDocument/2006/relationships/image" Target="../media/image70.svg"/><Relationship Id="rId4" Type="http://schemas.openxmlformats.org/officeDocument/2006/relationships/image" Target="../media/image69.png"/><Relationship Id="rId3" Type="http://schemas.openxmlformats.org/officeDocument/2006/relationships/tags" Target="../tags/tag425.xml"/><Relationship Id="rId24" Type="http://schemas.openxmlformats.org/officeDocument/2006/relationships/slideLayout" Target="../slideLayouts/slideLayout1.xml"/><Relationship Id="rId23" Type="http://schemas.openxmlformats.org/officeDocument/2006/relationships/image" Target="../media/image6.png"/><Relationship Id="rId22" Type="http://schemas.openxmlformats.org/officeDocument/2006/relationships/image" Target="../media/image82.svg"/><Relationship Id="rId21" Type="http://schemas.openxmlformats.org/officeDocument/2006/relationships/image" Target="../media/image81.png"/><Relationship Id="rId20" Type="http://schemas.openxmlformats.org/officeDocument/2006/relationships/tags" Target="../tags/tag429.xml"/><Relationship Id="rId2" Type="http://schemas.openxmlformats.org/officeDocument/2006/relationships/tags" Target="../tags/tag424.xml"/><Relationship Id="rId19" Type="http://schemas.openxmlformats.org/officeDocument/2006/relationships/image" Target="../media/image80.svg"/><Relationship Id="rId18" Type="http://schemas.openxmlformats.org/officeDocument/2006/relationships/image" Target="../media/image79.png"/><Relationship Id="rId17" Type="http://schemas.openxmlformats.org/officeDocument/2006/relationships/image" Target="../media/image78.svg"/><Relationship Id="rId16" Type="http://schemas.openxmlformats.org/officeDocument/2006/relationships/image" Target="../media/image77.png"/><Relationship Id="rId15" Type="http://schemas.openxmlformats.org/officeDocument/2006/relationships/tags" Target="../tags/tag428.xml"/><Relationship Id="rId14" Type="http://schemas.openxmlformats.org/officeDocument/2006/relationships/image" Target="../media/image76.svg"/><Relationship Id="rId13" Type="http://schemas.openxmlformats.org/officeDocument/2006/relationships/image" Target="../media/image75.png"/><Relationship Id="rId12" Type="http://schemas.openxmlformats.org/officeDocument/2006/relationships/tags" Target="../tags/tag427.xml"/><Relationship Id="rId11" Type="http://schemas.openxmlformats.org/officeDocument/2006/relationships/image" Target="../media/image14.png"/><Relationship Id="rId10" Type="http://schemas.openxmlformats.org/officeDocument/2006/relationships/image" Target="../media/image74.svg"/><Relationship Id="rId1" Type="http://schemas.openxmlformats.org/officeDocument/2006/relationships/chart" Target="../charts/chart10.xml"/></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1"/>
          <a:stretch>
            <a:fillRect/>
          </a:stretch>
        </a:blipFill>
        <a:effectLst/>
      </p:bgPr>
    </p:bg>
    <p:spTree>
      <p:nvGrpSpPr>
        <p:cNvPr id="1" name=""/>
        <p:cNvGrpSpPr/>
        <p:nvPr/>
      </p:nvGrpSpPr>
      <p:grpSpPr>
        <a:xfrm>
          <a:off x="0" y="0"/>
          <a:ext cx="0" cy="0"/>
          <a:chOff x="0" y="0"/>
          <a:chExt cx="0" cy="0"/>
        </a:xfrm>
      </p:grpSpPr>
      <p:sp>
        <p:nvSpPr>
          <p:cNvPr id="11" name="文本框 8"/>
          <p:cNvSpPr txBox="1">
            <a:spLocks noChangeArrowheads="1"/>
          </p:cNvSpPr>
          <p:nvPr/>
        </p:nvSpPr>
        <p:spPr bwMode="auto">
          <a:xfrm>
            <a:off x="5744845" y="3801110"/>
            <a:ext cx="5744210"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保护业务</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通报应对</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安全价值量化</a:t>
            </a:r>
            <a:r>
              <a:rPr lang="en-US" altLang="zh-CN" sz="1800" dirty="0">
                <a:solidFill>
                  <a:srgbClr val="216EE3"/>
                </a:solidFill>
                <a:latin typeface="Arial" panose="020B0604020202020204" pitchFamily="34" charset="0"/>
                <a:ea typeface="黑体-简" panose="02000000000000000000" charset="-122"/>
                <a:cs typeface="微软雅黑" panose="020B0503020204020204" charset="-122"/>
                <a:sym typeface="+mn-ea"/>
              </a:rPr>
              <a:t> · </a:t>
            </a:r>
            <a:r>
              <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rPr>
              <a:t>安全水位提升</a:t>
            </a:r>
            <a:endParaRPr lang="zh-CN" altLang="en-US" sz="1800" dirty="0">
              <a:solidFill>
                <a:srgbClr val="216EE3"/>
              </a:solidFill>
              <a:latin typeface="Arial" panose="020B0604020202020204" pitchFamily="34" charset="0"/>
              <a:ea typeface="黑体-简" panose="02000000000000000000" charset="-122"/>
              <a:cs typeface="微软雅黑" panose="020B0503020204020204" charset="-122"/>
              <a:sym typeface="+mn-ea"/>
            </a:endParaRPr>
          </a:p>
        </p:txBody>
      </p:sp>
      <p:grpSp>
        <p:nvGrpSpPr>
          <p:cNvPr id="7" name="组合 6"/>
          <p:cNvGrpSpPr/>
          <p:nvPr/>
        </p:nvGrpSpPr>
        <p:grpSpPr>
          <a:xfrm>
            <a:off x="5271770" y="2325370"/>
            <a:ext cx="6217285" cy="1490980"/>
            <a:chOff x="8301" y="2872"/>
            <a:chExt cx="9791" cy="2348"/>
          </a:xfrm>
        </p:grpSpPr>
        <p:sp>
          <p:nvSpPr>
            <p:cNvPr id="5" name="文本框 8"/>
            <p:cNvSpPr txBox="1"/>
            <p:nvPr>
              <p:custDataLst>
                <p:tags r:id="rId2"/>
              </p:custDataLst>
            </p:nvPr>
          </p:nvSpPr>
          <p:spPr>
            <a:xfrm>
              <a:off x="8301" y="3755"/>
              <a:ext cx="9791" cy="1465"/>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2025</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年网络安全工作复盘暨</a:t>
              </a:r>
              <a:r>
                <a:rPr lang="en-US" altLang="zh-CN"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2026</a:t>
              </a:r>
              <a:r>
                <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rPr>
                <a:t>展望</a:t>
              </a:r>
              <a:endParaRPr lang="zh-CN" altLang="en-US" sz="2800" dirty="0" smtClean="0">
                <a:gradFill>
                  <a:gsLst>
                    <a:gs pos="50000">
                      <a:schemeClr val="tx1"/>
                    </a:gs>
                    <a:gs pos="0">
                      <a:schemeClr val="tx1">
                        <a:lumMod val="25000"/>
                        <a:lumOff val="75000"/>
                      </a:schemeClr>
                    </a:gs>
                    <a:gs pos="100000">
                      <a:schemeClr val="tx1">
                        <a:lumMod val="85000"/>
                      </a:schemeClr>
                    </a:gs>
                  </a:gsLst>
                  <a:lin ang="5400000" scaled="1"/>
                </a:gradFill>
                <a:latin typeface="Arial" panose="020B0604020202020204" pitchFamily="34" charset="0"/>
                <a:ea typeface="黑体-简" panose="02000000000000000000" charset="-122"/>
              </a:endParaRPr>
            </a:p>
          </p:txBody>
        </p:sp>
        <p:sp>
          <p:nvSpPr>
            <p:cNvPr id="4" name="文本框 8"/>
            <p:cNvSpPr txBox="1"/>
            <p:nvPr>
              <p:custDataLst>
                <p:tags r:id="rId3"/>
              </p:custDataLst>
            </p:nvPr>
          </p:nvSpPr>
          <p:spPr>
            <a:xfrm>
              <a:off x="8695" y="2872"/>
              <a:ext cx="9397" cy="883"/>
            </a:xfrm>
            <a:prstGeom prst="rect">
              <a:avLst/>
            </a:prstGeom>
            <a:ln w="12700">
              <a:miter lim="400000"/>
            </a:ln>
          </p:spPr>
          <p:txBody>
            <a:bodyPr wrap="square" lIns="34290" tIns="34290" rIns="34290" bIns="34290">
              <a:spAutoFit/>
            </a:bodyPr>
            <a:lstStyle>
              <a:lvl1pPr>
                <a:defRPr sz="3200" b="1">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r"/>
              <a:r>
                <a:rPr lang="en-US" altLang="zh-CN"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{{company}}&amp;</a:t>
              </a:r>
              <a:r>
                <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rPr>
                <a:t>深信服科技</a:t>
              </a:r>
              <a:endParaRPr lang="zh-CN" altLang="en-US" dirty="0" smtClean="0">
                <a:gradFill>
                  <a:gsLst>
                    <a:gs pos="50000">
                      <a:schemeClr val="tx1"/>
                    </a:gs>
                    <a:gs pos="0">
                      <a:schemeClr val="tx1">
                        <a:lumMod val="25000"/>
                        <a:lumOff val="75000"/>
                      </a:schemeClr>
                    </a:gs>
                    <a:gs pos="100000">
                      <a:schemeClr val="tx1">
                        <a:lumMod val="85000"/>
                      </a:schemeClr>
                    </a:gs>
                  </a:gsLst>
                  <a:lin ang="5400000" scaled="1"/>
                </a:gradFill>
                <a:latin typeface="Arial Black" panose="020B0A04020102020204" pitchFamily="34" charset="0"/>
                <a:ea typeface="微软雅黑" panose="020B0503020204020204" charset="-122"/>
              </a:endParaRPr>
            </a:p>
          </p:txBody>
        </p:sp>
      </p:grpSp>
      <p:sp>
        <p:nvSpPr>
          <p:cNvPr id="6" name="文本框 8"/>
          <p:cNvSpPr txBox="1">
            <a:spLocks noChangeArrowheads="1"/>
          </p:cNvSpPr>
          <p:nvPr/>
        </p:nvSpPr>
        <p:spPr bwMode="auto">
          <a:xfrm>
            <a:off x="6732905" y="4562475"/>
            <a:ext cx="4755515" cy="34544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wrap="square" lIns="68580" tIns="34290" rIns="68580" bIns="34290">
            <a:spAutoFit/>
          </a:bodyPr>
          <a:lstStyle>
            <a:lvl1pPr>
              <a:lnSpc>
                <a:spcPct val="90000"/>
              </a:lnSpc>
              <a:spcBef>
                <a:spcPts val="1000"/>
              </a:spcBef>
              <a:buFont typeface="Arial" panose="020B0604020202020204" pitchFamily="34" charset="0"/>
              <a:buChar char="•"/>
              <a:defRPr sz="2800">
                <a:solidFill>
                  <a:schemeClr val="tx1"/>
                </a:solidFill>
                <a:latin typeface="Calibri" panose="020F0502020204030204" charset="0"/>
                <a:ea typeface="宋体" panose="02010600030101010101" pitchFamily="2" charset="-122"/>
              </a:defRPr>
            </a:lvl1pPr>
            <a:lvl2pPr marL="742950" indent="-285750">
              <a:lnSpc>
                <a:spcPct val="90000"/>
              </a:lnSpc>
              <a:spcBef>
                <a:spcPts val="500"/>
              </a:spcBef>
              <a:buFont typeface="Arial" panose="020B0604020202020204" pitchFamily="34" charset="0"/>
              <a:buChar char="•"/>
              <a:defRPr sz="2400">
                <a:solidFill>
                  <a:schemeClr val="tx1"/>
                </a:solidFill>
                <a:latin typeface="Calibri" panose="020F0502020204030204" charset="0"/>
                <a:ea typeface="宋体" panose="02010600030101010101" pitchFamily="2" charset="-122"/>
              </a:defRPr>
            </a:lvl2pPr>
            <a:lvl3pPr marL="1143000" indent="-228600">
              <a:lnSpc>
                <a:spcPct val="90000"/>
              </a:lnSpc>
              <a:spcBef>
                <a:spcPts val="500"/>
              </a:spcBef>
              <a:buFont typeface="Arial" panose="020B0604020202020204" pitchFamily="34" charset="0"/>
              <a:buChar char="•"/>
              <a:defRPr sz="2000">
                <a:solidFill>
                  <a:schemeClr val="tx1"/>
                </a:solidFill>
                <a:latin typeface="Calibri" panose="020F0502020204030204" charset="0"/>
                <a:ea typeface="宋体" panose="02010600030101010101" pitchFamily="2" charset="-122"/>
              </a:defRPr>
            </a:lvl3pPr>
            <a:lvl4pPr marL="16002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4pPr>
            <a:lvl5pPr marL="2057400" indent="-228600">
              <a:lnSpc>
                <a:spcPct val="90000"/>
              </a:lnSpc>
              <a:spcBef>
                <a:spcPts val="500"/>
              </a:spcBef>
              <a:buFont typeface="Arial" panose="020B0604020202020204" pitchFamily="34" charset="0"/>
              <a:buChar char="•"/>
              <a:defRPr>
                <a:solidFill>
                  <a:schemeClr val="tx1"/>
                </a:solidFill>
                <a:latin typeface="Calibri" panose="020F0502020204030204" charset="0"/>
                <a:ea typeface="宋体" panose="02010600030101010101" pitchFamily="2" charset="-122"/>
              </a:defRPr>
            </a:lvl5pPr>
            <a:lvl6pPr marL="25146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6pPr>
            <a:lvl7pPr marL="29718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7pPr>
            <a:lvl8pPr marL="34290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8pPr>
            <a:lvl9pPr marL="3886200" indent="-228600" eaLnBrk="0" fontAlgn="base" hangingPunct="0">
              <a:lnSpc>
                <a:spcPct val="90000"/>
              </a:lnSpc>
              <a:spcBef>
                <a:spcPts val="500"/>
              </a:spcBef>
              <a:spcAft>
                <a:spcPct val="0"/>
              </a:spcAft>
              <a:buFont typeface="Arial" panose="020B0604020202020204" pitchFamily="34" charset="0"/>
              <a:buChar char="•"/>
              <a:defRPr>
                <a:solidFill>
                  <a:schemeClr val="tx1"/>
                </a:solidFill>
                <a:latin typeface="Calibri" panose="020F0502020204030204" charset="0"/>
                <a:ea typeface="宋体" panose="02010600030101010101" pitchFamily="2" charset="-122"/>
              </a:defRPr>
            </a:lvl9pPr>
          </a:lstStyle>
          <a:p>
            <a:pPr algn="r">
              <a:lnSpc>
                <a:spcPct val="100000"/>
              </a:lnSpc>
              <a:spcBef>
                <a:spcPct val="0"/>
              </a:spcBef>
              <a:buNone/>
            </a:pPr>
            <a:r>
              <a:rPr lang="zh-CN" altLang="en-US" sz="1800" dirty="0">
                <a:solidFill>
                  <a:srgbClr val="515151"/>
                </a:solidFill>
                <a:latin typeface="Arial" panose="020B0604020202020204" pitchFamily="34" charset="0"/>
                <a:ea typeface="黑体-简" panose="02000000000000000000" charset="-122"/>
                <a:cs typeface="微软雅黑" panose="020B0503020204020204" charset="-122"/>
                <a:sym typeface="+mn-ea"/>
              </a:rPr>
              <a:t>运营周期</a:t>
            </a:r>
            <a:r>
              <a:rPr lang="en-US" altLang="zh-CN" sz="1800" dirty="0">
                <a:solidFill>
                  <a:srgbClr val="515151"/>
                </a:solidFill>
                <a:latin typeface="Arial" panose="020B0604020202020204" pitchFamily="34" charset="0"/>
                <a:ea typeface="黑体-简" panose="02000000000000000000" charset="-122"/>
                <a:cs typeface="微软雅黑" panose="020B0503020204020204" charset="-122"/>
                <a:sym typeface="+mn-ea"/>
              </a:rPr>
              <a:t>：</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{{period_start}} </a:t>
            </a:r>
            <a:r>
              <a:rPr lang="en-US" altLang="zh-CN" sz="1800" b="1" dirty="0">
                <a:solidFill>
                  <a:srgbClr val="515151"/>
                </a:solidFill>
                <a:latin typeface="微软雅黑" panose="020B0503020204020204" charset="-122"/>
                <a:ea typeface="微软雅黑" panose="020B0503020204020204" charset="-122"/>
                <a:cs typeface="微软雅黑" panose="020B0503020204020204" charset="-122"/>
                <a:sym typeface="+mn-ea"/>
              </a:rPr>
              <a:t>~ </a:t>
            </a:r>
            <a:r>
              <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rPr>
              <a:t>{{period_end}}</a:t>
            </a:r>
            <a:endParaRPr lang="en-US" altLang="zh-CN" sz="1800" dirty="0">
              <a:solidFill>
                <a:srgbClr val="515151"/>
              </a:solidFill>
              <a:latin typeface="微软雅黑" panose="020B0503020204020204" charset="-122"/>
              <a:ea typeface="微软雅黑" panose="020B0503020204020204" charset="-122"/>
              <a:cs typeface="微软雅黑" panose="020B0503020204020204" charset="-122"/>
              <a:sym typeface="+mn-ea"/>
            </a:endParaRPr>
          </a:p>
        </p:txBody>
      </p:sp>
      <p:pic>
        <p:nvPicPr>
          <p:cNvPr id="8" name="图片 7" descr="LOGO-深信服&amp;智安全@4x"/>
          <p:cNvPicPr>
            <a:picLocks noChangeAspect="1"/>
          </p:cNvPicPr>
          <p:nvPr/>
        </p:nvPicPr>
        <p:blipFill>
          <a:blip r:embed="rId4"/>
          <a:stretch>
            <a:fillRect/>
          </a:stretch>
        </p:blipFill>
        <p:spPr>
          <a:xfrm>
            <a:off x="643255" y="5992495"/>
            <a:ext cx="3002280" cy="424180"/>
          </a:xfrm>
          <a:prstGeom prst="rect">
            <a:avLst/>
          </a:prstGeom>
        </p:spPr>
      </p:pic>
    </p:spTree>
  </p:cSld>
  <p:clrMapOvr>
    <a:masterClrMapping/>
  </p:clrMapOvr>
  <p:transition/>
</p:sld>
</file>

<file path=ppt/slides/slide2.xml><?xml version="1.0" encoding="utf-8"?>
<p:sld xmlns:a="http://schemas.openxmlformats.org/drawingml/2006/main" xmlns:r="http://schemas.openxmlformats.org/officeDocument/2006/relationships" xmlns:p="http://schemas.openxmlformats.org/presentationml/2006/main">
  <p:cSld>
    <p:bg>
      <p:bgPr>
        <a:blipFill rotWithShape="1">
          <a:blip r:embed="rId1"/>
          <a:stretch>
            <a:fillRect/>
          </a:stretch>
        </a:blipFill>
        <a:effectLst/>
      </p:bgPr>
    </p:bg>
    <p:spTree>
      <p:nvGrpSpPr>
        <p:cNvPr id="1" name=""/>
        <p:cNvGrpSpPr/>
        <p:nvPr/>
      </p:nvGrpSpPr>
      <p:grpSpPr>
        <a:xfrm>
          <a:off x="0" y="0"/>
          <a:ext cx="0" cy="0"/>
          <a:chOff x="0" y="0"/>
          <a:chExt cx="0" cy="0"/>
        </a:xfrm>
      </p:grpSpPr>
      <p:sp>
        <p:nvSpPr>
          <p:cNvPr id="56" name="textbox 18"/>
          <p:cNvSpPr/>
          <p:nvPr/>
        </p:nvSpPr>
        <p:spPr>
          <a:xfrm>
            <a:off x="0" y="676910"/>
            <a:ext cx="5527675" cy="1368000"/>
          </a:xfrm>
          <a:prstGeom prst="rect">
            <a:avLst/>
          </a:prstGeom>
          <a:noFill/>
          <a:ln w="0" cap="flat">
            <a:noFill/>
            <a:prstDash val="solid"/>
            <a:miter lim="0"/>
          </a:ln>
        </p:spPr>
        <p:txBody>
          <a:bodyPr vert="horz" wrap="square" lIns="0" tIns="0" rIns="0" bIns="0" anchor="ctr" anchorCtr="0"/>
          <a:p>
            <a:pPr algn="l" rtl="0" eaLnBrk="0">
              <a:lnSpc>
                <a:spcPct val="96000"/>
              </a:lnSpc>
            </a:pPr>
            <a:r>
              <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rPr>
              <a:t>contents</a:t>
            </a:r>
            <a:endParaRPr lang="en-US" altLang="zh-CN" sz="8800" b="1" kern="0" spc="60" dirty="0">
              <a:ln>
                <a:gradFill>
                  <a:gsLst>
                    <a:gs pos="0">
                      <a:srgbClr val="FFFFFF"/>
                    </a:gs>
                    <a:gs pos="100000">
                      <a:srgbClr val="FFFFFF">
                        <a:alpha val="36000"/>
                      </a:srgbClr>
                    </a:gs>
                  </a:gsLst>
                  <a:lin ang="5400000" scaled="1"/>
                </a:gradFill>
              </a:ln>
              <a:noFill/>
              <a:latin typeface="微软雅黑" panose="020B0503020204020204" charset="-122"/>
              <a:ea typeface="微软雅黑" panose="020B0503020204020204" charset="-122"/>
              <a:cs typeface="黑体" panose="02010609060101010101" charset="-122"/>
            </a:endParaRPr>
          </a:p>
        </p:txBody>
      </p:sp>
      <p:sp>
        <p:nvSpPr>
          <p:cNvPr id="23" name="textbox 18"/>
          <p:cNvSpPr/>
          <p:nvPr/>
        </p:nvSpPr>
        <p:spPr>
          <a:xfrm>
            <a:off x="2851150" y="1457325"/>
            <a:ext cx="2094865" cy="918845"/>
          </a:xfrm>
          <a:prstGeom prst="rect">
            <a:avLst/>
          </a:prstGeom>
          <a:noFill/>
          <a:ln w="0" cap="flat">
            <a:noFill/>
            <a:prstDash val="solid"/>
            <a:miter lim="0"/>
          </a:ln>
        </p:spPr>
        <p:txBody>
          <a:bodyPr vert="horz" wrap="square" lIns="0" tIns="0" rIns="0" bIns="0" anchor="ctr" anchorCtr="0"/>
          <a:p>
            <a:pPr algn="l" rtl="0" eaLnBrk="0">
              <a:lnSpc>
                <a:spcPct val="96000"/>
              </a:lnSpc>
            </a:pPr>
            <a:r>
              <a:rPr sz="6600" b="1" kern="0" spc="60" dirty="0">
                <a:solidFill>
                  <a:srgbClr val="0C51C2"/>
                </a:solidFill>
                <a:latin typeface="微软雅黑" panose="020B0503020204020204" charset="-122"/>
                <a:ea typeface="微软雅黑" panose="020B0503020204020204" charset="-122"/>
                <a:cs typeface="黑体" panose="02010609060101010101" charset="-122"/>
              </a:rPr>
              <a:t>目</a:t>
            </a:r>
            <a:r>
              <a:rPr lang="en-US" sz="6600" b="1" kern="0" spc="60" dirty="0">
                <a:solidFill>
                  <a:srgbClr val="0C51C2"/>
                </a:solidFill>
                <a:latin typeface="微软雅黑" panose="020B0503020204020204" charset="-122"/>
                <a:ea typeface="微软雅黑" panose="020B0503020204020204" charset="-122"/>
                <a:cs typeface="黑体" panose="02010609060101010101" charset="-122"/>
              </a:rPr>
              <a:t> </a:t>
            </a:r>
            <a:r>
              <a:rPr sz="6600" b="1" kern="0" spc="60" dirty="0">
                <a:solidFill>
                  <a:srgbClr val="0C51C2"/>
                </a:solidFill>
                <a:latin typeface="微软雅黑" panose="020B0503020204020204" charset="-122"/>
                <a:ea typeface="微软雅黑" panose="020B0503020204020204" charset="-122"/>
                <a:cs typeface="黑体" panose="02010609060101010101" charset="-122"/>
              </a:rPr>
              <a:t>录</a:t>
            </a:r>
            <a:endParaRPr sz="6600" b="1" kern="0" spc="60" dirty="0">
              <a:solidFill>
                <a:srgbClr val="0C51C2"/>
              </a:solidFill>
              <a:latin typeface="微软雅黑" panose="020B0503020204020204" charset="-122"/>
              <a:ea typeface="微软雅黑" panose="020B0503020204020204" charset="-122"/>
              <a:cs typeface="黑体" panose="02010609060101010101" charset="-122"/>
            </a:endParaRPr>
          </a:p>
        </p:txBody>
      </p:sp>
      <p:pic>
        <p:nvPicPr>
          <p:cNvPr id="68" name="图片 67" descr="深信服 + 智安全"/>
          <p:cNvPicPr>
            <a:picLocks noChangeAspect="1"/>
          </p:cNvPicPr>
          <p:nvPr/>
        </p:nvPicPr>
        <p:blipFill>
          <a:blip r:embed="rId2"/>
          <a:srcRect l="5232" t="26576" r="4938" b="29565"/>
          <a:stretch>
            <a:fillRect/>
          </a:stretch>
        </p:blipFill>
        <p:spPr>
          <a:xfrm>
            <a:off x="10330815" y="273073"/>
            <a:ext cx="1629867" cy="360000"/>
          </a:xfrm>
          <a:prstGeom prst="rect">
            <a:avLst/>
          </a:prstGeom>
        </p:spPr>
      </p:pic>
      <p:pic>
        <p:nvPicPr>
          <p:cNvPr id="62" name="图片 61" descr="病毒检测@4x"/>
          <p:cNvPicPr>
            <a:picLocks noChangeAspect="1"/>
          </p:cNvPicPr>
          <p:nvPr/>
        </p:nvPicPr>
        <p:blipFill>
          <a:blip r:embed="rId3">
            <a:alphaModFix amt="84000"/>
          </a:blip>
          <a:srcRect l="-4651" t="-6497" r="18828" b="21030"/>
          <a:stretch>
            <a:fillRect/>
          </a:stretch>
        </p:blipFill>
        <p:spPr>
          <a:xfrm flipH="1">
            <a:off x="0" y="2709545"/>
            <a:ext cx="8221980" cy="4148455"/>
          </a:xfrm>
          <a:prstGeom prst="rect">
            <a:avLst/>
          </a:prstGeom>
        </p:spPr>
      </p:pic>
      <p:grpSp>
        <p:nvGrpSpPr>
          <p:cNvPr id="24" name="组合 23"/>
          <p:cNvGrpSpPr/>
          <p:nvPr>
            <p:custDataLst>
              <p:tags r:id="rId4"/>
            </p:custDataLst>
          </p:nvPr>
        </p:nvGrpSpPr>
        <p:grpSpPr>
          <a:xfrm rot="0">
            <a:off x="7091045" y="1797320"/>
            <a:ext cx="3239770" cy="468000"/>
            <a:chOff x="10673" y="2666"/>
            <a:chExt cx="5102" cy="874"/>
          </a:xfrm>
        </p:grpSpPr>
        <p:sp>
          <p:nvSpPr>
            <p:cNvPr id="25" name="文本框 24"/>
            <p:cNvSpPr txBox="1"/>
            <p:nvPr>
              <p:custDataLst>
                <p:tags r:id="rId5"/>
              </p:custDataLst>
            </p:nvPr>
          </p:nvSpPr>
          <p:spPr>
            <a:xfrm>
              <a:off x="10673" y="2666"/>
              <a:ext cx="4692" cy="484"/>
            </a:xfrm>
            <a:prstGeom prst="rect">
              <a:avLst/>
            </a:prstGeom>
            <a:noFill/>
            <a:ln w="0">
              <a:noFill/>
            </a:ln>
          </p:spPr>
          <p:txBody>
            <a:bodyPr wrap="square" lIns="0" tIns="0" rIns="0" bIns="0" anchor="t">
              <a:noAutofit/>
            </a:bodyPr>
            <a:p>
              <a:pPr algn="l"/>
              <a:r>
                <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rPr>
                <a:t>共同的目标回顾</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26" name="文本框 25"/>
            <p:cNvSpPr txBox="1"/>
            <p:nvPr>
              <p:custDataLst>
                <p:tags r:id="rId6"/>
              </p:custDataLst>
            </p:nvPr>
          </p:nvSpPr>
          <p:spPr>
            <a:xfrm>
              <a:off x="10673" y="3200"/>
              <a:ext cx="5102" cy="340"/>
            </a:xfrm>
            <a:prstGeom prst="rect">
              <a:avLst/>
            </a:prstGeom>
            <a:noFill/>
            <a:ln w="0">
              <a:noFill/>
            </a:ln>
          </p:spPr>
          <p:txBody>
            <a:bodyPr wrap="square" lIns="0" tIns="0" rIns="0" bIns="0" anchor="ctr" anchorCtr="0">
              <a:noAutofit/>
            </a:bodyPr>
            <a:p>
              <a:pPr marL="20955" algn="l" rtl="0" eaLnBrk="0">
                <a:lnSpc>
                  <a:spcPct val="89000"/>
                </a:lnSpc>
                <a:spcBef>
                  <a:spcPts val="85"/>
                </a:spcBef>
              </a:pPr>
              <a:r>
                <a:rPr lang="zh-CN" altLang="en-US" sz="10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目标共识、对齐衡量标准</a:t>
              </a:r>
              <a:endParaRPr lang="zh-CN" altLang="en-US" sz="10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29" name="组合 28"/>
          <p:cNvGrpSpPr/>
          <p:nvPr>
            <p:custDataLst>
              <p:tags r:id="rId7"/>
            </p:custDataLst>
          </p:nvPr>
        </p:nvGrpSpPr>
        <p:grpSpPr>
          <a:xfrm>
            <a:off x="7091045" y="2729772"/>
            <a:ext cx="3239770" cy="468000"/>
            <a:chOff x="11278" y="3926"/>
            <a:chExt cx="5102" cy="859"/>
          </a:xfrm>
        </p:grpSpPr>
        <p:sp>
          <p:nvSpPr>
            <p:cNvPr id="30" name="文本框 29"/>
            <p:cNvSpPr txBox="1"/>
            <p:nvPr>
              <p:custDataLst>
                <p:tags r:id="rId8"/>
              </p:custDataLst>
            </p:nvPr>
          </p:nvSpPr>
          <p:spPr>
            <a:xfrm>
              <a:off x="11278" y="3926"/>
              <a:ext cx="4692" cy="484"/>
            </a:xfrm>
            <a:prstGeom prst="rect">
              <a:avLst/>
            </a:prstGeom>
            <a:noFill/>
            <a:ln w="0">
              <a:noFill/>
            </a:ln>
          </p:spPr>
          <p:txBody>
            <a:bodyPr wrap="square" lIns="0" tIns="0" rIns="0" bIns="0" anchor="t">
              <a:noAutofit/>
            </a:bodyPr>
            <a:p>
              <a:pPr algn="l"/>
              <a:r>
                <a:rPr lang="zh-CN" altLang="en-US" b="1" kern="0">
                  <a:uFillTx/>
                  <a:latin typeface="Arial" panose="020B0604020202020204" pitchFamily="34" charset="0"/>
                  <a:ea typeface="黑体-简" panose="02000000000000000000" charset="-122"/>
                  <a:cs typeface="微软雅黑" panose="020B0503020204020204" charset="-122"/>
                  <a:sym typeface="+mn-ea"/>
                </a:rPr>
                <a:t>共同的工作成果回顾</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5" name="文本框 34"/>
            <p:cNvSpPr txBox="1"/>
            <p:nvPr>
              <p:custDataLst>
                <p:tags r:id="rId9"/>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200" kern="0" spc="7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6" name="组合 35"/>
          <p:cNvGrpSpPr/>
          <p:nvPr>
            <p:custDataLst>
              <p:tags r:id="rId10"/>
            </p:custDataLst>
          </p:nvPr>
        </p:nvGrpSpPr>
        <p:grpSpPr>
          <a:xfrm rot="0">
            <a:off x="7091045" y="3661952"/>
            <a:ext cx="3239770" cy="468000"/>
            <a:chOff x="11278" y="3926"/>
            <a:chExt cx="5102" cy="859"/>
          </a:xfrm>
        </p:grpSpPr>
        <p:sp>
          <p:nvSpPr>
            <p:cNvPr id="37" name="文本框 36"/>
            <p:cNvSpPr txBox="1"/>
            <p:nvPr>
              <p:custDataLst>
                <p:tags r:id="rId11"/>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rPr>
                <a:t>共同挑战与应对思路</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38" name="文本框 37"/>
            <p:cNvSpPr txBox="1"/>
            <p:nvPr>
              <p:custDataLst>
                <p:tags r:id="rId12"/>
              </p:custDataLst>
            </p:nvPr>
          </p:nvSpPr>
          <p:spPr>
            <a:xfrm>
              <a:off x="11278" y="4445"/>
              <a:ext cx="5102" cy="340"/>
            </a:xfrm>
            <a:prstGeom prst="rect">
              <a:avLst/>
            </a:prstGeom>
            <a:noFill/>
            <a:ln w="0">
              <a:noFill/>
            </a:ln>
          </p:spPr>
          <p:txBody>
            <a:bodyPr wrap="square" lIns="0" tIns="0" rIns="0" bIns="0" anchor="ctr" anchorCtr="0">
              <a:noAutofit/>
            </a:bodyPr>
            <a:p>
              <a:pPr algn="l"/>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关键问题与应对思路</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grpSp>
        <p:nvGrpSpPr>
          <p:cNvPr id="39" name="组合 38"/>
          <p:cNvGrpSpPr/>
          <p:nvPr>
            <p:custDataLst>
              <p:tags r:id="rId13"/>
            </p:custDataLst>
          </p:nvPr>
        </p:nvGrpSpPr>
        <p:grpSpPr>
          <a:xfrm rot="0">
            <a:off x="7091045" y="4594132"/>
            <a:ext cx="3239770" cy="468000"/>
            <a:chOff x="11278" y="3926"/>
            <a:chExt cx="5102" cy="859"/>
          </a:xfrm>
        </p:grpSpPr>
        <p:sp>
          <p:nvSpPr>
            <p:cNvPr id="40" name="文本框 39"/>
            <p:cNvSpPr txBox="1"/>
            <p:nvPr>
              <p:custDataLst>
                <p:tags r:id="rId14"/>
              </p:custDataLst>
            </p:nvPr>
          </p:nvSpPr>
          <p:spPr>
            <a:xfrm>
              <a:off x="11278" y="3926"/>
              <a:ext cx="4692" cy="484"/>
            </a:xfrm>
            <a:prstGeom prst="rect">
              <a:avLst/>
            </a:prstGeom>
            <a:noFill/>
            <a:ln w="0">
              <a:noFill/>
            </a:ln>
          </p:spPr>
          <p:txBody>
            <a:bodyPr wrap="square" lIns="0" tIns="0" rIns="0" bIns="0" anchor="t">
              <a:noAutofit/>
            </a:bodyPr>
            <a:p>
              <a:pPr lvl="0" algn="l">
                <a:buClrTx/>
                <a:buSzTx/>
                <a:buFontTx/>
              </a:pPr>
              <a:r>
                <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rPr>
                <a:t>下阶段工作规划</a:t>
              </a:r>
              <a:endParaRPr lang="zh-CN" altLang="en-US" b="1" u="none" strike="noStrike" kern="0">
                <a:solidFill>
                  <a:schemeClr val="tx1"/>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42" name="文本框 41"/>
            <p:cNvSpPr txBox="1"/>
            <p:nvPr>
              <p:custDataLst>
                <p:tags r:id="rId15"/>
              </p:custDataLst>
            </p:nvPr>
          </p:nvSpPr>
          <p:spPr>
            <a:xfrm>
              <a:off x="11278" y="4445"/>
              <a:ext cx="5102" cy="340"/>
            </a:xfrm>
            <a:prstGeom prst="rect">
              <a:avLst/>
            </a:prstGeom>
            <a:noFill/>
            <a:ln w="0">
              <a:noFill/>
            </a:ln>
          </p:spPr>
          <p:txBody>
            <a:bodyPr wrap="square" lIns="0" tIns="0" rIns="0" bIns="0" anchor="ctr" anchorCtr="0">
              <a:noAutofit/>
            </a:bodyPr>
            <a:p>
              <a:pPr marL="12700" algn="l" rtl="0" eaLnBrk="0">
                <a:lnSpc>
                  <a:spcPct val="100000"/>
                </a:lnSpc>
                <a:spcBef>
                  <a:spcPts val="0"/>
                </a:spcBef>
              </a:pPr>
              <a:r>
                <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rPr>
                <a:t>共同的协作计划</a:t>
              </a:r>
              <a:endParaRPr lang="zh-CN" sz="1200" kern="0" spc="60" dirty="0">
                <a:solidFill>
                  <a:schemeClr val="tx1">
                    <a:lumMod val="65000"/>
                    <a:lumOff val="35000"/>
                  </a:schemeClr>
                </a:solidFill>
                <a:latin typeface="Arial" panose="020B0604020202020204" pitchFamily="34" charset="0"/>
                <a:ea typeface="黑体-简" panose="02000000000000000000" charset="-122"/>
                <a:cs typeface="黑体" panose="02010609060101010101" charset="-122"/>
                <a:sym typeface="+mn-ea"/>
              </a:endParaRPr>
            </a:p>
          </p:txBody>
        </p:sp>
      </p:grpSp>
      <p:sp>
        <p:nvSpPr>
          <p:cNvPr id="43" name="节编号"/>
          <p:cNvSpPr>
            <a:spLocks noGrp="1"/>
          </p:cNvSpPr>
          <p:nvPr>
            <p:custDataLst>
              <p:tags r:id="rId16"/>
            </p:custDataLst>
          </p:nvPr>
        </p:nvSpPr>
        <p:spPr>
          <a:xfrm>
            <a:off x="6029960" y="1671320"/>
            <a:ext cx="1008000" cy="720000"/>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黑体-简" panose="02000000000000000000" charset="-122"/>
                <a:cs typeface="DINPro Bold" panose="02000503030000020004" charset="0"/>
              </a:rPr>
              <a:t>01</a:t>
            </a:r>
            <a:endParaRPr lang="en-US" altLang="en-US" sz="3600">
              <a:solidFill>
                <a:srgbClr val="0C51C2"/>
              </a:solidFill>
              <a:latin typeface="Arial" panose="020B0604020202020204" pitchFamily="34" charset="0"/>
              <a:ea typeface="黑体-简" panose="02000000000000000000" charset="-122"/>
              <a:cs typeface="DINPro Bold" panose="02000503030000020004" charset="0"/>
            </a:endParaRPr>
          </a:p>
        </p:txBody>
      </p:sp>
      <p:sp>
        <p:nvSpPr>
          <p:cNvPr id="45" name="节编号"/>
          <p:cNvSpPr>
            <a:spLocks noGrp="1"/>
          </p:cNvSpPr>
          <p:nvPr>
            <p:custDataLst>
              <p:tags r:id="rId17"/>
            </p:custDataLst>
          </p:nvPr>
        </p:nvSpPr>
        <p:spPr>
          <a:xfrm>
            <a:off x="6029960" y="260404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02</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6" name="节编号"/>
          <p:cNvSpPr>
            <a:spLocks noGrp="1"/>
          </p:cNvSpPr>
          <p:nvPr>
            <p:custDataLst>
              <p:tags r:id="rId18"/>
            </p:custDataLst>
          </p:nvPr>
        </p:nvSpPr>
        <p:spPr>
          <a:xfrm>
            <a:off x="6029960" y="353622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03</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
        <p:nvSpPr>
          <p:cNvPr id="47" name="节编号"/>
          <p:cNvSpPr>
            <a:spLocks noGrp="1"/>
          </p:cNvSpPr>
          <p:nvPr>
            <p:custDataLst>
              <p:tags r:id="rId19"/>
            </p:custDataLst>
          </p:nvPr>
        </p:nvSpPr>
        <p:spPr>
          <a:xfrm>
            <a:off x="6029960" y="4468405"/>
            <a:ext cx="1008000" cy="719455"/>
          </a:xfrm>
          <a:prstGeom prst="rect">
            <a:avLst/>
          </a:prstGeom>
        </p:spPr>
        <p:txBody>
          <a:bodyPr vert="horz" wrap="none" lIns="0" tIns="0" rIns="0" bIns="0" rtlCol="0" anchor="ctr" anchorCtr="0">
            <a:normAutofit/>
          </a:bodyPr>
          <a:lstStyle>
            <a:lvl1pPr marL="0" indent="0" algn="ctr" defTabSz="914400" rtl="0" eaLnBrk="1" latinLnBrk="0" hangingPunct="1">
              <a:lnSpc>
                <a:spcPct val="130000"/>
              </a:lnSpc>
              <a:spcBef>
                <a:spcPts val="1000"/>
              </a:spcBef>
              <a:buFont typeface="Arial" panose="020B0604020202020204" pitchFamily="34" charset="0"/>
              <a:buNone/>
              <a:defRPr sz="11500" b="1" kern="1200">
                <a:gradFill>
                  <a:gsLst>
                    <a:gs pos="0">
                      <a:schemeClr val="accent1">
                        <a:lumMod val="60000"/>
                        <a:lumOff val="40000"/>
                      </a:schemeClr>
                    </a:gs>
                    <a:gs pos="100000">
                      <a:schemeClr val="accent1"/>
                    </a:gs>
                  </a:gsLst>
                  <a:lin ang="3600000" scaled="0"/>
                </a:gradFill>
                <a:latin typeface="+mn-lt"/>
                <a:ea typeface="+mn-ea"/>
                <a:cs typeface="+mn-cs"/>
              </a:defRPr>
            </a:lvl1pPr>
            <a:lvl2pPr marL="538480" indent="-206375" algn="l" defTabSz="914400" rtl="0" eaLnBrk="1" latinLnBrk="0" hangingPunct="1">
              <a:lnSpc>
                <a:spcPct val="130000"/>
              </a:lnSpc>
              <a:spcBef>
                <a:spcPts val="0"/>
              </a:spcBef>
              <a:buFont typeface="Arial" panose="020B0604020202020204" pitchFamily="34" charset="0"/>
              <a:buChar char="•"/>
              <a:defRPr sz="2000" kern="1200">
                <a:solidFill>
                  <a:schemeClr val="tx1">
                    <a:lumMod val="65000"/>
                    <a:lumOff val="35000"/>
                  </a:schemeClr>
                </a:solidFill>
                <a:latin typeface="+mn-lt"/>
                <a:ea typeface="+mn-ea"/>
                <a:cs typeface="+mn-cs"/>
              </a:defRPr>
            </a:lvl2pPr>
            <a:lvl3pPr marL="798830" indent="-161925" algn="l" defTabSz="914400" rtl="0" eaLnBrk="1" latinLnBrk="0" hangingPunct="1">
              <a:lnSpc>
                <a:spcPct val="130000"/>
              </a:lnSpc>
              <a:spcBef>
                <a:spcPts val="0"/>
              </a:spcBef>
              <a:buFont typeface="Arial" panose="020B0604020202020204" pitchFamily="34" charset="0"/>
              <a:buChar char="•"/>
              <a:defRPr sz="1800" kern="1200">
                <a:solidFill>
                  <a:schemeClr val="tx1">
                    <a:lumMod val="65000"/>
                    <a:lumOff val="35000"/>
                  </a:schemeClr>
                </a:solidFill>
                <a:latin typeface="+mn-lt"/>
                <a:ea typeface="+mn-ea"/>
                <a:cs typeface="+mn-cs"/>
              </a:defRPr>
            </a:lvl3pPr>
            <a:lvl4pPr marL="1030605" indent="-149225" algn="l" defTabSz="914400" rtl="0" eaLnBrk="1" latinLnBrk="0" hangingPunct="1">
              <a:lnSpc>
                <a:spcPct val="130000"/>
              </a:lnSpc>
              <a:spcBef>
                <a:spcPts val="0"/>
              </a:spcBef>
              <a:buFont typeface="Arial" panose="020B0604020202020204" pitchFamily="34" charset="0"/>
              <a:buChar char="•"/>
              <a:defRPr sz="1600" kern="1200">
                <a:solidFill>
                  <a:schemeClr val="tx1">
                    <a:lumMod val="65000"/>
                    <a:lumOff val="35000"/>
                  </a:schemeClr>
                </a:solidFill>
                <a:latin typeface="+mn-lt"/>
                <a:ea typeface="+mn-ea"/>
                <a:cs typeface="+mn-cs"/>
              </a:defRPr>
            </a:lvl4pPr>
            <a:lvl5pPr marL="1235075" indent="-127000" algn="l" defTabSz="914400" rtl="0" eaLnBrk="1" latinLnBrk="0" hangingPunct="1">
              <a:lnSpc>
                <a:spcPct val="130000"/>
              </a:lnSpc>
              <a:spcBef>
                <a:spcPts val="0"/>
              </a:spcBef>
              <a:buFont typeface="Arial" panose="020B0604020202020204" pitchFamily="34" charset="0"/>
              <a:buChar char="•"/>
              <a:defRPr sz="1400" kern="1200">
                <a:solidFill>
                  <a:schemeClr val="tx1">
                    <a:lumMod val="65000"/>
                    <a:lumOff val="35000"/>
                  </a:schemeClr>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pPr algn="ctr">
              <a:lnSpc>
                <a:spcPct val="100000"/>
              </a:lnSpc>
            </a:pPr>
            <a:r>
              <a:rPr lang="en-US" altLang="en-US" sz="3600">
                <a:solidFill>
                  <a:srgbClr val="0C51C2"/>
                </a:solidFill>
                <a:latin typeface="Arial" panose="020B0604020202020204" pitchFamily="34" charset="0"/>
                <a:ea typeface="微软雅黑" panose="020B0503020204020204" charset="-122"/>
                <a:cs typeface="Arial" panose="020B0604020202020204" pitchFamily="34" charset="0"/>
              </a:rPr>
              <a:t>04</a:t>
            </a:r>
            <a:endParaRPr lang="en-US" altLang="en-US" sz="3600">
              <a:solidFill>
                <a:srgbClr val="0C51C2"/>
              </a:solidFill>
              <a:latin typeface="Arial" panose="020B0604020202020204" pitchFamily="34" charset="0"/>
              <a:ea typeface="微软雅黑" panose="020B0503020204020204" charset="-122"/>
              <a:cs typeface="Arial" panose="020B0604020202020204" pitchFamily="34" charset="0"/>
            </a:endParaRPr>
          </a:p>
        </p:txBody>
      </p:sp>
    </p:spTree>
    <p:custDataLst>
      <p:tags r:id="rId20"/>
    </p:custData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目标共识、对齐衡量标准</a:t>
            </a:r>
            <a:endParaRPr lang="zh-CN" altLang="en-US" sz="14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rPr>
              <a:t>目标与衡量标准回顾</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01</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我们共同的目标回顾</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1" name="正文"/>
          <p:cNvSpPr txBox="1"/>
          <p:nvPr>
            <p:custDataLst>
              <p:tags r:id="rId4"/>
            </p:custDataLst>
          </p:nvPr>
        </p:nvSpPr>
        <p:spPr>
          <a:xfrm>
            <a:off x="8653475" y="330221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rPr>
              <a:t>攻防演习防守保障</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endParaRPr>
          </a:p>
        </p:txBody>
      </p:sp>
      <p:sp>
        <p:nvSpPr>
          <p:cNvPr id="22" name="正文"/>
          <p:cNvSpPr txBox="1"/>
          <p:nvPr>
            <p:custDataLst>
              <p:tags r:id="rId5"/>
            </p:custDataLst>
          </p:nvPr>
        </p:nvSpPr>
        <p:spPr>
          <a:xfrm>
            <a:off x="8202633" y="3698240"/>
            <a:ext cx="2988000" cy="2204720"/>
          </a:xfrm>
          <a:prstGeom prst="rect">
            <a:avLst/>
          </a:prstGeom>
          <a:noFill/>
        </p:spPr>
        <p:txBody>
          <a:bodyPr wrap="square" lIns="0" tIns="0" rIns="0" bIns="0" rtlCol="0" anchor="t" anchorCtr="0">
            <a:noAutofit/>
          </a:bodyPr>
          <a:p>
            <a:pPr lvl="0" algn="l">
              <a:lnSpc>
                <a:spcPct val="130000"/>
              </a:lnSpc>
              <a:buClrTx/>
              <a:buSzTx/>
              <a:buFont typeface="Wingdings" panose="05000000000000000000" charset="0"/>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提升重点时期和攻防演练时段</a:t>
            </a: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防守保障能力，保障单位安全水平通过实战检验</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endParaRPr>
          </a:p>
          <a:p>
            <a:pPr marL="285750" lvl="0" indent="-285750" algn="l">
              <a:lnSpc>
                <a:spcPct val="130000"/>
              </a:lnSpc>
              <a:buClrTx/>
              <a:buSzTx/>
              <a:buFont typeface="Wingdings" panose="05000000000000000000" charset="0"/>
              <a:buChar char=""/>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开展</a:t>
            </a: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备战专项攻击面摸排和风险加固</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endParaRPr>
          </a:p>
          <a:p>
            <a:pPr marL="285750" lvl="0" indent="-285750" algn="l">
              <a:lnSpc>
                <a:spcPct val="130000"/>
              </a:lnSpc>
              <a:buClrTx/>
              <a:buSzTx/>
              <a:buFont typeface="Wingdings" panose="05000000000000000000" charset="0"/>
              <a:buChar char=""/>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7*24H威胁主动发现与及时遏制，快速响应</a:t>
            </a: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，应急溯源</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11" name="椭圆 10"/>
          <p:cNvSpPr/>
          <p:nvPr>
            <p:custDataLst>
              <p:tags r:id="rId6"/>
            </p:custDataLst>
          </p:nvPr>
        </p:nvSpPr>
        <p:spPr>
          <a:xfrm>
            <a:off x="9446456" y="2680628"/>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2" name="3" descr="斗争"/>
          <p:cNvPicPr>
            <a:picLocks noChangeAspect="1"/>
          </p:cNvPicPr>
          <p:nvPr>
            <p:custDataLst>
              <p:tags r:id="rId7"/>
            </p:custDataLst>
          </p:nvPr>
        </p:nvPicPr>
        <p:blipFill>
          <a:blip r:embed="rId8">
            <a:extLst>
              <a:ext uri="{96DAC541-7B7A-43D3-8B79-37D633B846F1}">
                <asvg:svgBlip xmlns:asvg="http://schemas.microsoft.com/office/drawing/2016/SVG/main" r:embed="rId9"/>
              </a:ext>
            </a:extLst>
          </a:blip>
          <a:srcRect/>
          <a:stretch>
            <a:fillRect/>
          </a:stretch>
        </p:blipFill>
        <p:spPr>
          <a:xfrm>
            <a:off x="9561356" y="2787604"/>
            <a:ext cx="270553" cy="270553"/>
          </a:xfrm>
          <a:prstGeom prst="rect">
            <a:avLst/>
          </a:prstGeom>
        </p:spPr>
      </p:pic>
      <p:sp>
        <p:nvSpPr>
          <p:cNvPr id="4" name="矩形 3"/>
          <p:cNvSpPr/>
          <p:nvPr>
            <p:custDataLst>
              <p:tags r:id="rId10"/>
            </p:custDataLst>
          </p:nvPr>
        </p:nvSpPr>
        <p:spPr>
          <a:xfrm>
            <a:off x="4460308" y="2257742"/>
            <a:ext cx="3240000" cy="3823970"/>
          </a:xfrm>
          <a:prstGeom prst="rect">
            <a:avLst/>
          </a:prstGeom>
          <a:noFill/>
          <a:ln>
            <a:gradFill>
              <a:gsLst>
                <a:gs pos="100000">
                  <a:schemeClr val="accent6">
                    <a:lumMod val="5000"/>
                    <a:lumOff val="95000"/>
                    <a:alpha val="0"/>
                  </a:schemeClr>
                </a:gs>
                <a:gs pos="55000">
                  <a:schemeClr val="accent6">
                    <a:alpha val="25000"/>
                  </a:schemeClr>
                </a:gs>
              </a:gsLst>
              <a:lin ang="5400000" scaled="1"/>
            </a:gradFill>
          </a:ln>
          <a:effectLst>
            <a:outerShdw blurRad="114300" sx="101000" sy="101000" algn="ctr" rotWithShape="0">
              <a:schemeClr val="accent6">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6" name="正文"/>
          <p:cNvSpPr txBox="1"/>
          <p:nvPr>
            <p:custDataLst>
              <p:tags r:id="rId11"/>
            </p:custDataLst>
          </p:nvPr>
        </p:nvSpPr>
        <p:spPr>
          <a:xfrm>
            <a:off x="5037150" y="3026951"/>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rPr>
              <a:t>核心业务安全保护</a:t>
            </a:r>
            <a:endParaRPr lang="zh-CN" altLang="en-US" sz="1500" b="1" spc="150" dirty="0">
              <a:solidFill>
                <a:schemeClr val="accent6"/>
              </a:solidFill>
              <a:latin typeface="Arial" panose="020B0604020202020204" pitchFamily="34" charset="0"/>
              <a:ea typeface="黑体-简" panose="02000000000000000000" charset="-122"/>
              <a:cs typeface="微软雅黑" panose="020B0503020204020204" charset="-122"/>
              <a:sym typeface="+mn-ea"/>
            </a:endParaRPr>
          </a:p>
        </p:txBody>
      </p:sp>
      <p:sp>
        <p:nvSpPr>
          <p:cNvPr id="7" name="正文"/>
          <p:cNvSpPr txBox="1"/>
          <p:nvPr>
            <p:custDataLst>
              <p:tags r:id="rId12"/>
            </p:custDataLst>
          </p:nvPr>
        </p:nvSpPr>
        <p:spPr>
          <a:xfrm>
            <a:off x="4586153" y="3423285"/>
            <a:ext cx="2988310" cy="2204720"/>
          </a:xfrm>
          <a:prstGeom prst="rect">
            <a:avLst/>
          </a:prstGeom>
          <a:noFill/>
        </p:spPr>
        <p:txBody>
          <a:bodyPr wrap="square" lIns="0" tIns="0" rIns="0" bIns="0" rtlCol="0" anchor="t" anchorCtr="0">
            <a:noAutofit/>
          </a:bodyPr>
          <a:p>
            <a:pPr indent="0" algn="l" fontAlgn="auto">
              <a:lnSpc>
                <a:spcPct val="130000"/>
              </a:lnSpc>
              <a:buFont typeface="Wingdings" panose="05000000000000000000" charset="0"/>
              <a:buNone/>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rPr>
              <a:t>保障数字化业务0安全事故，有效规避业务损失</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marL="285750" indent="-285750" algn="l" fontAlgn="auto">
              <a:lnSpc>
                <a:spcPct val="130000"/>
              </a:lnSpc>
              <a:buFont typeface="Wingdings" panose="05000000000000000000" charset="0"/>
              <a:buChar char=""/>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rPr>
              <a:t>建立核心业务资产7*24小时主动安全保护机制</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marL="285750" indent="-285750" algn="l" fontAlgn="auto">
              <a:lnSpc>
                <a:spcPct val="130000"/>
              </a:lnSpc>
              <a:buFont typeface="Wingdings" panose="05000000000000000000" charset="0"/>
              <a:buChar char=""/>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rPr>
              <a:t>脆弱性风险及时发现和主动预防</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a:p>
            <a:pPr marL="285750" indent="-285750" algn="l" fontAlgn="auto">
              <a:lnSpc>
                <a:spcPct val="130000"/>
              </a:lnSpc>
              <a:buFont typeface="Wingdings" panose="05000000000000000000" charset="0"/>
              <a:buChar char=""/>
            </a:pPr>
            <a:r>
              <a:rPr lang="en-US" altLang="zh-CN"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rPr>
              <a:t>7*24</a:t>
            </a: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rPr>
              <a:t>小时威胁对抗，快速发现和遏制实时威胁，快速应急处置安全事件</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微软雅黑" panose="020B0503020204020204" charset="-122"/>
            </a:endParaRPr>
          </a:p>
        </p:txBody>
      </p:sp>
      <p:sp>
        <p:nvSpPr>
          <p:cNvPr id="8" name="椭圆 7"/>
          <p:cNvSpPr/>
          <p:nvPr>
            <p:custDataLst>
              <p:tags r:id="rId13"/>
            </p:custDataLst>
          </p:nvPr>
        </p:nvSpPr>
        <p:spPr>
          <a:xfrm>
            <a:off x="5830131" y="2405368"/>
            <a:ext cx="500354" cy="500354"/>
          </a:xfrm>
          <a:prstGeom prst="ellipse">
            <a:avLst/>
          </a:prstGeom>
          <a:solidFill>
            <a:schemeClr val="accent6"/>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9" name="2" descr="盾牌"/>
          <p:cNvPicPr>
            <a:picLocks noChangeAspect="1"/>
          </p:cNvPicPr>
          <p:nvPr>
            <p:custDataLst>
              <p:tags r:id="rId14"/>
            </p:custDataLst>
          </p:nvPr>
        </p:nvPicPr>
        <p:blipFill>
          <a:blip r:embed="rId15">
            <a:extLst>
              <a:ext uri="{96DAC541-7B7A-43D3-8B79-37D633B846F1}">
                <asvg:svgBlip xmlns:asvg="http://schemas.microsoft.com/office/drawing/2016/SVG/main" r:embed="rId16"/>
              </a:ext>
            </a:extLst>
          </a:blip>
          <a:srcRect/>
          <a:stretch>
            <a:fillRect/>
          </a:stretch>
        </p:blipFill>
        <p:spPr>
          <a:xfrm>
            <a:off x="5939937" y="2514042"/>
            <a:ext cx="280741" cy="280741"/>
          </a:xfrm>
          <a:prstGeom prst="rect">
            <a:avLst/>
          </a:prstGeom>
        </p:spPr>
      </p:pic>
      <p:sp>
        <p:nvSpPr>
          <p:cNvPr id="10" name="正文"/>
          <p:cNvSpPr txBox="1"/>
          <p:nvPr>
            <p:custDataLst>
              <p:tags r:id="rId17"/>
            </p:custDataLst>
          </p:nvPr>
        </p:nvSpPr>
        <p:spPr>
          <a:xfrm>
            <a:off x="1421185" y="3309196"/>
            <a:ext cx="2086316" cy="315268"/>
          </a:xfrm>
          <a:prstGeom prst="rect">
            <a:avLst/>
          </a:prstGeom>
          <a:noFill/>
        </p:spPr>
        <p:txBody>
          <a:bodyPr wrap="square" lIns="0" tIns="0" rIns="0" bIns="0" rtlCol="0" anchor="b" anchorCtr="0">
            <a:noAutofit/>
          </a:bodyPr>
          <a:p>
            <a:pPr indent="0" algn="ctr" fontAlgn="auto">
              <a:lnSpc>
                <a:spcPct val="130000"/>
              </a:lnSpc>
            </a:pPr>
            <a:r>
              <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rPr>
              <a:t>安全考核与通报应对</a:t>
            </a:r>
            <a:endParaRPr lang="zh-CN" altLang="en-US" sz="1500" b="1" spc="150" dirty="0">
              <a:solidFill>
                <a:schemeClr val="accent5"/>
              </a:solidFill>
              <a:latin typeface="Arial" panose="020B0604020202020204" pitchFamily="34" charset="0"/>
              <a:ea typeface="黑体-简" panose="02000000000000000000" charset="-122"/>
              <a:cs typeface="微软雅黑" panose="020B0503020204020204" charset="-122"/>
              <a:sym typeface="+mn-ea"/>
            </a:endParaRPr>
          </a:p>
        </p:txBody>
      </p:sp>
      <p:sp>
        <p:nvSpPr>
          <p:cNvPr id="17" name="正文"/>
          <p:cNvSpPr txBox="1"/>
          <p:nvPr>
            <p:custDataLst>
              <p:tags r:id="rId18"/>
            </p:custDataLst>
          </p:nvPr>
        </p:nvSpPr>
        <p:spPr>
          <a:xfrm>
            <a:off x="984793" y="3705225"/>
            <a:ext cx="2988000" cy="2204720"/>
          </a:xfrm>
          <a:prstGeom prst="rect">
            <a:avLst/>
          </a:prstGeom>
          <a:noFill/>
        </p:spPr>
        <p:txBody>
          <a:bodyPr wrap="square" lIns="0" tIns="0" rIns="0" bIns="0" rtlCol="0" anchor="t" anchorCtr="0">
            <a:noAutofit/>
          </a:bodyPr>
          <a:p>
            <a:pPr lvl="0" indent="0" algn="l">
              <a:lnSpc>
                <a:spcPct val="130000"/>
              </a:lnSpc>
              <a:buClrTx/>
              <a:buSzTx/>
              <a:buFont typeface="Wingdings" panose="05000000000000000000" charset="0"/>
              <a:buNone/>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持续降低被通报风险，高效响应被通报问题</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endParaRPr>
          </a:p>
          <a:p>
            <a:pPr marL="285750" lvl="0" indent="-285750" algn="l">
              <a:lnSpc>
                <a:spcPct val="130000"/>
              </a:lnSpc>
              <a:buClrTx/>
              <a:buSzTx/>
              <a:buFont typeface="Wingdings" panose="05000000000000000000" charset="0"/>
              <a:buChar char=""/>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收敛边界安全弱点</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endParaRPr>
          </a:p>
          <a:p>
            <a:pPr marL="285750" lvl="0" indent="-285750" algn="l">
              <a:lnSpc>
                <a:spcPct val="130000"/>
              </a:lnSpc>
              <a:buClrTx/>
              <a:buSzTx/>
              <a:buFont typeface="Wingdings" panose="05000000000000000000" charset="0"/>
              <a:buChar char=""/>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及时响应安全通报与预警</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endParaRPr>
          </a:p>
          <a:p>
            <a:pPr marL="285750" lvl="0" indent="-285750" algn="l">
              <a:lnSpc>
                <a:spcPct val="130000"/>
              </a:lnSpc>
              <a:buClrTx/>
              <a:buSzTx/>
              <a:buFont typeface="Wingdings" panose="05000000000000000000" charset="0"/>
              <a:buChar char=""/>
            </a:pPr>
            <a:r>
              <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rPr>
              <a:t>异常事件通报闭环管理</a:t>
            </a:r>
            <a:endParaRPr lang="zh-CN" altLang="en-US" sz="1200" kern="0" dirty="0">
              <a:ln>
                <a:noFill/>
                <a:prstDash val="sysDot"/>
              </a:ln>
              <a:solidFill>
                <a:schemeClr val="tx1">
                  <a:lumMod val="85000"/>
                  <a:lumOff val="15000"/>
                </a:schemeClr>
              </a:solidFill>
              <a:uFillTx/>
              <a:latin typeface="Arial" panose="020B0604020202020204" pitchFamily="34" charset="0"/>
              <a:ea typeface="黑体-简" panose="02000000000000000000" charset="-122"/>
              <a:cs typeface="微软雅黑" panose="020B0503020204020204" charset="-122"/>
              <a:sym typeface="+mn-ea"/>
            </a:endParaRPr>
          </a:p>
        </p:txBody>
      </p:sp>
      <p:sp>
        <p:nvSpPr>
          <p:cNvPr id="18" name="椭圆 17"/>
          <p:cNvSpPr/>
          <p:nvPr>
            <p:custDataLst>
              <p:tags r:id="rId19"/>
            </p:custDataLst>
          </p:nvPr>
        </p:nvSpPr>
        <p:spPr>
          <a:xfrm>
            <a:off x="2214166" y="2696503"/>
            <a:ext cx="500354" cy="500354"/>
          </a:xfrm>
          <a:prstGeom prst="ellipse">
            <a:avLst/>
          </a:prstGeom>
          <a:solidFill>
            <a:schemeClr val="accent5"/>
          </a:soli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p>
            <a:pPr algn="ctr"/>
            <a:endParaRPr lang="zh-CN" altLang="en-US">
              <a:solidFill>
                <a:schemeClr val="lt1"/>
              </a:solidFill>
            </a:endParaRPr>
          </a:p>
        </p:txBody>
      </p:sp>
      <p:pic>
        <p:nvPicPr>
          <p:cNvPr id="51" name="1" descr="审核"/>
          <p:cNvPicPr>
            <a:picLocks noChangeAspect="1"/>
          </p:cNvPicPr>
          <p:nvPr>
            <p:custDataLst>
              <p:tags r:id="rId20"/>
            </p:custDataLst>
          </p:nvPr>
        </p:nvPicPr>
        <p:blipFill>
          <a:blip r:embed="rId21">
            <a:extLst>
              <a:ext uri="{96DAC541-7B7A-43D3-8B79-37D633B846F1}">
                <asvg:svgBlip xmlns:asvg="http://schemas.microsoft.com/office/drawing/2016/SVG/main" r:embed="rId22"/>
              </a:ext>
            </a:extLst>
          </a:blip>
          <a:srcRect/>
          <a:stretch>
            <a:fillRect/>
          </a:stretch>
        </p:blipFill>
        <p:spPr>
          <a:xfrm>
            <a:off x="2327934" y="2802630"/>
            <a:ext cx="272817" cy="272817"/>
          </a:xfrm>
          <a:prstGeom prst="rect">
            <a:avLst/>
          </a:prstGeom>
        </p:spPr>
      </p:pic>
      <p:sp>
        <p:nvSpPr>
          <p:cNvPr id="19" name="矩形 18"/>
          <p:cNvSpPr/>
          <p:nvPr>
            <p:custDataLst>
              <p:tags r:id="rId23"/>
            </p:custDataLst>
          </p:nvPr>
        </p:nvSpPr>
        <p:spPr>
          <a:xfrm>
            <a:off x="8076633" y="2533003"/>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20" name="矩形 19"/>
          <p:cNvSpPr/>
          <p:nvPr>
            <p:custDataLst>
              <p:tags r:id="rId24"/>
            </p:custDataLst>
          </p:nvPr>
        </p:nvSpPr>
        <p:spPr>
          <a:xfrm>
            <a:off x="844343" y="2539988"/>
            <a:ext cx="3240000" cy="3560775"/>
          </a:xfrm>
          <a:prstGeom prst="rect">
            <a:avLst/>
          </a:prstGeom>
          <a:noFill/>
          <a:ln>
            <a:gradFill>
              <a:gsLst>
                <a:gs pos="100000">
                  <a:schemeClr val="accent5">
                    <a:lumMod val="5000"/>
                    <a:lumOff val="95000"/>
                    <a:alpha val="0"/>
                  </a:schemeClr>
                </a:gs>
                <a:gs pos="55000">
                  <a:schemeClr val="accent5">
                    <a:alpha val="25000"/>
                  </a:schemeClr>
                </a:gs>
              </a:gsLst>
              <a:lin ang="5400000" scaled="1"/>
            </a:gradFill>
          </a:ln>
          <a:effectLst>
            <a:outerShdw blurRad="114300" sx="101000" sy="101000" algn="ctr" rotWithShape="0">
              <a:schemeClr val="accent5">
                <a:alpha val="59000"/>
              </a:schemeClr>
            </a:outerShdw>
          </a:effectLst>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numCol="1" spcCol="0" rtlCol="0" fromWordArt="0" anchor="ctr" anchorCtr="0" forceAA="0" compatLnSpc="1">
            <a:noAutofit/>
          </a:bodyPr>
          <a:p>
            <a:pPr lvl="0" algn="ctr">
              <a:buClrTx/>
              <a:buSzTx/>
              <a:buFontTx/>
            </a:pPr>
            <a:endParaRPr lang="zh-CN" altLang="en-US">
              <a:ln>
                <a:noFill/>
              </a:ln>
              <a:solidFill>
                <a:schemeClr val="lt1"/>
              </a:solidFill>
              <a:sym typeface="+mn-ea"/>
            </a:endParaRPr>
          </a:p>
        </p:txBody>
      </p:sp>
      <p:sp>
        <p:nvSpPr>
          <p:cNvPr id="693" name="圆角矩形 692"/>
          <p:cNvSpPr/>
          <p:nvPr>
            <p:custDataLst>
              <p:tags r:id="rId25"/>
            </p:custDataLst>
          </p:nvPr>
        </p:nvSpPr>
        <p:spPr>
          <a:xfrm>
            <a:off x="669608" y="1215390"/>
            <a:ext cx="10800000" cy="865505"/>
          </a:xfrm>
          <a:prstGeom prst="roundRect">
            <a:avLst>
              <a:gd name="adj" fmla="val 11225"/>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lstStyle/>
          <a:p>
            <a:pPr marL="0" indent="0" algn="ctr">
              <a:lnSpc>
                <a:spcPct val="150000"/>
              </a:lnSpc>
              <a:buNone/>
            </a:pP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在国家及行业网络安全安全实战效果要求越来越高，外部网络安全态势愈加严峻多变的时代背景下。为</a:t>
            </a:r>
            <a:r>
              <a:rPr lang="zh-CN" altLang="en-US"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a:t>
            </a:r>
            <a:r>
              <a:rPr lang="en-US" altLang="zh-CN"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XX</a:t>
            </a:r>
            <a:r>
              <a:rPr lang="zh-CN" altLang="en-US"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单位」</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共同构建</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起</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以</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保护</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核心业务系统安全稳定运行</a:t>
            </a:r>
            <a:r>
              <a:rPr lang="zh-CN" alt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为中心的</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主动防御、持续监测、快速响应的全面安全运营体系，为</a:t>
            </a:r>
            <a:r>
              <a:rPr lang="zh-CN" altLang="en-US"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a:t>
            </a:r>
            <a:r>
              <a:rPr lang="en-US" altLang="zh-CN"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XX</a:t>
            </a:r>
            <a:r>
              <a:rPr lang="zh-CN" altLang="en-US" sz="1200" dirty="0">
                <a:solidFill>
                  <a:srgbClr val="4C61E7"/>
                </a:solidFill>
                <a:latin typeface="Arial" panose="020B0604020202020204" pitchFamily="34" charset="0"/>
                <a:ea typeface="黑体-简" panose="02000000000000000000" charset="-122"/>
                <a:cs typeface="Calibri" panose="020F0502020204030204" pitchFamily="34" charset="-120"/>
                <a:sym typeface="+mn-ea"/>
              </a:rPr>
              <a:t>单位」</a:t>
            </a:r>
            <a:r>
              <a:rPr lang="en-US" sz="1200" dirty="0">
                <a:solidFill>
                  <a:schemeClr val="tx1"/>
                </a:solidFill>
                <a:latin typeface="Arial" panose="020B0604020202020204" pitchFamily="34" charset="0"/>
                <a:ea typeface="黑体-简" panose="02000000000000000000" charset="-122"/>
                <a:cs typeface="Calibri" panose="020F0502020204030204" pitchFamily="34" charset="-120"/>
                <a:sym typeface="+mn-ea"/>
              </a:rPr>
              <a:t>的数字化转型保驾护航。</a:t>
            </a:r>
            <a:endParaRPr lang="en-US" altLang="en-US" sz="1200" b="1" dirty="0">
              <a:solidFill>
                <a:schemeClr val="tx1"/>
              </a:solidFill>
              <a:uFillTx/>
              <a:latin typeface="Arial" panose="020B0604020202020204" pitchFamily="34" charset="0"/>
              <a:ea typeface="黑体-简" panose="02000000000000000000" charset="-122"/>
              <a:cs typeface="Calibri" panose="020F0502020204030204" pitchFamily="34" charset="-120"/>
              <a:sym typeface="+mn-ea"/>
            </a:endParaRPr>
          </a:p>
        </p:txBody>
      </p:sp>
      <p:pic>
        <p:nvPicPr>
          <p:cNvPr id="705" name="图片 704" descr="1755071818846"/>
          <p:cNvPicPr/>
          <p:nvPr/>
        </p:nvPicPr>
        <p:blipFill>
          <a:blip r:embed="rId26"/>
          <a:stretch>
            <a:fillRect/>
          </a:stretch>
        </p:blipFill>
        <p:spPr>
          <a:xfrm>
            <a:off x="669608" y="6019800"/>
            <a:ext cx="10800000" cy="502285"/>
          </a:xfrm>
          <a:prstGeom prst="rect">
            <a:avLst/>
          </a:prstGeom>
        </p:spPr>
      </p:pic>
      <p:sp>
        <p:nvSpPr>
          <p:cNvPr id="706" name="文本框 705"/>
          <p:cNvSpPr txBox="1"/>
          <p:nvPr/>
        </p:nvSpPr>
        <p:spPr>
          <a:xfrm>
            <a:off x="859155" y="6052185"/>
            <a:ext cx="10575290" cy="4337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30000"/>
              </a:lnSpc>
              <a:spcBef>
                <a:spcPts val="0"/>
              </a:spcBef>
              <a:spcAft>
                <a:spcPts val="0"/>
              </a:spcAft>
              <a:buClrTx/>
              <a:buSzTx/>
              <a:buFontTx/>
              <a:buNone/>
            </a:pP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相互的信任和高效的协作是达成这一工作目标的坚实基础，每一次恶意外联拦截和清除主机风险、每一个被修复的漏洞和弱口令，都离不开</a:t>
            </a:r>
            <a:r>
              <a:rPr lang="zh-CN" sz="1000" dirty="0">
                <a:solidFill>
                  <a:srgbClr val="4C61E7">
                    <a:alpha val="100000"/>
                  </a:srgbClr>
                </a:solidFill>
                <a:latin typeface="Arial" panose="020B0604020202020204" pitchFamily="34" charset="0"/>
                <a:ea typeface="黑体-简" panose="02000000000000000000" charset="-122"/>
                <a:cs typeface="黑体" panose="02010609060101010101" charset="-122"/>
                <a:sym typeface="+mn-ea"/>
              </a:rPr>
              <a:t>「客户单位」</a:t>
            </a:r>
            <a:r>
              <a:rPr lang="zh-CN" sz="1000" dirty="0">
                <a:solidFill>
                  <a:schemeClr val="tx1">
                    <a:alpha val="100000"/>
                  </a:schemeClr>
                </a:solidFill>
                <a:latin typeface="Arial" panose="020B0604020202020204" pitchFamily="34" charset="0"/>
                <a:ea typeface="黑体-简" panose="02000000000000000000" charset="-122"/>
                <a:cs typeface="黑体" panose="02010609060101010101" charset="-122"/>
                <a:sym typeface="+mn-ea"/>
              </a:rPr>
              <a:t>同仁</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的信任与支持，工作目标的</a:t>
            </a:r>
            <a:r>
              <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达成是我们共同的努力成果</a:t>
            </a:r>
            <a:endParaRPr lang="zh-CN" sz="100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Tree>
    <p:custDataLst>
      <p:tags r:id="rId27"/>
    </p:custData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6011545" cy="327025"/>
            <a:chOff x="533" y="646"/>
            <a:chExt cx="9467"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8655"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关键成功指标</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 (What &amp; How Much)</a:t>
              </a:r>
              <a:endPar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a:p>
              <a:pPr algn="l" rtl="0" eaLnBrk="0">
                <a:lnSpc>
                  <a:spcPct val="101000"/>
                </a:lnSpc>
              </a:pPr>
              <a:endPar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graphicFrame>
        <p:nvGraphicFramePr>
          <p:cNvPr id="2" name="表格 1"/>
          <p:cNvGraphicFramePr>
            <a:graphicFrameLocks noGrp="1"/>
          </p:cNvGraphicFramePr>
          <p:nvPr/>
        </p:nvGraphicFramePr>
        <p:xfrm>
          <a:off x="431800" y="1238250"/>
          <a:ext cx="11039475" cy="5144135"/>
        </p:xfrm>
        <a:graphic>
          <a:graphicData uri="http://schemas.openxmlformats.org/drawingml/2006/table">
            <a:tbl>
              <a:tblPr firstRow="1" bandRow="1">
                <a:tableStyleId>{5940675A-B579-460E-94D1-54222C63F5DA}</a:tableStyleId>
              </a:tblPr>
              <a:tblGrid>
                <a:gridCol w="979170"/>
                <a:gridCol w="2653030"/>
                <a:gridCol w="2360295"/>
                <a:gridCol w="2416810"/>
                <a:gridCol w="2630170"/>
              </a:tblGrid>
              <a:tr h="1007110">
                <a:tc>
                  <a:txBody>
                    <a:bodyPr/>
                    <a:lstStyle/>
                    <a:p>
                      <a:pPr algn="ctr"/>
                      <a:r>
                        <a:rPr lang="zh-CN" altLang="en-US" sz="1600" b="1" dirty="0">
                          <a:solidFill>
                            <a:schemeClr val="bg1"/>
                          </a:solidFill>
                          <a:latin typeface="Arial" panose="020B0604020202020204" pitchFamily="34" charset="0"/>
                          <a:ea typeface="黑体-简" panose="02000000000000000000" charset="-122"/>
                        </a:rPr>
                        <a:t>关键指标</a:t>
                      </a:r>
                      <a:endParaRPr lang="zh-CN" altLang="en-US" sz="1600" b="1" dirty="0">
                        <a:solidFill>
                          <a:schemeClr val="bg1"/>
                        </a:solidFill>
                        <a:latin typeface="Arial" panose="020B0604020202020204" pitchFamily="34" charset="0"/>
                        <a:ea typeface="黑体-简" panose="02000000000000000000"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6CDA"/>
                    </a:solidFill>
                  </a:tcPr>
                </a:tc>
                <a:tc>
                  <a:txBody>
                    <a:bodyPr/>
                    <a:lstStyle/>
                    <a:p>
                      <a:pPr algn="ctr"/>
                      <a:r>
                        <a:rPr lang="zh-CN" altLang="en-US" sz="1600" b="1" dirty="0">
                          <a:solidFill>
                            <a:schemeClr val="bg1"/>
                          </a:solidFill>
                          <a:latin typeface="Arial" panose="020B0604020202020204" pitchFamily="34" charset="0"/>
                          <a:ea typeface="黑体-简" panose="02000000000000000000" charset="-122"/>
                        </a:rPr>
                        <a:t>关键成功目标</a:t>
                      </a:r>
                      <a:endParaRPr lang="zh-CN" altLang="en-US" sz="1600" b="1" dirty="0">
                        <a:solidFill>
                          <a:schemeClr val="bg1"/>
                        </a:solidFill>
                        <a:latin typeface="Arial" panose="020B0604020202020204" pitchFamily="34" charset="0"/>
                        <a:ea typeface="黑体-简" panose="02000000000000000000"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6CDA"/>
                    </a:solidFill>
                  </a:tcPr>
                </a:tc>
                <a:tc>
                  <a:txBody>
                    <a:bodyPr/>
                    <a:lstStyle/>
                    <a:p>
                      <a:pPr algn="ctr"/>
                      <a:r>
                        <a:rPr lang="zh-CN" altLang="en-US" sz="1600" b="1" dirty="0">
                          <a:solidFill>
                            <a:schemeClr val="bg1"/>
                          </a:solidFill>
                          <a:latin typeface="Arial" panose="020B0604020202020204" pitchFamily="34" charset="0"/>
                          <a:ea typeface="黑体-简" panose="02000000000000000000" charset="-122"/>
                        </a:rPr>
                        <a:t>深信服做什么</a:t>
                      </a:r>
                      <a:endParaRPr lang="zh-CN" altLang="en-US" sz="1600" b="1" dirty="0">
                        <a:solidFill>
                          <a:schemeClr val="bg1"/>
                        </a:solidFill>
                        <a:latin typeface="Arial" panose="020B0604020202020204" pitchFamily="34" charset="0"/>
                        <a:ea typeface="黑体-简" panose="02000000000000000000" charset="-122"/>
                      </a:endParaRPr>
                    </a:p>
                    <a:p>
                      <a:pPr algn="ctr"/>
                      <a:r>
                        <a:rPr lang="zh-CN" altLang="en-US" sz="1200" b="1" dirty="0">
                          <a:solidFill>
                            <a:schemeClr val="bg1"/>
                          </a:solidFill>
                          <a:latin typeface="Arial" panose="020B0604020202020204" pitchFamily="34" charset="0"/>
                          <a:ea typeface="黑体-简" panose="02000000000000000000" charset="-122"/>
                        </a:rPr>
                        <a:t>监测分析</a:t>
                      </a:r>
                      <a:r>
                        <a:rPr lang="en-US" altLang="zh-CN" sz="1200" b="1" dirty="0">
                          <a:solidFill>
                            <a:schemeClr val="bg1"/>
                          </a:solidFill>
                          <a:latin typeface="Arial" panose="020B0604020202020204" pitchFamily="34" charset="0"/>
                          <a:ea typeface="黑体-简" panose="02000000000000000000" charset="-122"/>
                        </a:rPr>
                        <a:t>/</a:t>
                      </a:r>
                      <a:r>
                        <a:rPr lang="zh-CN" altLang="en-US" sz="1200" b="1" dirty="0">
                          <a:solidFill>
                            <a:schemeClr val="bg1"/>
                          </a:solidFill>
                          <a:latin typeface="Arial" panose="020B0604020202020204" pitchFamily="34" charset="0"/>
                          <a:ea typeface="黑体-简" panose="02000000000000000000" charset="-122"/>
                        </a:rPr>
                        <a:t>发现问题</a:t>
                      </a:r>
                      <a:r>
                        <a:rPr lang="en-US" altLang="zh-CN" sz="1200" b="1" dirty="0">
                          <a:solidFill>
                            <a:schemeClr val="bg1"/>
                          </a:solidFill>
                          <a:latin typeface="Arial" panose="020B0604020202020204" pitchFamily="34" charset="0"/>
                          <a:ea typeface="黑体-简" panose="02000000000000000000" charset="-122"/>
                        </a:rPr>
                        <a:t>/</a:t>
                      </a:r>
                      <a:r>
                        <a:rPr lang="zh-CN" altLang="en-US" sz="1200" b="1" dirty="0">
                          <a:solidFill>
                            <a:schemeClr val="bg1"/>
                          </a:solidFill>
                          <a:latin typeface="Arial" panose="020B0604020202020204" pitchFamily="34" charset="0"/>
                          <a:ea typeface="黑体-简" panose="02000000000000000000" charset="-122"/>
                        </a:rPr>
                        <a:t>专家支持闭环</a:t>
                      </a:r>
                      <a:endParaRPr lang="zh-CN" altLang="en-US" sz="1200" b="1" dirty="0">
                        <a:solidFill>
                          <a:schemeClr val="bg1"/>
                        </a:solidFill>
                        <a:latin typeface="Arial" panose="020B0604020202020204" pitchFamily="34" charset="0"/>
                        <a:ea typeface="黑体-简" panose="02000000000000000000"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6CDA"/>
                    </a:solidFill>
                  </a:tcPr>
                </a:tc>
                <a:tc>
                  <a:txBody>
                    <a:bodyPr/>
                    <a:p>
                      <a:pPr algn="ctr">
                        <a:buNone/>
                      </a:pPr>
                      <a:r>
                        <a:rPr lang="zh-CN" altLang="en-US" sz="1600" b="1" dirty="0">
                          <a:solidFill>
                            <a:srgbClr val="FF0000"/>
                          </a:solidFill>
                          <a:latin typeface="Arial" panose="020B0604020202020204" pitchFamily="34" charset="0"/>
                          <a:ea typeface="黑体-简" panose="02000000000000000000" charset="-122"/>
                        </a:rPr>
                        <a:t>「线下渠道</a:t>
                      </a:r>
                      <a:r>
                        <a:rPr lang="zh-CN" altLang="en-US" sz="1600" b="1" dirty="0">
                          <a:solidFill>
                            <a:srgbClr val="FF0000"/>
                          </a:solidFill>
                          <a:latin typeface="Arial" panose="020B0604020202020204" pitchFamily="34" charset="0"/>
                          <a:ea typeface="黑体-简" panose="02000000000000000000" charset="-122"/>
                          <a:sym typeface="+mn-ea"/>
                        </a:rPr>
                        <a:t>」</a:t>
                      </a:r>
                      <a:r>
                        <a:rPr lang="zh-CN" altLang="en-US" sz="1600" b="1" dirty="0">
                          <a:solidFill>
                            <a:schemeClr val="bg1"/>
                          </a:solidFill>
                          <a:latin typeface="Arial" panose="020B0604020202020204" pitchFamily="34" charset="0"/>
                          <a:ea typeface="黑体-简" panose="02000000000000000000" charset="-122"/>
                        </a:rPr>
                        <a:t>做什么</a:t>
                      </a:r>
                      <a:endParaRPr lang="zh-CN" altLang="en-US" sz="1600" b="1" dirty="0">
                        <a:solidFill>
                          <a:schemeClr val="bg1"/>
                        </a:solidFill>
                        <a:latin typeface="Arial" panose="020B0604020202020204" pitchFamily="34" charset="0"/>
                        <a:ea typeface="黑体-简" panose="02000000000000000000" charset="-122"/>
                      </a:endParaRPr>
                    </a:p>
                    <a:p>
                      <a:pPr algn="ctr">
                        <a:buNone/>
                      </a:pPr>
                      <a:r>
                        <a:rPr lang="zh-CN" altLang="en-US" sz="1200" b="1" dirty="0">
                          <a:solidFill>
                            <a:schemeClr val="bg1"/>
                          </a:solidFill>
                          <a:latin typeface="Arial" panose="020B0604020202020204" pitchFamily="34" charset="0"/>
                          <a:ea typeface="黑体-简" panose="02000000000000000000" charset="-122"/>
                        </a:rPr>
                        <a:t>网络</a:t>
                      </a:r>
                      <a:r>
                        <a:rPr lang="zh-CN" altLang="en-US" sz="1200" b="1" dirty="0">
                          <a:solidFill>
                            <a:schemeClr val="bg1"/>
                          </a:solidFill>
                          <a:latin typeface="Arial" panose="020B0604020202020204" pitchFamily="34" charset="0"/>
                          <a:ea typeface="黑体-简" panose="02000000000000000000" charset="-122"/>
                        </a:rPr>
                        <a:t>及主机</a:t>
                      </a:r>
                      <a:r>
                        <a:rPr lang="zh-CN" altLang="en-US" sz="1200" b="1" dirty="0">
                          <a:solidFill>
                            <a:schemeClr val="bg1"/>
                          </a:solidFill>
                          <a:latin typeface="Arial" panose="020B0604020202020204" pitchFamily="34" charset="0"/>
                          <a:ea typeface="黑体-简" panose="02000000000000000000" charset="-122"/>
                        </a:rPr>
                        <a:t>层运维支持</a:t>
                      </a:r>
                      <a:r>
                        <a:rPr lang="en-US" altLang="zh-CN" sz="1200" b="1" dirty="0">
                          <a:solidFill>
                            <a:schemeClr val="bg1"/>
                          </a:solidFill>
                          <a:latin typeface="Arial" panose="020B0604020202020204" pitchFamily="34" charset="0"/>
                          <a:ea typeface="黑体-简" panose="02000000000000000000" charset="-122"/>
                        </a:rPr>
                        <a:t>/</a:t>
                      </a:r>
                      <a:r>
                        <a:rPr lang="zh-CN" altLang="en-US" sz="1200" b="1" dirty="0">
                          <a:solidFill>
                            <a:schemeClr val="bg1"/>
                          </a:solidFill>
                          <a:latin typeface="Arial" panose="020B0604020202020204" pitchFamily="34" charset="0"/>
                          <a:ea typeface="黑体-简" panose="02000000000000000000" charset="-122"/>
                        </a:rPr>
                        <a:t>现场处置协助</a:t>
                      </a:r>
                      <a:endParaRPr lang="zh-CN" altLang="en-US" sz="1200" b="1" dirty="0">
                        <a:solidFill>
                          <a:schemeClr val="bg1"/>
                        </a:solidFill>
                        <a:latin typeface="Arial" panose="020B0604020202020204" pitchFamily="34" charset="0"/>
                        <a:ea typeface="黑体-简" panose="02000000000000000000"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6CDA"/>
                    </a:solidFill>
                  </a:tcPr>
                </a:tc>
                <a:tc>
                  <a:txBody>
                    <a:bodyPr/>
                    <a:lstStyle/>
                    <a:p>
                      <a:pPr algn="ctr"/>
                      <a:r>
                        <a:rPr lang="zh-CN" altLang="en-US" sz="1600" b="1" dirty="0">
                          <a:solidFill>
                            <a:srgbClr val="FF0000"/>
                          </a:solidFill>
                          <a:latin typeface="Arial" panose="020B0604020202020204" pitchFamily="34" charset="0"/>
                          <a:ea typeface="黑体-简" panose="02000000000000000000" charset="-122"/>
                        </a:rPr>
                        <a:t>「客户名称」</a:t>
                      </a:r>
                      <a:r>
                        <a:rPr lang="zh-CN" altLang="en-US" sz="1600" b="1" dirty="0">
                          <a:solidFill>
                            <a:schemeClr val="bg1"/>
                          </a:solidFill>
                          <a:latin typeface="Arial" panose="020B0604020202020204" pitchFamily="34" charset="0"/>
                          <a:ea typeface="黑体-简" panose="02000000000000000000" charset="-122"/>
                        </a:rPr>
                        <a:t>做什么</a:t>
                      </a:r>
                      <a:endParaRPr lang="zh-CN" altLang="en-US" sz="1600" b="1" dirty="0">
                        <a:solidFill>
                          <a:schemeClr val="bg1"/>
                        </a:solidFill>
                        <a:latin typeface="Arial" panose="020B0604020202020204" pitchFamily="34" charset="0"/>
                        <a:ea typeface="黑体-简" panose="02000000000000000000" charset="-122"/>
                      </a:endParaRPr>
                    </a:p>
                    <a:p>
                      <a:pPr algn="ctr"/>
                      <a:r>
                        <a:rPr lang="zh-CN" altLang="en-US" sz="1200" b="1" dirty="0">
                          <a:solidFill>
                            <a:schemeClr val="bg1"/>
                          </a:solidFill>
                          <a:latin typeface="Arial" panose="020B0604020202020204" pitchFamily="34" charset="0"/>
                          <a:ea typeface="黑体-简" panose="02000000000000000000" charset="-122"/>
                        </a:rPr>
                        <a:t>管理沟通</a:t>
                      </a:r>
                      <a:r>
                        <a:rPr lang="en-US" altLang="zh-CN" sz="1200" b="1" dirty="0">
                          <a:solidFill>
                            <a:schemeClr val="bg1"/>
                          </a:solidFill>
                          <a:latin typeface="Arial" panose="020B0604020202020204" pitchFamily="34" charset="0"/>
                          <a:ea typeface="黑体-简" panose="02000000000000000000" charset="-122"/>
                        </a:rPr>
                        <a:t>/</a:t>
                      </a:r>
                      <a:r>
                        <a:rPr lang="zh-CN" altLang="en-US" sz="1200" b="1" dirty="0">
                          <a:solidFill>
                            <a:schemeClr val="bg1"/>
                          </a:solidFill>
                          <a:latin typeface="Arial" panose="020B0604020202020204" pitchFamily="34" charset="0"/>
                          <a:ea typeface="黑体-简" panose="02000000000000000000" charset="-122"/>
                        </a:rPr>
                        <a:t>审核</a:t>
                      </a:r>
                      <a:r>
                        <a:rPr lang="en-US" altLang="zh-CN" sz="1200" b="1" dirty="0">
                          <a:solidFill>
                            <a:schemeClr val="bg1"/>
                          </a:solidFill>
                          <a:latin typeface="Arial" panose="020B0604020202020204" pitchFamily="34" charset="0"/>
                          <a:ea typeface="黑体-简" panose="02000000000000000000" charset="-122"/>
                        </a:rPr>
                        <a:t>/</a:t>
                      </a:r>
                      <a:r>
                        <a:rPr lang="zh-CN" altLang="en-US" sz="1200" b="1" dirty="0">
                          <a:solidFill>
                            <a:schemeClr val="bg1"/>
                          </a:solidFill>
                          <a:latin typeface="Arial" panose="020B0604020202020204" pitchFamily="34" charset="0"/>
                          <a:ea typeface="黑体-简" panose="02000000000000000000" charset="-122"/>
                        </a:rPr>
                        <a:t>必要的</a:t>
                      </a:r>
                      <a:r>
                        <a:rPr lang="zh-CN" altLang="en-US" sz="1200" b="1" dirty="0">
                          <a:solidFill>
                            <a:schemeClr val="bg1"/>
                          </a:solidFill>
                          <a:latin typeface="Arial" panose="020B0604020202020204" pitchFamily="34" charset="0"/>
                          <a:ea typeface="黑体-简" panose="02000000000000000000" charset="-122"/>
                        </a:rPr>
                        <a:t>资源协调</a:t>
                      </a:r>
                      <a:endParaRPr lang="zh-CN" altLang="en-US" sz="1200" b="1" dirty="0">
                        <a:solidFill>
                          <a:schemeClr val="bg1"/>
                        </a:solidFill>
                        <a:latin typeface="Arial" panose="020B0604020202020204" pitchFamily="34" charset="0"/>
                        <a:ea typeface="黑体-简" panose="02000000000000000000" charset="-122"/>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rgbClr val="006CDA"/>
                    </a:solidFill>
                  </a:tcPr>
                </a:tc>
              </a:tr>
              <a:tr h="1615440">
                <a:tc>
                  <a:txBody>
                    <a:bodyPr/>
                    <a:lstStyle/>
                    <a:p>
                      <a:pPr algn="ctr"/>
                      <a:r>
                        <a:rPr lang="zh-CN" altLang="en-US" sz="1200" dirty="0">
                          <a:latin typeface="Arial" panose="020B0604020202020204" pitchFamily="34" charset="0"/>
                          <a:ea typeface="黑体-简" panose="02000000000000000000" charset="-122"/>
                        </a:rPr>
                        <a:t>业务安全与连续性</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b="1" dirty="0">
                          <a:latin typeface="Arial" panose="020B0604020202020204" pitchFamily="34" charset="0"/>
                          <a:ea typeface="黑体-简" panose="02000000000000000000" charset="-122"/>
                        </a:rPr>
                        <a:t>零重大事件：</a:t>
                      </a:r>
                      <a:r>
                        <a:rPr lang="zh-CN" altLang="en-US" sz="1200" dirty="0">
                          <a:latin typeface="Arial" panose="020B0604020202020204" pitchFamily="34" charset="0"/>
                          <a:ea typeface="黑体-简" panose="02000000000000000000" charset="-122"/>
                        </a:rPr>
                        <a:t>核心业务（</a:t>
                      </a:r>
                      <a:r>
                        <a:rPr lang="en-US" altLang="zh-CN" sz="1200" dirty="0">
                          <a:solidFill>
                            <a:srgbClr val="4C61E7"/>
                          </a:solidFill>
                          <a:latin typeface="Arial" panose="020B0604020202020204" pitchFamily="34" charset="0"/>
                          <a:ea typeface="黑体-简" panose="02000000000000000000" charset="-122"/>
                        </a:rPr>
                        <a:t>{{core_system_1}}</a:t>
                      </a:r>
                      <a:r>
                        <a:rPr lang="zh-CN" altLang="en-US" sz="1200" dirty="0">
                          <a:solidFill>
                            <a:srgbClr val="4C61E7"/>
                          </a:solidFill>
                          <a:latin typeface="Arial" panose="020B0604020202020204" pitchFamily="34" charset="0"/>
                          <a:ea typeface="黑体-简" panose="02000000000000000000" charset="-122"/>
                        </a:rPr>
                        <a:t>、</a:t>
                      </a:r>
                      <a:r>
                        <a:rPr lang="en-US" altLang="zh-CN" sz="1200" dirty="0">
                          <a:solidFill>
                            <a:srgbClr val="4C61E7"/>
                          </a:solidFill>
                          <a:latin typeface="Arial" panose="020B0604020202020204" pitchFamily="34" charset="0"/>
                          <a:ea typeface="黑体-简" panose="02000000000000000000" charset="-122"/>
                        </a:rPr>
                        <a:t>{{core_system_2}}</a:t>
                      </a:r>
                      <a:r>
                        <a:rPr lang="zh-CN" altLang="en-US" sz="1200" dirty="0">
                          <a:solidFill>
                            <a:srgbClr val="4C61E7"/>
                          </a:solidFill>
                          <a:latin typeface="Arial" panose="020B0604020202020204" pitchFamily="34" charset="0"/>
                          <a:ea typeface="黑体-简" panose="02000000000000000000" charset="-122"/>
                        </a:rPr>
                        <a:t>、</a:t>
                      </a:r>
                      <a:r>
                        <a:rPr lang="en-US" altLang="zh-CN" sz="1200" dirty="0">
                          <a:solidFill>
                            <a:srgbClr val="4C61E7"/>
                          </a:solidFill>
                          <a:latin typeface="Arial" panose="020B0604020202020204" pitchFamily="34" charset="0"/>
                          <a:ea typeface="黑体-简" panose="02000000000000000000" charset="-122"/>
                        </a:rPr>
                        <a:t>{{core_system_3}}</a:t>
                      </a:r>
                      <a:r>
                        <a:rPr lang="zh-CN" altLang="en-US" sz="1200" dirty="0">
                          <a:latin typeface="Arial" panose="020B0604020202020204" pitchFamily="34" charset="0"/>
                          <a:ea typeface="黑体-简" panose="02000000000000000000" charset="-122"/>
                        </a:rPr>
                        <a:t>等）平稳运行，</a:t>
                      </a:r>
                      <a:r>
                        <a:rPr lang="en-US" altLang="zh-CN" sz="1200" dirty="0">
                          <a:latin typeface="Arial" panose="020B0604020202020204" pitchFamily="34" charset="0"/>
                          <a:ea typeface="黑体-简" panose="02000000000000000000" charset="-122"/>
                        </a:rPr>
                        <a:t>0</a:t>
                      </a:r>
                      <a:r>
                        <a:rPr lang="zh-CN" altLang="en-US" sz="1200" dirty="0">
                          <a:latin typeface="Arial" panose="020B0604020202020204" pitchFamily="34" charset="0"/>
                          <a:ea typeface="黑体-简" panose="02000000000000000000" charset="-122"/>
                        </a:rPr>
                        <a:t>重大事</a:t>
                      </a:r>
                      <a:r>
                        <a:rPr lang="zh-CN" altLang="en-US" sz="1200" dirty="0">
                          <a:latin typeface="Arial" panose="020B0604020202020204" pitchFamily="34" charset="0"/>
                          <a:ea typeface="黑体-简" panose="02000000000000000000" charset="-122"/>
                        </a:rPr>
                        <a:t>故；</a:t>
                      </a:r>
                      <a:endParaRPr lang="zh-CN" altLang="en-US" sz="1200" dirty="0">
                        <a:latin typeface="Arial" panose="020B0604020202020204" pitchFamily="34" charset="0"/>
                        <a:ea typeface="黑体-简" panose="02000000000000000000" charset="-122"/>
                      </a:endParaRPr>
                    </a:p>
                    <a:p>
                      <a:pPr algn="l"/>
                      <a:r>
                        <a:rPr lang="zh-CN" altLang="en-US" sz="1200" b="1" dirty="0">
                          <a:latin typeface="Arial" panose="020B0604020202020204" pitchFamily="34" charset="0"/>
                          <a:ea typeface="黑体-简" panose="02000000000000000000" charset="-122"/>
                        </a:rPr>
                        <a:t>持续在线：</a:t>
                      </a:r>
                      <a:r>
                        <a:rPr lang="zh-CN" altLang="en-US" sz="1200" dirty="0">
                          <a:latin typeface="Arial" panose="020B0604020202020204" pitchFamily="34" charset="0"/>
                          <a:ea typeface="黑体-简" panose="02000000000000000000" charset="-122"/>
                        </a:rPr>
                        <a:t>核心业务不因安全</a:t>
                      </a:r>
                      <a:r>
                        <a:rPr lang="zh-CN" altLang="en-US" sz="1200" dirty="0">
                          <a:latin typeface="Arial" panose="020B0604020202020204" pitchFamily="34" charset="0"/>
                          <a:ea typeface="黑体-简" panose="02000000000000000000" charset="-122"/>
                        </a:rPr>
                        <a:t>问题意外中断，全年计划外中断极短可控。</a:t>
                      </a:r>
                      <a:endParaRPr lang="zh-CN" altLang="en-US" sz="1200" dirty="0">
                        <a:latin typeface="Arial" panose="020B0604020202020204" pitchFamily="34" charset="0"/>
                        <a:ea typeface="黑体-简" panose="02000000000000000000" charset="-122"/>
                      </a:endParaRPr>
                    </a:p>
                    <a:p>
                      <a:pPr algn="l"/>
                      <a:r>
                        <a:rPr lang="zh-CN" altLang="en-US" sz="1200" b="1" dirty="0">
                          <a:latin typeface="Arial" panose="020B0604020202020204" pitchFamily="34" charset="0"/>
                          <a:ea typeface="黑体-简" panose="02000000000000000000" charset="-122"/>
                        </a:rPr>
                        <a:t>先知先觉：</a:t>
                      </a:r>
                      <a:r>
                        <a:rPr lang="zh-CN" altLang="en-US" sz="1200" dirty="0">
                          <a:latin typeface="Arial" panose="020B0604020202020204" pitchFamily="34" charset="0"/>
                          <a:ea typeface="黑体-简" panose="02000000000000000000" charset="-122"/>
                        </a:rPr>
                        <a:t>风险先于业务影响被发现与解决。</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pPr>
                      <a:r>
                        <a:rPr lang="en-GB" altLang="zh-CN" sz="1200" dirty="0">
                          <a:latin typeface="Arial" panose="020B0604020202020204" pitchFamily="34" charset="0"/>
                          <a:ea typeface="黑体-简" panose="02000000000000000000" charset="-122"/>
                        </a:rPr>
                        <a:t>7x24</a:t>
                      </a:r>
                      <a:r>
                        <a:rPr lang="zh-CN" altLang="en-US" sz="1200" dirty="0">
                          <a:latin typeface="Arial" panose="020B0604020202020204" pitchFamily="34" charset="0"/>
                          <a:ea typeface="黑体-简" panose="02000000000000000000" charset="-122"/>
                        </a:rPr>
                        <a:t>小时守护、主动风险评估与修复推动、为您业务量身打造的可观测性“全景地图”</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p>
                      <a:pPr marL="0" marR="0" indent="0" algn="l" defTabSz="914400" rtl="0" eaLnBrk="1" fontAlgn="auto" latinLnBrk="0" hangingPunct="1">
                        <a:lnSpc>
                          <a:spcPct val="100000"/>
                        </a:lnSpc>
                        <a:spcBef>
                          <a:spcPts val="0"/>
                        </a:spcBef>
                        <a:spcAft>
                          <a:spcPts val="0"/>
                        </a:spcAft>
                        <a:buClrTx/>
                        <a:buSzTx/>
                        <a:buFontTx/>
                        <a:buNone/>
                      </a:pPr>
                      <a:r>
                        <a:rPr lang="en-US" altLang="zh-CN" sz="1200" dirty="0">
                          <a:latin typeface="Arial" panose="020B0604020202020204" pitchFamily="34" charset="0"/>
                          <a:ea typeface="黑体-简" panose="02000000000000000000" charset="-122"/>
                          <a:sym typeface="+mn-ea"/>
                        </a:rPr>
                        <a:t>1</a:t>
                      </a:r>
                      <a:r>
                        <a:rPr lang="zh-CN" altLang="en-US" sz="1200" dirty="0">
                          <a:latin typeface="Arial" panose="020B0604020202020204" pitchFamily="34" charset="0"/>
                          <a:ea typeface="黑体-简" panose="02000000000000000000" charset="-122"/>
                          <a:sym typeface="+mn-ea"/>
                        </a:rPr>
                        <a:t>、协助与业务方的沟通对接、信息同步与进度推动</a:t>
                      </a:r>
                      <a:endParaRPr lang="zh-CN" altLang="en-US" sz="1200" dirty="0">
                        <a:latin typeface="Arial" panose="020B0604020202020204" pitchFamily="34" charset="0"/>
                        <a:ea typeface="黑体-简" panose="02000000000000000000" charset="-122"/>
                      </a:endParaRPr>
                    </a:p>
                    <a:p>
                      <a:pPr marL="0" marR="0" indent="0" algn="l" defTabSz="914400" rtl="0" eaLnBrk="1" fontAlgn="auto" latinLnBrk="0" hangingPunct="1">
                        <a:lnSpc>
                          <a:spcPct val="100000"/>
                        </a:lnSpc>
                        <a:spcBef>
                          <a:spcPts val="0"/>
                        </a:spcBef>
                        <a:spcAft>
                          <a:spcPts val="0"/>
                        </a:spcAft>
                        <a:buClrTx/>
                        <a:buSzTx/>
                        <a:buFontTx/>
                        <a:buNone/>
                      </a:pPr>
                      <a:r>
                        <a:rPr lang="en-US" altLang="zh-CN" sz="1200" dirty="0">
                          <a:latin typeface="Arial" panose="020B0604020202020204" pitchFamily="34" charset="0"/>
                          <a:ea typeface="黑体-简" panose="02000000000000000000" charset="-122"/>
                          <a:sym typeface="+mn-ea"/>
                        </a:rPr>
                        <a:t>2</a:t>
                      </a:r>
                      <a:r>
                        <a:rPr lang="zh-CN" altLang="en-US" sz="1200" dirty="0">
                          <a:latin typeface="Arial" panose="020B0604020202020204" pitchFamily="34" charset="0"/>
                          <a:ea typeface="黑体-简" panose="02000000000000000000" charset="-122"/>
                          <a:sym typeface="+mn-ea"/>
                        </a:rPr>
                        <a:t>、现场执行网络侧及端点侧处置动作、问题协调，保障各项工作顺畅推进</a:t>
                      </a:r>
                      <a:endParaRPr lang="zh-CN" altLang="en-US" sz="1200" dirty="0">
                        <a:latin typeface="Arial" panose="020B0604020202020204" pitchFamily="34" charset="0"/>
                        <a:ea typeface="黑体-简" panose="02000000000000000000" charset="-122"/>
                      </a:endParaRPr>
                    </a:p>
                    <a:p>
                      <a:pPr marL="0" marR="0" indent="0" algn="l" defTabSz="914400" rtl="0" eaLnBrk="1" fontAlgn="auto" latinLnBrk="0" hangingPunct="1">
                        <a:lnSpc>
                          <a:spcPct val="100000"/>
                        </a:lnSpc>
                        <a:spcBef>
                          <a:spcPts val="0"/>
                        </a:spcBef>
                        <a:spcAft>
                          <a:spcPts val="0"/>
                        </a:spcAft>
                        <a:buClrTx/>
                        <a:buSzTx/>
                        <a:buFontTx/>
                        <a:buNone/>
                      </a:pPr>
                      <a:r>
                        <a:rPr lang="en-US" altLang="zh-CN" sz="1200" dirty="0">
                          <a:latin typeface="Arial" panose="020B0604020202020204" pitchFamily="34" charset="0"/>
                          <a:ea typeface="黑体-简" panose="02000000000000000000" charset="-122"/>
                          <a:sym typeface="+mn-ea"/>
                        </a:rPr>
                        <a:t>3</a:t>
                      </a:r>
                      <a:r>
                        <a:rPr lang="zh-CN" altLang="en-US" sz="1200" dirty="0">
                          <a:latin typeface="Arial" panose="020B0604020202020204" pitchFamily="34" charset="0"/>
                          <a:ea typeface="黑体-简" panose="02000000000000000000" charset="-122"/>
                          <a:sym typeface="+mn-ea"/>
                        </a:rPr>
                        <a:t>、收集并反馈业务方的需求与安全痛点，助力安全运营优化</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Tx/>
                        <a:buNone/>
                      </a:pPr>
                      <a:r>
                        <a:rPr lang="en-US" altLang="zh-CN" sz="1200" dirty="0">
                          <a:latin typeface="Arial" panose="020B0604020202020204" pitchFamily="34" charset="0"/>
                          <a:ea typeface="黑体-简" panose="02000000000000000000" charset="-122"/>
                          <a:sym typeface="+mn-ea"/>
                        </a:rPr>
                        <a:t>1</a:t>
                      </a:r>
                      <a:r>
                        <a:rPr lang="zh-CN" altLang="en-US" sz="1200" dirty="0">
                          <a:latin typeface="Arial" panose="020B0604020202020204" pitchFamily="34" charset="0"/>
                          <a:ea typeface="黑体-简" panose="02000000000000000000" charset="-122"/>
                          <a:sym typeface="+mn-ea"/>
                        </a:rPr>
                        <a:t>、</a:t>
                      </a:r>
                      <a:r>
                        <a:rPr lang="zh-CN" altLang="en-US" sz="1200" dirty="0">
                          <a:latin typeface="Arial" panose="020B0604020202020204" pitchFamily="34" charset="0"/>
                          <a:ea typeface="黑体-简" panose="02000000000000000000" charset="-122"/>
                        </a:rPr>
                        <a:t>协调内部业务部门，共同推进风险整改、漏洞修复及安全策略落地</a:t>
                      </a:r>
                      <a:endParaRPr lang="zh-CN" altLang="en-US" sz="1200" dirty="0">
                        <a:latin typeface="Arial" panose="020B0604020202020204" pitchFamily="34" charset="0"/>
                        <a:ea typeface="黑体-简" panose="02000000000000000000" charset="-122"/>
                      </a:endParaRPr>
                    </a:p>
                    <a:p>
                      <a:pPr marL="0" marR="0" indent="0" algn="l" defTabSz="914400" rtl="0" eaLnBrk="1" fontAlgn="auto" latinLnBrk="0" hangingPunct="1">
                        <a:lnSpc>
                          <a:spcPct val="100000"/>
                        </a:lnSpc>
                        <a:spcBef>
                          <a:spcPts val="0"/>
                        </a:spcBef>
                        <a:spcAft>
                          <a:spcPts val="0"/>
                        </a:spcAft>
                        <a:buClrTx/>
                        <a:buSzTx/>
                        <a:buFontTx/>
                        <a:buNone/>
                      </a:pPr>
                      <a:r>
                        <a:rPr lang="en-US" altLang="zh-CN" sz="1200" dirty="0">
                          <a:latin typeface="Arial" panose="020B0604020202020204" pitchFamily="34" charset="0"/>
                          <a:ea typeface="黑体-简" panose="02000000000000000000" charset="-122"/>
                        </a:rPr>
                        <a:t>2</a:t>
                      </a:r>
                      <a:r>
                        <a:rPr lang="zh-CN" altLang="en-US" sz="1200" dirty="0">
                          <a:latin typeface="Arial" panose="020B0604020202020204" pitchFamily="34" charset="0"/>
                          <a:ea typeface="黑体-简" panose="02000000000000000000" charset="-122"/>
                        </a:rPr>
                        <a:t>、提供必要的业务权限、系统信息与运维支持，保障监测、巡检与应急处置顺畅开展</a:t>
                      </a:r>
                      <a:endParaRPr lang="zh-CN" altLang="en-US" sz="1200" dirty="0">
                        <a:latin typeface="Arial" panose="020B0604020202020204" pitchFamily="34" charset="0"/>
                        <a:ea typeface="黑体-简" panose="02000000000000000000" charset="-122"/>
                      </a:endParaRPr>
                    </a:p>
                    <a:p>
                      <a:pPr marL="0" marR="0" indent="0" algn="l" defTabSz="914400" rtl="0" eaLnBrk="1" fontAlgn="auto" latinLnBrk="0" hangingPunct="1">
                        <a:lnSpc>
                          <a:spcPct val="100000"/>
                        </a:lnSpc>
                        <a:spcBef>
                          <a:spcPts val="0"/>
                        </a:spcBef>
                        <a:spcAft>
                          <a:spcPts val="0"/>
                        </a:spcAft>
                        <a:buClrTx/>
                        <a:buSzTx/>
                        <a:buFontTx/>
                        <a:buNone/>
                      </a:pPr>
                      <a:r>
                        <a:rPr lang="en-US" altLang="zh-CN" sz="1200" dirty="0">
                          <a:latin typeface="Arial" panose="020B0604020202020204" pitchFamily="34" charset="0"/>
                          <a:ea typeface="黑体-简" panose="02000000000000000000" charset="-122"/>
                        </a:rPr>
                        <a:t>3</a:t>
                      </a:r>
                      <a:r>
                        <a:rPr lang="zh-CN" altLang="en-US" sz="1200" dirty="0">
                          <a:latin typeface="Arial" panose="020B0604020202020204" pitchFamily="34" charset="0"/>
                          <a:ea typeface="黑体-简" panose="02000000000000000000" charset="-122"/>
                        </a:rPr>
                        <a:t>、对安全处置结果、优化方案进行确认，共同保障业务连续稳定运行</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1400175">
                <a:tc>
                  <a:txBody>
                    <a:bodyPr/>
                    <a:lstStyle/>
                    <a:p>
                      <a:pPr algn="ctr"/>
                      <a:r>
                        <a:rPr lang="zh-CN" altLang="en-US" sz="1200" dirty="0">
                          <a:latin typeface="Arial" panose="020B0604020202020204" pitchFamily="34" charset="0"/>
                          <a:ea typeface="黑体-简" panose="02000000000000000000" charset="-122"/>
                        </a:rPr>
                        <a:t>安全考核与通报</a:t>
                      </a:r>
                      <a:r>
                        <a:rPr lang="zh-CN" altLang="en-US" sz="1200" dirty="0">
                          <a:latin typeface="Arial" panose="020B0604020202020204" pitchFamily="34" charset="0"/>
                          <a:ea typeface="黑体-简" panose="02000000000000000000" charset="-122"/>
                        </a:rPr>
                        <a:t>应对</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b="1" dirty="0">
                          <a:latin typeface="Arial" panose="020B0604020202020204" pitchFamily="34" charset="0"/>
                          <a:ea typeface="黑体-简" panose="02000000000000000000" charset="-122"/>
                        </a:rPr>
                        <a:t>安全闭环：</a:t>
                      </a:r>
                      <a:r>
                        <a:rPr lang="zh-CN" altLang="en-US" sz="1200" dirty="0">
                          <a:latin typeface="Arial" panose="020B0604020202020204" pitchFamily="34" charset="0"/>
                          <a:ea typeface="黑体-简" panose="02000000000000000000" charset="-122"/>
                        </a:rPr>
                        <a:t>高危漏洞</a:t>
                      </a:r>
                      <a:r>
                        <a:rPr lang="en-US" altLang="zh-CN" sz="1200" dirty="0">
                          <a:latin typeface="Arial" panose="020B0604020202020204" pitchFamily="34" charset="0"/>
                          <a:ea typeface="黑体-简" panose="02000000000000000000" charset="-122"/>
                        </a:rPr>
                        <a:t>100%</a:t>
                      </a:r>
                      <a:r>
                        <a:rPr lang="zh-CN" altLang="en-US" sz="1200" dirty="0">
                          <a:latin typeface="Arial" panose="020B0604020202020204" pitchFamily="34" charset="0"/>
                          <a:ea typeface="黑体-简" panose="02000000000000000000" charset="-122"/>
                        </a:rPr>
                        <a:t>闭环、</a:t>
                      </a:r>
                      <a:r>
                        <a:rPr lang="zh-CN" altLang="en-US" sz="1200" dirty="0">
                          <a:latin typeface="Arial" panose="020B0604020202020204" pitchFamily="34" charset="0"/>
                          <a:ea typeface="黑体-简" panose="02000000000000000000" charset="-122"/>
                        </a:rPr>
                        <a:t>恶意外联威胁</a:t>
                      </a:r>
                      <a:r>
                        <a:rPr lang="en-US" altLang="zh-CN" sz="1200" dirty="0">
                          <a:latin typeface="Arial" panose="020B0604020202020204" pitchFamily="34" charset="0"/>
                          <a:ea typeface="黑体-简" panose="02000000000000000000" charset="-122"/>
                        </a:rPr>
                        <a:t>100%</a:t>
                      </a:r>
                      <a:r>
                        <a:rPr lang="zh-CN" altLang="en-US" sz="1200" dirty="0">
                          <a:latin typeface="Arial" panose="020B0604020202020204" pitchFamily="34" charset="0"/>
                          <a:ea typeface="黑体-简" panose="02000000000000000000" charset="-122"/>
                        </a:rPr>
                        <a:t>预警，实现全年安全事故或者重大事件为</a:t>
                      </a:r>
                      <a:r>
                        <a:rPr lang="en-US" altLang="zh-CN" sz="1200" dirty="0">
                          <a:latin typeface="Arial" panose="020B0604020202020204" pitchFamily="34" charset="0"/>
                          <a:ea typeface="黑体-简" panose="02000000000000000000" charset="-122"/>
                        </a:rPr>
                        <a:t>0</a:t>
                      </a:r>
                      <a:r>
                        <a:rPr lang="zh-CN" altLang="en-US" sz="1200" dirty="0">
                          <a:latin typeface="Arial" panose="020B0604020202020204" pitchFamily="34" charset="0"/>
                          <a:ea typeface="黑体-简" panose="02000000000000000000" charset="-122"/>
                        </a:rPr>
                        <a:t>。</a:t>
                      </a:r>
                      <a:endParaRPr lang="zh-CN" altLang="en-US" sz="1200" dirty="0">
                        <a:latin typeface="Arial" panose="020B0604020202020204" pitchFamily="34" charset="0"/>
                        <a:ea typeface="黑体-简" panose="02000000000000000000" charset="-122"/>
                      </a:endParaRPr>
                    </a:p>
                    <a:p>
                      <a:pPr algn="l"/>
                      <a:r>
                        <a:rPr lang="zh-CN" altLang="en-US" sz="1200" b="1" dirty="0">
                          <a:latin typeface="Arial" panose="020B0604020202020204" pitchFamily="34" charset="0"/>
                          <a:ea typeface="黑体-简" panose="02000000000000000000" charset="-122"/>
                        </a:rPr>
                        <a:t>通报应对：两</a:t>
                      </a:r>
                      <a:r>
                        <a:rPr lang="zh-CN" altLang="en-US" sz="1200" b="0" dirty="0">
                          <a:latin typeface="Arial" panose="020B0604020202020204" pitchFamily="34" charset="0"/>
                          <a:ea typeface="黑体-简" panose="02000000000000000000" charset="-122"/>
                        </a:rPr>
                        <a:t>高一弱、恶意外联等潜在</a:t>
                      </a:r>
                      <a:r>
                        <a:rPr lang="zh-CN" altLang="en-US" sz="1200" b="0" dirty="0">
                          <a:latin typeface="Arial" panose="020B0604020202020204" pitchFamily="34" charset="0"/>
                          <a:ea typeface="黑体-简" panose="02000000000000000000" charset="-122"/>
                        </a:rPr>
                        <a:t>被通报风险持续收敛，被通报问题响应回函不超过</a:t>
                      </a:r>
                      <a:r>
                        <a:rPr lang="en-US" altLang="zh-CN" sz="1200" b="0" dirty="0">
                          <a:latin typeface="Arial" panose="020B0604020202020204" pitchFamily="34" charset="0"/>
                          <a:ea typeface="黑体-简" panose="02000000000000000000" charset="-122"/>
                        </a:rPr>
                        <a:t>48</a:t>
                      </a:r>
                      <a:r>
                        <a:rPr lang="en-US" altLang="zh-CN" sz="1200" b="0" dirty="0">
                          <a:latin typeface="Arial" panose="020B0604020202020204" pitchFamily="34" charset="0"/>
                          <a:ea typeface="黑体-简" panose="02000000000000000000" charset="-122"/>
                        </a:rPr>
                        <a:t>H</a:t>
                      </a:r>
                      <a:r>
                        <a:rPr lang="zh-CN" altLang="en-US" sz="1200" b="0" dirty="0">
                          <a:latin typeface="Arial" panose="020B0604020202020204" pitchFamily="34" charset="0"/>
                          <a:ea typeface="黑体-简" panose="02000000000000000000" charset="-122"/>
                        </a:rPr>
                        <a:t>。</a:t>
                      </a:r>
                      <a:endParaRPr lang="zh-CN" altLang="en-US" sz="1200" b="1"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pPr>
                      <a:r>
                        <a:rPr lang="zh-CN" altLang="en-US" sz="1200" dirty="0">
                          <a:latin typeface="Arial" panose="020B0604020202020204" pitchFamily="34" charset="0"/>
                          <a:ea typeface="黑体-简" panose="02000000000000000000" charset="-122"/>
                        </a:rPr>
                        <a:t>全天候安全监测与响应、持续的风险评估与加固、周期性的安全运营报告提供</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None/>
                      </a:pPr>
                      <a:endParaRPr lang="zh-CN" altLang="en-US" sz="1200" dirty="0">
                        <a:latin typeface="微软雅黑" panose="020B0503020204020204" charset="-122"/>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pPr>
                      <a:r>
                        <a:rPr lang="zh-CN" altLang="en-US" sz="1200" dirty="0">
                          <a:latin typeface="Arial" panose="020B0604020202020204" pitchFamily="34" charset="0"/>
                          <a:ea typeface="黑体-简" panose="02000000000000000000" charset="-122"/>
                        </a:rPr>
                        <a:t>落实内部安全管理要求，接收安全风险通报，配合开展涉事终端排查、隔离与整改；规范终端使用行为，配合完成防护组件修复、策略落地执行，全程跟进事件闭环，同步内部安全管控要求。</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r h="1121410">
                <a:tc>
                  <a:txBody>
                    <a:bodyPr/>
                    <a:lstStyle/>
                    <a:p>
                      <a:pPr algn="ctr"/>
                      <a:r>
                        <a:rPr lang="zh-CN" altLang="en-US" sz="1200" dirty="0">
                          <a:latin typeface="Arial" panose="020B0604020202020204" pitchFamily="34" charset="0"/>
                          <a:ea typeface="黑体-简" panose="02000000000000000000" charset="-122"/>
                        </a:rPr>
                        <a:t>安全水位可视</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l"/>
                      <a:r>
                        <a:rPr lang="zh-CN" altLang="en-US" sz="1200" b="1" dirty="0">
                          <a:latin typeface="Arial" panose="020B0604020202020204" pitchFamily="34" charset="0"/>
                          <a:ea typeface="黑体-简" panose="02000000000000000000" charset="-122"/>
                        </a:rPr>
                        <a:t>安全水位可视：组织</a:t>
                      </a:r>
                      <a:r>
                        <a:rPr lang="zh-CN" altLang="en-US" sz="1200" b="0" dirty="0">
                          <a:latin typeface="Arial" panose="020B0604020202020204" pitchFamily="34" charset="0"/>
                          <a:ea typeface="黑体-简" panose="02000000000000000000" charset="-122"/>
                        </a:rPr>
                        <a:t>安全水平关键指标可</a:t>
                      </a:r>
                      <a:r>
                        <a:rPr lang="zh-CN" altLang="en-US" sz="1200" b="0" dirty="0">
                          <a:latin typeface="Arial" panose="020B0604020202020204" pitchFamily="34" charset="0"/>
                          <a:ea typeface="黑体-简" panose="02000000000000000000" charset="-122"/>
                        </a:rPr>
                        <a:t>量化，能够讲清楚投入多少，协助挽回多少安全损失，降低多少影响</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pPr>
                      <a:r>
                        <a:rPr lang="zh-CN" altLang="en-US" sz="1200" dirty="0">
                          <a:latin typeface="Arial" panose="020B0604020202020204" pitchFamily="34" charset="0"/>
                          <a:ea typeface="黑体-简" panose="02000000000000000000" charset="-122"/>
                        </a:rPr>
                        <a:t>安全运营工作的价值量化及目标达成关联，探索</a:t>
                      </a:r>
                      <a:r>
                        <a:rPr lang="en-US" altLang="zh-CN" sz="1200" dirty="0">
                          <a:latin typeface="Arial" panose="020B0604020202020204" pitchFamily="34" charset="0"/>
                          <a:ea typeface="黑体-简" panose="02000000000000000000" charset="-122"/>
                        </a:rPr>
                        <a:t>ROI</a:t>
                      </a:r>
                      <a:r>
                        <a:rPr lang="zh-CN" altLang="en-US" sz="1200" dirty="0">
                          <a:latin typeface="Arial" panose="020B0604020202020204" pitchFamily="34" charset="0"/>
                          <a:ea typeface="黑体-简" panose="02000000000000000000" charset="-122"/>
                        </a:rPr>
                        <a:t>的相关模型</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p>
                      <a:pPr marL="0" marR="0" indent="0" algn="l" defTabSz="914400" rtl="0" eaLnBrk="1" fontAlgn="auto" latinLnBrk="0" hangingPunct="1">
                        <a:lnSpc>
                          <a:spcPct val="100000"/>
                        </a:lnSpc>
                        <a:spcBef>
                          <a:spcPts val="0"/>
                        </a:spcBef>
                        <a:spcAft>
                          <a:spcPts val="0"/>
                        </a:spcAft>
                        <a:buClrTx/>
                        <a:buSzTx/>
                        <a:buFont typeface="Arial" panose="020B0604020202020204" pitchFamily="34" charset="0"/>
                        <a:buNone/>
                      </a:pPr>
                      <a:endParaRPr lang="zh-CN" altLang="en-US" sz="1200" dirty="0">
                        <a:latin typeface="微软雅黑" panose="020B0503020204020204" charset="-122"/>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marL="0" indent="0" algn="l">
                        <a:buFont typeface="Arial" panose="020B0604020202020204" pitchFamily="34" charset="0"/>
                        <a:buNone/>
                      </a:pPr>
                      <a:r>
                        <a:rPr lang="zh-CN" altLang="en-US" sz="1200" dirty="0">
                          <a:latin typeface="Arial" panose="020B0604020202020204" pitchFamily="34" charset="0"/>
                          <a:ea typeface="黑体-简" panose="02000000000000000000" charset="-122"/>
                        </a:rPr>
                        <a:t>提供安全工作的业务价值表达逻辑和必要的业务支持</a:t>
                      </a:r>
                      <a:endParaRPr lang="zh-CN" altLang="en-US" sz="1200" dirty="0">
                        <a:latin typeface="Arial" panose="020B0604020202020204" pitchFamily="34" charset="0"/>
                        <a:ea typeface="黑体-简" panose="02000000000000000000" charset="-122"/>
                      </a:endParaRPr>
                    </a:p>
                  </a:txBody>
                  <a:tcPr marL="90000"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r>
            </a:tbl>
          </a:graphicData>
        </a:graphic>
      </p:graphicFrame>
    </p:spTree>
    <p:custDataLst>
      <p:tags r:id="rId4"/>
    </p:custData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rPr>
              <a:t>保护业务安全、提升安全水位线</a:t>
            </a:r>
            <a:endParaRPr lang="zh-CN" altLang="en-US" sz="14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a:noAutofit/>
          </a:bodyPr>
          <a:lstStyle/>
          <a:p>
            <a:r>
              <a:rPr lang="zh-CN" altLang="en-US" sz="3200">
                <a:solidFill>
                  <a:srgbClr val="4C61E7"/>
                </a:solidFill>
                <a:latin typeface="Arial Black" panose="020B0A04020102020204" pitchFamily="34" charset="0"/>
                <a:ea typeface="微软雅黑" panose="020B0503020204020204" charset="-122"/>
              </a:rPr>
              <a:t>我们共同的工作成果回顾</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02</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7886065" cy="327025"/>
            <a:chOff x="533" y="646"/>
            <a:chExt cx="1241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保护业务，全年实现0安全事故</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sp>
          <p:nvSpPr>
            <p:cNvPr id="4" name="textbox 158"/>
            <p:cNvSpPr/>
            <p:nvPr/>
          </p:nvSpPr>
          <p:spPr>
            <a:xfrm>
              <a:off x="7272" y="715"/>
              <a:ext cx="568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安全风险主动预防，</a:t>
              </a:r>
              <a:r>
                <a:rPr lang="en-US" altLang="zh-CN"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7*24</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小时威胁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pic>
        <p:nvPicPr>
          <p:cNvPr id="112" name="图片 111" descr="组 3169@1x"/>
          <p:cNvPicPr>
            <a:picLocks noChangeAspect="1"/>
          </p:cNvPicPr>
          <p:nvPr/>
        </p:nvPicPr>
        <p:blipFill>
          <a:blip r:embed="rId4"/>
          <a:stretch>
            <a:fillRect/>
          </a:stretch>
        </p:blipFill>
        <p:spPr>
          <a:xfrm>
            <a:off x="1625283" y="6097905"/>
            <a:ext cx="8941435" cy="590550"/>
          </a:xfrm>
          <a:prstGeom prst="rect">
            <a:avLst/>
          </a:prstGeom>
        </p:spPr>
      </p:pic>
      <p:sp>
        <p:nvSpPr>
          <p:cNvPr id="113" name="椭圆 112"/>
          <p:cNvSpPr/>
          <p:nvPr>
            <p:custDataLst>
              <p:tags r:id="rId5"/>
            </p:custDataLst>
          </p:nvPr>
        </p:nvSpPr>
        <p:spPr>
          <a:xfrm>
            <a:off x="4946086" y="2809741"/>
            <a:ext cx="2280778" cy="2280778"/>
          </a:xfrm>
          <a:prstGeom prst="ellipse">
            <a:avLst/>
          </a:prstGeom>
          <a:solidFill>
            <a:schemeClr val="accent5">
              <a:lumMod val="40000"/>
              <a:lumOff val="60000"/>
            </a:schemeClr>
          </a:solidFill>
          <a:ln w="19050">
            <a:gradFill>
              <a:gsLst>
                <a:gs pos="100000">
                  <a:srgbClr val="FFFFFF">
                    <a:alpha val="0"/>
                  </a:srgbClr>
                </a:gs>
                <a:gs pos="0">
                  <a:srgbClr val="FFFFFF"/>
                </a:gs>
              </a:gsLst>
              <a:lin ang="16200000" scaled="1"/>
            </a:gradFill>
          </a:ln>
          <a:effectLst>
            <a:outerShdw blurRad="215900" dist="114300" dir="5400000" algn="t" rotWithShape="0">
              <a:schemeClr val="accent5">
                <a:alpha val="4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lIns="0" tIns="0" rIns="0" bIns="0" numCol="1" spcCol="0" rtlCol="0" fromWordArt="0" anchor="ctr" anchorCtr="0" forceAA="0" compatLnSpc="1">
            <a:noAutofit/>
          </a:bodyPr>
          <a:lstStyle/>
          <a:p>
            <a:pPr algn="ctr">
              <a:spcBef>
                <a:spcPct val="0"/>
              </a:spcBef>
              <a:spcAft>
                <a:spcPct val="0"/>
              </a:spcAft>
            </a:pPr>
            <a:r>
              <a:rPr lang="zh-CN" altLang="en-US" b="1" dirty="0">
                <a:solidFill>
                  <a:schemeClr val="tx1"/>
                </a:solidFill>
                <a:latin typeface="Arial" panose="020B0604020202020204" pitchFamily="34" charset="0"/>
                <a:ea typeface="黑体-简" panose="02000000000000000000" charset="-122"/>
                <a:cs typeface="+mn-ea"/>
                <a:sym typeface="+mn-ea"/>
              </a:rPr>
              <a:t>保护对象</a:t>
            </a:r>
            <a:endParaRPr lang="zh-CN" altLang="en-US" b="1" dirty="0">
              <a:solidFill>
                <a:schemeClr val="tx1"/>
              </a:solidFill>
              <a:latin typeface="Arial" panose="020B0604020202020204" pitchFamily="34" charset="0"/>
              <a:ea typeface="黑体-简" panose="02000000000000000000" charset="-122"/>
              <a:cs typeface="+mn-ea"/>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业务：</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业务系统数量</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服务器：</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服务器资产数量</a:t>
            </a:r>
            <a:r>
              <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zh-CN"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a:p>
            <a:pPr algn="ctr">
              <a:spcBef>
                <a:spcPct val="0"/>
              </a:spcBef>
              <a:spcAft>
                <a:spcPct val="0"/>
              </a:spcAft>
            </a:pPr>
            <a:r>
              <a:rPr lang="zh-CN" altLang="en-US" sz="1400" dirty="0">
                <a:solidFill>
                  <a:schemeClr val="tx1"/>
                </a:solidFill>
                <a:latin typeface="Arial" panose="020B0604020202020204" pitchFamily="34" charset="0"/>
                <a:ea typeface="黑体-简" panose="02000000000000000000" charset="-122"/>
                <a:cs typeface="Source Han Sans CN Normal" panose="020B0600000000000000" charset="-122"/>
                <a:sym typeface="+mn-ea"/>
              </a:rPr>
              <a:t>重要终端：</a:t>
            </a:r>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{PC</a:t>
            </a:r>
            <a:r>
              <a:rPr lang="zh-CN" alt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资产数量</a:t>
            </a:r>
            <a:r>
              <a:rPr lang="en-US" sz="1400" dirty="0">
                <a:solidFill>
                  <a:srgbClr val="4C61E7"/>
                </a:solidFill>
                <a:latin typeface="Arial" panose="020B0604020202020204" pitchFamily="34" charset="0"/>
                <a:ea typeface="黑体-简" panose="02000000000000000000" charset="-122"/>
                <a:cs typeface="Source Han Sans CN Normal" panose="020B0600000000000000" charset="-122"/>
                <a:sym typeface="+mn-ea"/>
              </a:rPr>
              <a:t>}</a:t>
            </a:r>
            <a:endParaRPr lang="en-US" altLang="en-US" sz="1400" b="1" dirty="0">
              <a:solidFill>
                <a:srgbClr val="4C61E7"/>
              </a:solidFill>
              <a:latin typeface="Arial" panose="020B0604020202020204" pitchFamily="34" charset="0"/>
              <a:ea typeface="黑体-简" panose="02000000000000000000" charset="-122"/>
              <a:cs typeface="Source Han Sans CN Normal" panose="020B0600000000000000" charset="-122"/>
              <a:sym typeface="+mn-ea"/>
            </a:endParaRPr>
          </a:p>
        </p:txBody>
      </p:sp>
      <p:sp>
        <p:nvSpPr>
          <p:cNvPr id="114" name="弧形 113"/>
          <p:cNvSpPr/>
          <p:nvPr>
            <p:custDataLst>
              <p:tags r:id="rId6"/>
            </p:custDataLst>
          </p:nvPr>
        </p:nvSpPr>
        <p:spPr>
          <a:xfrm rot="20460000">
            <a:off x="4764380" y="2660015"/>
            <a:ext cx="2645644" cy="2645644"/>
          </a:xfrm>
          <a:prstGeom prst="arc">
            <a:avLst>
              <a:gd name="adj1" fmla="val 13075779"/>
              <a:gd name="adj2" fmla="val 0"/>
            </a:avLst>
          </a:prstGeom>
          <a:ln>
            <a:gradFill>
              <a:gsLst>
                <a:gs pos="100000">
                  <a:schemeClr val="accent5">
                    <a:alpha val="5000"/>
                  </a:schemeClr>
                </a:gs>
                <a:gs pos="0">
                  <a:schemeClr val="accent5">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rtlCol="0" anchor="ctr"/>
          <a:lstStyle/>
          <a:p>
            <a:pPr algn="ctr"/>
            <a:endParaRPr lang="zh-CN" altLang="en-US">
              <a:solidFill>
                <a:schemeClr val="tx1"/>
              </a:solidFill>
            </a:endParaRPr>
          </a:p>
        </p:txBody>
      </p:sp>
      <p:sp>
        <p:nvSpPr>
          <p:cNvPr id="115" name="弧形 114"/>
          <p:cNvSpPr/>
          <p:nvPr>
            <p:custDataLst>
              <p:tags r:id="rId7"/>
            </p:custDataLst>
          </p:nvPr>
        </p:nvSpPr>
        <p:spPr>
          <a:xfrm rot="9660000">
            <a:off x="4764380" y="2627308"/>
            <a:ext cx="2645644" cy="2645644"/>
          </a:xfrm>
          <a:prstGeom prst="arc">
            <a:avLst>
              <a:gd name="adj1" fmla="val 13075779"/>
              <a:gd name="adj2" fmla="val 0"/>
            </a:avLst>
          </a:prstGeom>
          <a:ln>
            <a:gradFill>
              <a:gsLst>
                <a:gs pos="100000">
                  <a:schemeClr val="accent5">
                    <a:alpha val="5000"/>
                  </a:schemeClr>
                </a:gs>
                <a:gs pos="0">
                  <a:schemeClr val="accent5">
                    <a:alpha val="100000"/>
                  </a:schemeClr>
                </a:gs>
              </a:gsLst>
              <a:lin ang="0" scaled="1"/>
            </a:gradFill>
            <a:headEnd type="oval"/>
          </a:ln>
        </p:spPr>
        <p:style>
          <a:lnRef idx="2">
            <a:schemeClr val="accent1"/>
          </a:lnRef>
          <a:fillRef idx="0">
            <a:srgbClr val="FFFFFF"/>
          </a:fillRef>
          <a:effectRef idx="0">
            <a:srgbClr val="FFFFFF"/>
          </a:effectRef>
          <a:fontRef idx="minor">
            <a:schemeClr val="tx1"/>
          </a:fontRef>
        </p:style>
        <p:txBody>
          <a:bodyPr vertOverflow="overflow" horzOverflow="overflow" vert="horz" wrap="square" tIns="0" numCol="1" spcCol="0" rtlCol="0" fromWordArt="0" anchor="ctr" anchorCtr="0" forceAA="0" compatLnSpc="1">
            <a:noAutofit/>
          </a:bodyPr>
          <a:lstStyle/>
          <a:p>
            <a:pPr lvl="0" algn="ctr">
              <a:buClrTx/>
              <a:buSzTx/>
              <a:buFontTx/>
            </a:pPr>
            <a:endParaRPr lang="zh-CN" altLang="en-US">
              <a:solidFill>
                <a:schemeClr val="tx1"/>
              </a:solidFill>
              <a:sym typeface="+mn-ea"/>
            </a:endParaRPr>
          </a:p>
        </p:txBody>
      </p:sp>
      <p:sp>
        <p:nvSpPr>
          <p:cNvPr id="116" name="椭圆 115"/>
          <p:cNvSpPr/>
          <p:nvPr>
            <p:custDataLst>
              <p:tags r:id="rId8"/>
            </p:custDataLst>
          </p:nvPr>
        </p:nvSpPr>
        <p:spPr>
          <a:xfrm>
            <a:off x="4617561" y="2480489"/>
            <a:ext cx="2939282" cy="2939282"/>
          </a:xfrm>
          <a:prstGeom prst="ellipse">
            <a:avLst/>
          </a:prstGeom>
          <a:noFill/>
          <a:ln w="44450">
            <a:gradFill>
              <a:gsLst>
                <a:gs pos="99000">
                  <a:schemeClr val="accent5">
                    <a:alpha val="21000"/>
                  </a:schemeClr>
                </a:gs>
                <a:gs pos="0">
                  <a:schemeClr val="accent5">
                    <a:alpha val="10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39750"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中文标题" charset="0"/>
              <a:ea typeface="+mj-ea"/>
              <a:cs typeface="+mj-ea"/>
              <a:sym typeface="+mn-ea"/>
            </a:endParaRPr>
          </a:p>
        </p:txBody>
      </p:sp>
      <p:sp>
        <p:nvSpPr>
          <p:cNvPr id="117" name="椭圆 116"/>
          <p:cNvSpPr/>
          <p:nvPr>
            <p:custDataLst>
              <p:tags r:id="rId9"/>
            </p:custDataLst>
          </p:nvPr>
        </p:nvSpPr>
        <p:spPr>
          <a:xfrm>
            <a:off x="4438035" y="2333671"/>
            <a:ext cx="3298334" cy="3298334"/>
          </a:xfrm>
          <a:prstGeom prst="ellipse">
            <a:avLst/>
          </a:prstGeom>
          <a:noFill/>
          <a:ln w="44450">
            <a:gradFill>
              <a:gsLst>
                <a:gs pos="100000">
                  <a:schemeClr val="accent5">
                    <a:alpha val="4000"/>
                  </a:schemeClr>
                </a:gs>
                <a:gs pos="0">
                  <a:schemeClr val="accent5">
                    <a:alpha val="7000"/>
                  </a:schemeClr>
                </a:gs>
              </a:gsLst>
              <a:lin ang="16200000" scaled="1"/>
            </a:gradFill>
            <a:prstDash val="sysDot"/>
          </a:ln>
          <a:effectLst/>
        </p:spPr>
        <p:style>
          <a:lnRef idx="2">
            <a:schemeClr val="accent1">
              <a:shade val="50000"/>
            </a:schemeClr>
          </a:lnRef>
          <a:fillRef idx="1">
            <a:schemeClr val="accent1"/>
          </a:fillRef>
          <a:effectRef idx="0">
            <a:schemeClr val="accent1"/>
          </a:effectRef>
          <a:fontRef idx="minor">
            <a:schemeClr val="lt1"/>
          </a:fontRef>
        </p:style>
        <p:txBody>
          <a:bodyPr vertOverflow="overflow" horzOverflow="overflow" vert="horz" wrap="square" tIns="575945" numCol="1" spcCol="0" rtlCol="0" fromWordArt="0" anchor="ctr" anchorCtr="0" forceAA="0" compatLnSpc="1">
            <a:noAutofit/>
          </a:bodyPr>
          <a:lstStyle/>
          <a:p>
            <a:pPr lvl="0" algn="ctr">
              <a:buClrTx/>
              <a:buSzTx/>
              <a:buFontTx/>
            </a:pPr>
            <a:endParaRPr lang="zh-CN" altLang="en-US" sz="2000" b="1" spc="130" dirty="0">
              <a:solidFill>
                <a:schemeClr val="bg1"/>
              </a:solidFill>
              <a:uFillTx/>
              <a:latin typeface="+中文标题" charset="0"/>
              <a:ea typeface="+mj-ea"/>
              <a:cs typeface="+mj-ea"/>
              <a:sym typeface="+mn-ea"/>
            </a:endParaRPr>
          </a:p>
        </p:txBody>
      </p:sp>
      <p:sp>
        <p:nvSpPr>
          <p:cNvPr id="118" name="图形 4"/>
          <p:cNvSpPr/>
          <p:nvPr>
            <p:custDataLst>
              <p:tags r:id="rId10"/>
            </p:custDataLst>
          </p:nvPr>
        </p:nvSpPr>
        <p:spPr>
          <a:xfrm>
            <a:off x="10098551" y="1515265"/>
            <a:ext cx="1081244" cy="4870639"/>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6">
                    <a:lumMod val="20000"/>
                    <a:lumOff val="80000"/>
                    <a:alpha val="0"/>
                  </a:schemeClr>
                </a:gs>
                <a:gs pos="0">
                  <a:schemeClr val="accent6">
                    <a:lumMod val="20000"/>
                    <a:lumOff val="80000"/>
                    <a:alpha val="0"/>
                  </a:schemeClr>
                </a:gs>
                <a:gs pos="70000">
                  <a:schemeClr val="accent6">
                    <a:lumMod val="60000"/>
                    <a:lumOff val="40000"/>
                    <a:alpha val="100000"/>
                  </a:schemeClr>
                </a:gs>
                <a:gs pos="30000">
                  <a:schemeClr val="accent6">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119" name="图形 4"/>
          <p:cNvSpPr/>
          <p:nvPr>
            <p:custDataLst>
              <p:tags r:id="rId11"/>
            </p:custDataLst>
          </p:nvPr>
        </p:nvSpPr>
        <p:spPr>
          <a:xfrm flipH="1">
            <a:off x="994410" y="1532890"/>
            <a:ext cx="1081405" cy="4853305"/>
          </a:xfrm>
          <a:custGeom>
            <a:avLst/>
            <a:gdLst>
              <a:gd name="connsiteX0" fmla="*/ -259 w 944642"/>
              <a:gd name="connsiteY0" fmla="*/ 4255111 h 4255294"/>
              <a:gd name="connsiteX1" fmla="*/ 203548 w 944642"/>
              <a:gd name="connsiteY1" fmla="*/ 203623 h 4255294"/>
              <a:gd name="connsiteX2" fmla="*/ -259 w 944642"/>
              <a:gd name="connsiteY2" fmla="*/ -183 h 4255294"/>
            </a:gdLst>
            <a:ahLst/>
            <a:cxnLst>
              <a:cxn ang="0">
                <a:pos x="connsiteX0" y="connsiteY0"/>
              </a:cxn>
              <a:cxn ang="0">
                <a:pos x="connsiteX1" y="connsiteY1"/>
              </a:cxn>
              <a:cxn ang="0">
                <a:pos x="connsiteX2" y="connsiteY2"/>
              </a:cxn>
            </a:cxnLst>
            <a:rect l="l" t="t" r="r" b="b"/>
            <a:pathLst>
              <a:path w="944642" h="4255294">
                <a:moveTo>
                  <a:pt x="-259" y="4255111"/>
                </a:moveTo>
                <a:cubicBezTo>
                  <a:pt x="1174812" y="3192606"/>
                  <a:pt x="1266062" y="1378694"/>
                  <a:pt x="203548" y="203623"/>
                </a:cubicBezTo>
                <a:cubicBezTo>
                  <a:pt x="139073" y="132319"/>
                  <a:pt x="71055" y="64291"/>
                  <a:pt x="-259" y="-183"/>
                </a:cubicBezTo>
              </a:path>
            </a:pathLst>
          </a:custGeom>
          <a:noFill/>
          <a:ln w="15875" cap="flat">
            <a:gradFill>
              <a:gsLst>
                <a:gs pos="100000">
                  <a:schemeClr val="accent6">
                    <a:lumMod val="20000"/>
                    <a:lumOff val="80000"/>
                    <a:alpha val="0"/>
                  </a:schemeClr>
                </a:gs>
                <a:gs pos="0">
                  <a:schemeClr val="accent6">
                    <a:lumMod val="20000"/>
                    <a:lumOff val="80000"/>
                    <a:alpha val="0"/>
                  </a:schemeClr>
                </a:gs>
                <a:gs pos="70000">
                  <a:schemeClr val="accent6">
                    <a:lumMod val="60000"/>
                    <a:lumOff val="40000"/>
                    <a:alpha val="100000"/>
                  </a:schemeClr>
                </a:gs>
                <a:gs pos="30000">
                  <a:schemeClr val="accent6">
                    <a:lumMod val="60000"/>
                    <a:lumOff val="40000"/>
                    <a:alpha val="100000"/>
                  </a:schemeClr>
                </a:gs>
              </a:gsLst>
              <a:lin ang="16200000" scaled="1"/>
            </a:gradFill>
            <a:prstDash val="solid"/>
            <a:miter/>
          </a:ln>
          <a:extLst>
            <a:ext uri="{909E8E84-426E-40DD-AFC4-6F175D3DCCD1}">
              <a14:hiddenFill xmlns:a14="http://schemas.microsoft.com/office/drawing/2010/main">
                <a:solidFill>
                  <a:srgbClr val="FFFFFF"/>
                </a:solidFill>
              </a14:hiddenFill>
            </a:ext>
          </a:extLst>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pPr>
            <a:endParaRPr lang="zh-CN" altLang="en-US">
              <a:solidFill>
                <a:schemeClr val="tx1"/>
              </a:solidFill>
              <a:sym typeface="+mn-ea"/>
            </a:endParaRPr>
          </a:p>
        </p:txBody>
      </p:sp>
      <p:sp>
        <p:nvSpPr>
          <p:cNvPr id="120" name="椭圆 119"/>
          <p:cNvSpPr/>
          <p:nvPr>
            <p:custDataLst>
              <p:tags r:id="rId12"/>
            </p:custDataLst>
          </p:nvPr>
        </p:nvSpPr>
        <p:spPr>
          <a:xfrm>
            <a:off x="667992" y="3597620"/>
            <a:ext cx="697752" cy="697752"/>
          </a:xfrm>
          <a:prstGeom prst="ellipse">
            <a:avLst/>
          </a:prstGeom>
          <a:gradFill>
            <a:gsLst>
              <a:gs pos="0">
                <a:schemeClr val="accent5">
                  <a:alpha val="100000"/>
                </a:schemeClr>
              </a:gs>
              <a:gs pos="100000">
                <a:schemeClr val="accent5">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5">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中文标题" charset="0"/>
              <a:ea typeface="+mj-ea"/>
              <a:cs typeface="+mj-ea"/>
              <a:sym typeface="+mn-ea"/>
            </a:endParaRPr>
          </a:p>
        </p:txBody>
      </p:sp>
      <p:sp>
        <p:nvSpPr>
          <p:cNvPr id="121" name="矩形 120"/>
          <p:cNvSpPr/>
          <p:nvPr>
            <p:custDataLst>
              <p:tags r:id="rId13"/>
            </p:custDataLst>
          </p:nvPr>
        </p:nvSpPr>
        <p:spPr>
          <a:xfrm>
            <a:off x="1463675" y="2333625"/>
            <a:ext cx="2555240" cy="329565"/>
          </a:xfrm>
          <a:prstGeom prst="rect">
            <a:avLst/>
          </a:prstGeom>
          <a:noFill/>
        </p:spPr>
        <p:txBody>
          <a:bodyPr wrap="square" lIns="0" tIns="0" rIns="0" bIns="0" rtlCol="0" anchor="b">
            <a:noAutofit/>
          </a:bodyPr>
          <a:lstStyle/>
          <a:p>
            <a:pPr>
              <a:spcBef>
                <a:spcPct val="0"/>
              </a:spcBef>
              <a:spcAft>
                <a:spcPct val="0"/>
              </a:spcAft>
            </a:pPr>
            <a:r>
              <a:rPr lang="zh-CN" altLang="en-US" b="1" dirty="0">
                <a:solidFill>
                  <a:schemeClr val="accent5"/>
                </a:solidFill>
                <a:latin typeface="Arial" panose="020B0604020202020204" pitchFamily="34" charset="0"/>
                <a:ea typeface="黑体-简" panose="02000000000000000000" charset="-122"/>
                <a:cs typeface="+mn-ea"/>
                <a:sym typeface="+mn-ea"/>
              </a:rPr>
              <a:t>风险主动预防</a:t>
            </a:r>
            <a:endParaRPr lang="zh-CN" altLang="en-US" b="1" dirty="0">
              <a:solidFill>
                <a:schemeClr val="accent5"/>
              </a:solidFill>
              <a:latin typeface="Arial" panose="020B0604020202020204" pitchFamily="34" charset="0"/>
              <a:ea typeface="黑体-简" panose="02000000000000000000" charset="-122"/>
              <a:cs typeface="+mn-ea"/>
              <a:sym typeface="+mn-ea"/>
            </a:endParaRPr>
          </a:p>
        </p:txBody>
      </p:sp>
      <p:sp>
        <p:nvSpPr>
          <p:cNvPr id="122" name="矩形 121"/>
          <p:cNvSpPr/>
          <p:nvPr>
            <p:custDataLst>
              <p:tags r:id="rId14"/>
            </p:custDataLst>
          </p:nvPr>
        </p:nvSpPr>
        <p:spPr>
          <a:xfrm>
            <a:off x="1463675" y="2797810"/>
            <a:ext cx="2807970" cy="3507105"/>
          </a:xfrm>
          <a:prstGeom prst="rect">
            <a:avLst/>
          </a:prstGeom>
          <a:noFill/>
        </p:spPr>
        <p:txBody>
          <a:bodyPr wrap="square" lIns="0" tIns="0" rIns="0" bIns="0" rtlCol="0" anchor="t" anchorCtr="0">
            <a:noAutofit/>
          </a:bodyPr>
          <a:lstStyle/>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主动</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风险识别：</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提前</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发现</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个漏洞风险,</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   其中</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core_system_1</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system_1_vulnerability_count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core_system_2</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system_2_vulnerability_count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core_system_3</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 {{</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system_3_vulnerability_count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{{weak_password_count}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个弱口令风险</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{{latest_vulnerability_intelligence_count}}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个最新漏洞情报（受影响资产</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{{latest_vulnerability_affected_assets_count}}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a:p>
            <a:pP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高效</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消除</a:t>
            </a:r>
            <a:r>
              <a:rPr lang="en-US" sz="1200" b="1">
                <a:latin typeface="Arial" panose="020B0604020202020204" pitchFamily="34" charset="0"/>
                <a:ea typeface="黑体-简" panose="02000000000000000000" charset="-122"/>
                <a:cs typeface="Songti SC" panose="02010800040101010101" charset="-122"/>
                <a:sym typeface="Noto Sans SC"/>
              </a:rPr>
              <a:t>隐患</a:t>
            </a:r>
            <a:r>
              <a:rPr 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共</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闭环</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风险</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closed_loop_risk_count}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 </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（包含</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{{latest_affected_vulnerability_count}}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个最新漏洞）</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，其中</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有效防护了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{{protected_vulnerability_count}}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个高危可利用漏洞，修复了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{{fixed_vulnerability_count}}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个漏洞风险</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，规避了</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vulnerability_exploitation_attempt_count}</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次</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潜在</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的安全事件，</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保障研发/生产/供应链核心</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业务</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顺畅</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rPr>
              <a:t>；</a:t>
            </a:r>
            <a:endParaRPr lang="en-US" altLang="en-US" sz="1200" dirty="0">
              <a:solidFill>
                <a:schemeClr val="tx1"/>
              </a:solidFill>
              <a:latin typeface="Arial" panose="020B0604020202020204" pitchFamily="34" charset="0"/>
              <a:ea typeface="黑体-简" panose="02000000000000000000" charset="-122"/>
              <a:cs typeface="Songti SC" panose="02010800040101010101" charset="-122"/>
              <a:sym typeface="Noto Sans SC" panose="020B0200000000000000" charset="-122"/>
            </a:endParaRPr>
          </a:p>
        </p:txBody>
      </p:sp>
      <p:sp>
        <p:nvSpPr>
          <p:cNvPr id="123" name="椭圆 122"/>
          <p:cNvSpPr/>
          <p:nvPr>
            <p:custDataLst>
              <p:tags r:id="rId15"/>
            </p:custDataLst>
          </p:nvPr>
        </p:nvSpPr>
        <p:spPr>
          <a:xfrm>
            <a:off x="10807206" y="3601254"/>
            <a:ext cx="697752" cy="697752"/>
          </a:xfrm>
          <a:prstGeom prst="ellipse">
            <a:avLst/>
          </a:prstGeom>
          <a:gradFill>
            <a:gsLst>
              <a:gs pos="0">
                <a:schemeClr val="accent6">
                  <a:alpha val="100000"/>
                </a:schemeClr>
              </a:gs>
              <a:gs pos="100000">
                <a:schemeClr val="accent6">
                  <a:lumMod val="80000"/>
                  <a:lumOff val="20000"/>
                  <a:alpha val="100000"/>
                </a:schemeClr>
              </a:gs>
            </a:gsLst>
            <a:lin ang="13500000"/>
          </a:gradFill>
          <a:ln w="12700">
            <a:gradFill>
              <a:gsLst>
                <a:gs pos="100000">
                  <a:schemeClr val="bg1">
                    <a:alpha val="0"/>
                  </a:schemeClr>
                </a:gs>
                <a:gs pos="0">
                  <a:schemeClr val="bg1"/>
                </a:gs>
              </a:gsLst>
              <a:lin ang="15960000" scaled="0"/>
            </a:gradFill>
          </a:ln>
          <a:effectLst>
            <a:outerShdw blurRad="215900" dist="114300" dir="5400000" algn="t" rotWithShape="0">
              <a:schemeClr val="accent6">
                <a:alpha val="3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ot="0" spcFirstLastPara="0" vertOverflow="overflow" horzOverflow="overflow" vert="horz" wrap="square" lIns="91440" tIns="396240" rIns="71755" bIns="45720" numCol="1" spcCol="0" rtlCol="0" fromWordArt="0" anchor="ctr" anchorCtr="0" forceAA="0" compatLnSpc="1">
            <a:normAutofit fontScale="25000" lnSpcReduction="20000"/>
          </a:bodyPr>
          <a:lstStyle/>
          <a:p>
            <a:pPr lvl="0" algn="ctr">
              <a:buClrTx/>
              <a:buSzTx/>
              <a:buFontTx/>
            </a:pPr>
            <a:endParaRPr lang="zh-CN" altLang="en-US" b="1" spc="130" dirty="0">
              <a:solidFill>
                <a:schemeClr val="bg1"/>
              </a:solidFill>
              <a:uFillTx/>
              <a:latin typeface="+中文标题" charset="0"/>
              <a:ea typeface="+mj-ea"/>
              <a:cs typeface="+mj-ea"/>
              <a:sym typeface="+mn-ea"/>
            </a:endParaRPr>
          </a:p>
        </p:txBody>
      </p:sp>
      <p:sp>
        <p:nvSpPr>
          <p:cNvPr id="124" name="矩形 123"/>
          <p:cNvSpPr/>
          <p:nvPr>
            <p:custDataLst>
              <p:tags r:id="rId16"/>
            </p:custDataLst>
          </p:nvPr>
        </p:nvSpPr>
        <p:spPr>
          <a:xfrm>
            <a:off x="8114665" y="2333625"/>
            <a:ext cx="2576830" cy="329565"/>
          </a:xfrm>
          <a:prstGeom prst="rect">
            <a:avLst/>
          </a:prstGeom>
          <a:noFill/>
        </p:spPr>
        <p:txBody>
          <a:bodyPr wrap="square" lIns="0" tIns="0" rIns="0" bIns="0" rtlCol="0" anchor="b">
            <a:noAutofit/>
          </a:bodyPr>
          <a:lstStyle/>
          <a:p>
            <a:pPr algn="r">
              <a:spcBef>
                <a:spcPct val="0"/>
              </a:spcBef>
              <a:spcAft>
                <a:spcPct val="0"/>
              </a:spcAft>
            </a:pPr>
            <a:r>
              <a:rPr lang="en-US" altLang="zh-CN" b="1" dirty="0">
                <a:solidFill>
                  <a:schemeClr val="accent6"/>
                </a:solidFill>
                <a:latin typeface="Arial" panose="020B0604020202020204" pitchFamily="34" charset="0"/>
                <a:ea typeface="黑体-简" panose="02000000000000000000" charset="-122"/>
                <a:cs typeface="+mn-ea"/>
                <a:sym typeface="+mn-ea"/>
              </a:rPr>
              <a:t>7*24</a:t>
            </a:r>
            <a:r>
              <a:rPr lang="zh-CN" altLang="en-US" b="1" dirty="0">
                <a:solidFill>
                  <a:schemeClr val="accent6"/>
                </a:solidFill>
                <a:latin typeface="Arial" panose="020B0604020202020204" pitchFamily="34" charset="0"/>
                <a:ea typeface="黑体-简" panose="02000000000000000000" charset="-122"/>
                <a:cs typeface="+mn-ea"/>
                <a:sym typeface="+mn-ea"/>
              </a:rPr>
              <a:t>实时威胁对抗</a:t>
            </a:r>
            <a:endParaRPr lang="zh-CN" altLang="en-US" b="1" dirty="0">
              <a:solidFill>
                <a:schemeClr val="accent6"/>
              </a:solidFill>
              <a:latin typeface="Arial" panose="020B0604020202020204" pitchFamily="34" charset="0"/>
              <a:ea typeface="黑体-简" panose="02000000000000000000" charset="-122"/>
              <a:cs typeface="+mn-ea"/>
              <a:sym typeface="+mn-ea"/>
            </a:endParaRPr>
          </a:p>
        </p:txBody>
      </p:sp>
      <p:pic>
        <p:nvPicPr>
          <p:cNvPr id="125" name="图片 12" descr="盾牌"/>
          <p:cNvPicPr>
            <a:picLocks noChangeAspect="1"/>
          </p:cNvPicPr>
          <p:nvPr>
            <p:custDataLst>
              <p:tags r:id="rId17"/>
            </p:custDataLst>
          </p:nvPr>
        </p:nvPicPr>
        <p:blipFill>
          <a:blip r:embed="rId18">
            <a:extLst>
              <a:ext uri="{96DAC541-7B7A-43D3-8B79-37D633B846F1}">
                <asvg:svgBlip xmlns:asvg="http://schemas.microsoft.com/office/drawing/2016/SVG/main" r:embed="rId19"/>
              </a:ext>
            </a:extLst>
          </a:blip>
          <a:srcRect/>
          <a:stretch>
            <a:fillRect/>
          </a:stretch>
        </p:blipFill>
        <p:spPr>
          <a:xfrm>
            <a:off x="841744" y="3771331"/>
            <a:ext cx="329565" cy="329647"/>
          </a:xfrm>
          <a:prstGeom prst="rect">
            <a:avLst/>
          </a:prstGeom>
        </p:spPr>
      </p:pic>
      <p:sp>
        <p:nvSpPr>
          <p:cNvPr id="126" name="矩形 125"/>
          <p:cNvSpPr/>
          <p:nvPr>
            <p:custDataLst>
              <p:tags r:id="rId20"/>
            </p:custDataLst>
          </p:nvPr>
        </p:nvSpPr>
        <p:spPr>
          <a:xfrm>
            <a:off x="7883525" y="2809875"/>
            <a:ext cx="2807970" cy="2939415"/>
          </a:xfrm>
          <a:prstGeom prst="rect">
            <a:avLst/>
          </a:prstGeom>
          <a:noFill/>
        </p:spPr>
        <p:txBody>
          <a:bodyPr wrap="square" lIns="0" tIns="0" rIns="0" bIns="0" rtlCol="0" anchor="t" anchorCtr="0">
            <a:noAutofit/>
          </a:bodyPr>
          <a:lstStyle/>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安全策略调优：</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对安全设备策略进行有效性监测与调优，发现和调优策略</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{{policy_optimization_count}}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项；</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实时威胁对抗：</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对威胁进行实时监测和快速遏制，有效</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拦截</a:t>
            </a:r>
            <a:r>
              <a:rPr 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external_threat_alert_count}}</a:t>
            </a:r>
            <a:r>
              <a:rPr 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次攻击，</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平均遏制时间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{{average_threat_containment_time}</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a:t>
            </a:r>
            <a:endPar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endParaRPr>
          </a:p>
          <a:p>
            <a:pPr algn="r">
              <a:lnSpc>
                <a:spcPct val="130000"/>
              </a:lnSpc>
              <a:spcBef>
                <a:spcPct val="0"/>
              </a:spcBef>
              <a:spcAft>
                <a:spcPct val="0"/>
              </a:spcAft>
            </a:pPr>
            <a:r>
              <a:rPr lang="zh-CN" altLang="en-US" sz="1200" b="1">
                <a:solidFill>
                  <a:schemeClr val="tx1"/>
                </a:solidFill>
                <a:latin typeface="Arial" panose="020B0604020202020204" pitchFamily="34" charset="0"/>
                <a:ea typeface="黑体-简" panose="02000000000000000000" charset="-122"/>
                <a:cs typeface="Songti SC" panose="02010800040101010101" charset="-122"/>
                <a:sym typeface="Noto Sans SC"/>
              </a:rPr>
              <a:t>事件快速处置：</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对入侵成功事件快速应急响应，监测并及时发现和处置了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{{security_incident_count}}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起安全事件，避免了</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{{security_incident_count}}</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次业务损失；事件平均响应时间</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{{average_incident_response_time}}</a:t>
            </a:r>
            <a:r>
              <a:rPr lang="zh-CN" altLang="en-US" sz="1200">
                <a:solidFill>
                  <a:schemeClr val="tx1"/>
                </a:solidFill>
                <a:latin typeface="Arial" panose="020B0604020202020204" pitchFamily="34" charset="0"/>
                <a:ea typeface="黑体-简" panose="02000000000000000000" charset="-122"/>
                <a:cs typeface="Songti SC" panose="02010800040101010101" charset="-122"/>
                <a:sym typeface="Noto Sans SC"/>
              </a:rPr>
              <a:t>分钟，事件闭环率</a:t>
            </a:r>
            <a:r>
              <a:rPr lang="en-US" altLang="zh-CN" sz="1200">
                <a:solidFill>
                  <a:srgbClr val="4C61E7"/>
                </a:solidFill>
                <a:latin typeface="Arial" panose="020B0604020202020204" pitchFamily="34" charset="0"/>
                <a:ea typeface="黑体-简" panose="02000000000000000000" charset="-122"/>
                <a:cs typeface="Songti SC" panose="02010800040101010101" charset="-122"/>
                <a:sym typeface="Noto Sans SC"/>
              </a:rPr>
              <a:t>{{incident_closure_rate}}</a:t>
            </a:r>
            <a:r>
              <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rPr>
              <a:t>。</a:t>
            </a:r>
            <a:endParaRPr lang="zh-CN" altLang="en-US" sz="1200">
              <a:solidFill>
                <a:srgbClr val="4C61E7"/>
              </a:solidFill>
              <a:latin typeface="Arial" panose="020B0604020202020204" pitchFamily="34" charset="0"/>
              <a:ea typeface="黑体-简" panose="02000000000000000000" charset="-122"/>
              <a:cs typeface="Songti SC" panose="02010800040101010101" charset="-122"/>
              <a:sym typeface="Noto Sans SC"/>
            </a:endParaRPr>
          </a:p>
        </p:txBody>
      </p:sp>
      <p:pic>
        <p:nvPicPr>
          <p:cNvPr id="127" name="图片 14" descr="闪电"/>
          <p:cNvPicPr>
            <a:picLocks noChangeAspect="1"/>
          </p:cNvPicPr>
          <p:nvPr>
            <p:custDataLst>
              <p:tags r:id="rId21"/>
            </p:custDataLst>
          </p:nvPr>
        </p:nvPicPr>
        <p:blipFill>
          <a:blip r:embed="rId22">
            <a:extLst>
              <a:ext uri="{96DAC541-7B7A-43D3-8B79-37D633B846F1}">
                <asvg:svgBlip xmlns:asvg="http://schemas.microsoft.com/office/drawing/2016/SVG/main" r:embed="rId23"/>
              </a:ext>
            </a:extLst>
          </a:blip>
          <a:srcRect/>
          <a:stretch>
            <a:fillRect/>
          </a:stretch>
        </p:blipFill>
        <p:spPr>
          <a:xfrm>
            <a:off x="10995495" y="3789502"/>
            <a:ext cx="329565" cy="329647"/>
          </a:xfrm>
          <a:prstGeom prst="rect">
            <a:avLst/>
          </a:prstGeom>
        </p:spPr>
      </p:pic>
      <p:sp>
        <p:nvSpPr>
          <p:cNvPr id="128" name="文本框 127"/>
          <p:cNvSpPr txBox="1"/>
          <p:nvPr/>
        </p:nvSpPr>
        <p:spPr>
          <a:xfrm>
            <a:off x="3827145" y="6097905"/>
            <a:ext cx="4707890" cy="291465"/>
          </a:xfrm>
          <a:prstGeom prst="rect">
            <a:avLst/>
          </a:prstGeom>
          <a:noFill/>
        </p:spPr>
        <p:txBody>
          <a:bodyPr wrap="square" rtlCol="0" anchor="t">
            <a:spAutoFit/>
          </a:bodyPr>
          <a:p>
            <a:pPr algn="ctr"/>
            <a:r>
              <a:rPr lang="en-US" sz="1300">
                <a:solidFill>
                  <a:srgbClr val="404040"/>
                </a:solidFill>
                <a:latin typeface="Noto Sans SC"/>
                <a:ea typeface="Noto Sans SC"/>
                <a:cs typeface="Noto Sans SC"/>
                <a:sym typeface="Noto Sans SC"/>
              </a:rPr>
              <a:t>核心IT系统(</a:t>
            </a:r>
            <a:r>
              <a:rPr lang="en-US" sz="1300">
                <a:solidFill>
                  <a:srgbClr val="4C61E7"/>
                </a:solidFill>
                <a:latin typeface="Noto Sans SC"/>
                <a:ea typeface="Noto Sans SC"/>
                <a:cs typeface="Noto Sans SC"/>
                <a:sym typeface="Noto Sans SC"/>
              </a:rPr>
              <a:t>{</a:t>
            </a:r>
            <a:r>
              <a:rPr lang="zh-CN" altLang="en-US" sz="1300">
                <a:solidFill>
                  <a:srgbClr val="4C61E7"/>
                </a:solidFill>
                <a:latin typeface="Noto Sans SC"/>
                <a:ea typeface="Noto Sans SC"/>
                <a:cs typeface="Noto Sans SC"/>
                <a:sym typeface="Noto Sans SC"/>
              </a:rPr>
              <a:t>核心系统简称</a:t>
            </a:r>
            <a:r>
              <a:rPr lang="en-US" sz="1300">
                <a:solidFill>
                  <a:srgbClr val="4C61E7"/>
                </a:solidFill>
                <a:latin typeface="Noto Sans SC"/>
                <a:ea typeface="Noto Sans SC"/>
                <a:cs typeface="Noto Sans SC"/>
                <a:sym typeface="Noto Sans SC"/>
              </a:rPr>
              <a:t>}</a:t>
            </a:r>
            <a:r>
              <a:rPr lang="en-US" sz="1300">
                <a:solidFill>
                  <a:srgbClr val="404040"/>
                </a:solidFill>
                <a:latin typeface="Noto Sans SC"/>
                <a:ea typeface="Noto Sans SC"/>
                <a:cs typeface="Noto Sans SC"/>
                <a:sym typeface="Noto Sans SC"/>
              </a:rPr>
              <a:t>等)覆盖</a:t>
            </a:r>
            <a:r>
              <a:rPr lang="zh-CN" altLang="en-US" sz="1300">
                <a:solidFill>
                  <a:srgbClr val="404040"/>
                </a:solidFill>
                <a:latin typeface="Noto Sans SC"/>
                <a:ea typeface="Noto Sans SC"/>
                <a:cs typeface="Noto Sans SC"/>
                <a:sym typeface="Noto Sans SC"/>
              </a:rPr>
              <a:t>率</a:t>
            </a:r>
            <a:r>
              <a:rPr lang="zh-CN" altLang="en-US" sz="1300">
                <a:solidFill>
                  <a:srgbClr val="4C61E7"/>
                </a:solidFill>
                <a:latin typeface="Noto Sans SC"/>
                <a:ea typeface="Noto Sans SC"/>
                <a:cs typeface="Noto Sans SC"/>
                <a:sym typeface="Noto Sans SC"/>
              </a:rPr>
              <a:t>{XX%}</a:t>
            </a:r>
            <a:endParaRPr lang="zh-CN" altLang="en-US" sz="1300">
              <a:solidFill>
                <a:srgbClr val="4C61E7"/>
              </a:solidFill>
              <a:latin typeface="Noto Sans SC"/>
              <a:ea typeface="Noto Sans SC"/>
              <a:cs typeface="Noto Sans SC"/>
              <a:sym typeface="Noto Sans SC"/>
            </a:endParaRPr>
          </a:p>
        </p:txBody>
      </p:sp>
      <p:grpSp>
        <p:nvGrpSpPr>
          <p:cNvPr id="6" name="组合 5" descr="7b0a202020202274657874626f78223a20227b5c2269645c223a32303334383533362c5c227469645c223a5c225c227d220a7d0a"/>
          <p:cNvGrpSpPr/>
          <p:nvPr>
            <p:custDataLst>
              <p:tags r:id="rId24"/>
            </p:custDataLst>
          </p:nvPr>
        </p:nvGrpSpPr>
        <p:grpSpPr>
          <a:xfrm>
            <a:off x="852170" y="998855"/>
            <a:ext cx="10556240" cy="961390"/>
            <a:chOff x="3067050" y="2433638"/>
            <a:chExt cx="6057900" cy="3013143"/>
          </a:xfrm>
        </p:grpSpPr>
        <p:grpSp>
          <p:nvGrpSpPr>
            <p:cNvPr id="7" name="组合 6"/>
            <p:cNvGrpSpPr/>
            <p:nvPr/>
          </p:nvGrpSpPr>
          <p:grpSpPr>
            <a:xfrm>
              <a:off x="3067050" y="2433638"/>
              <a:ext cx="6057900" cy="3013143"/>
              <a:chOff x="3064668" y="1919288"/>
              <a:chExt cx="6057900" cy="3013143"/>
            </a:xfrm>
          </p:grpSpPr>
          <p:grpSp>
            <p:nvGrpSpPr>
              <p:cNvPr id="8" name="组合 7"/>
              <p:cNvGrpSpPr/>
              <p:nvPr/>
            </p:nvGrpSpPr>
            <p:grpSpPr>
              <a:xfrm>
                <a:off x="3064668" y="1919288"/>
                <a:ext cx="6057900" cy="476250"/>
                <a:chOff x="3064668" y="1919288"/>
                <a:chExt cx="6057900" cy="476250"/>
              </a:xfrm>
            </p:grpSpPr>
            <p:sp>
              <p:nvSpPr>
                <p:cNvPr id="10" name="任意多边形: 形状 9"/>
                <p:cNvSpPr/>
                <p:nvPr/>
              </p:nvSpPr>
              <p:spPr>
                <a:xfrm rot="5400000">
                  <a:off x="3038475" y="2152650"/>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1" name="任意多边形: 形状 10"/>
                <p:cNvSpPr/>
                <p:nvPr/>
              </p:nvSpPr>
              <p:spPr>
                <a:xfrm rot="5400000">
                  <a:off x="3146425" y="2152650"/>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9" name="任意多边形: 形状 11"/>
                <p:cNvSpPr/>
                <p:nvPr/>
              </p:nvSpPr>
              <p:spPr>
                <a:xfrm flipV="1">
                  <a:off x="3064668" y="2038668"/>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3">
                  <a:schemeClr val="accent5"/>
                </a:lnRef>
                <a:fillRef idx="0">
                  <a:srgbClr val="FFFFFF"/>
                </a:fillRef>
                <a:effectRef idx="0">
                  <a:srgbClr val="FFFFFF"/>
                </a:effectRef>
                <a:fontRef idx="minor">
                  <a:schemeClr val="tx1"/>
                </a:fontRef>
              </p:style>
              <p:txBody>
                <a:bodyPr rot="0" spcFirstLastPara="0" vert="horz" wrap="square" lIns="91440" tIns="45720" rIns="91440" bIns="45720" numCol="1" spcCol="0" rtlCol="0" fromWordArt="0" anchor="ctr" anchorCtr="0" forceAA="0" compatLnSpc="1">
                  <a:noAutofit/>
                </a:bodyPr>
                <a:lstStyle/>
                <a:p>
                  <a:endParaRPr lang="zh-CN" altLang="en-US"/>
                </a:p>
              </p:txBody>
            </p:sp>
          </p:grpSp>
          <p:grpSp>
            <p:nvGrpSpPr>
              <p:cNvPr id="15" name="组合 14"/>
              <p:cNvGrpSpPr/>
              <p:nvPr/>
            </p:nvGrpSpPr>
            <p:grpSpPr>
              <a:xfrm>
                <a:off x="3064668" y="4456181"/>
                <a:ext cx="6057900" cy="476250"/>
                <a:chOff x="3064668" y="4456181"/>
                <a:chExt cx="6057900" cy="476250"/>
              </a:xfrm>
            </p:grpSpPr>
            <p:sp>
              <p:nvSpPr>
                <p:cNvPr id="17" name="任意多边形: 形状 6"/>
                <p:cNvSpPr/>
                <p:nvPr/>
              </p:nvSpPr>
              <p:spPr>
                <a:xfrm rot="5400000">
                  <a:off x="86518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8" name="任意多边形: 形状 7"/>
                <p:cNvSpPr/>
                <p:nvPr/>
              </p:nvSpPr>
              <p:spPr>
                <a:xfrm rot="5400000">
                  <a:off x="85502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endParaRPr lang="zh-CN" altLang="en-US"/>
                </a:p>
              </p:txBody>
            </p:sp>
            <p:sp>
              <p:nvSpPr>
                <p:cNvPr id="19" name="任意多边形: 形状 8"/>
                <p:cNvSpPr/>
                <p:nvPr/>
              </p:nvSpPr>
              <p:spPr>
                <a:xfrm flipV="1">
                  <a:off x="3064668" y="4694304"/>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2">
                  <a:schemeClr val="accent6"/>
                </a:lnRef>
                <a:fillRef idx="0">
                  <a:schemeClr val="accent6"/>
                </a:fillRef>
                <a:effectRef idx="1">
                  <a:schemeClr val="accent6"/>
                </a:effectRef>
                <a:fontRef idx="minor">
                  <a:schemeClr val="tx1"/>
                </a:fontRef>
              </p:style>
              <p:txBody>
                <a:bodyPr rot="0" spcFirstLastPara="0" vert="horz" wrap="square" lIns="91440" tIns="45720" rIns="91440" bIns="45720" numCol="1" spcCol="0" rtlCol="0" fromWordArt="0" anchor="ctr" anchorCtr="0" forceAA="0" compatLnSpc="1">
                  <a:noAutofit/>
                </a:bodyPr>
                <a:lstStyle/>
                <a:p>
                  <a:endParaRPr lang="zh-CN" altLang="en-US"/>
                </a:p>
              </p:txBody>
            </p:sp>
          </p:grpSp>
        </p:grpSp>
        <p:sp>
          <p:nvSpPr>
            <p:cNvPr id="20" name="文本框 19"/>
            <p:cNvSpPr txBox="1"/>
            <p:nvPr/>
          </p:nvSpPr>
          <p:spPr>
            <a:xfrm>
              <a:off x="3496568" y="2909279"/>
              <a:ext cx="5220000" cy="1857480"/>
            </a:xfrm>
            <a:prstGeom prst="rect">
              <a:avLst/>
            </a:prstGeom>
            <a:noFill/>
          </p:spPr>
          <p:txBody>
            <a:bodyPr wrap="square" rtlCol="0" anchor="ctr"/>
            <a:lstStyle/>
            <a:p>
              <a:pPr algn="just">
                <a:lnSpc>
                  <a:spcPct val="130000"/>
                </a:lnSpc>
              </a:pPr>
              <a:r>
                <a:rPr lang="zh-CN" altLang="en-US" sz="1200" dirty="0">
                  <a:latin typeface="Arial" panose="020B0604020202020204" pitchFamily="34" charset="0"/>
                  <a:ea typeface="黑体-简" panose="02000000000000000000" charset="-122"/>
                </a:rPr>
                <a:t>保障核心业务连续运行，支撑企业经营效率提升。</a:t>
              </a:r>
              <a:r>
                <a:rPr lang="en-US" sz="1200" dirty="0">
                  <a:solidFill>
                    <a:srgbClr val="4C61E7"/>
                  </a:solidFill>
                  <a:latin typeface="Arial" panose="020B0604020202020204" pitchFamily="34" charset="0"/>
                  <a:ea typeface="黑体-简" panose="02000000000000000000" charset="-122"/>
                </a:rPr>
                <a:t>{{</a:t>
              </a:r>
              <a:r>
                <a:rPr lang="en-US" altLang="zh-CN" sz="1200" dirty="0">
                  <a:solidFill>
                    <a:srgbClr val="4C61E7"/>
                  </a:solidFill>
                  <a:latin typeface="Arial" panose="020B0604020202020204" pitchFamily="34" charset="0"/>
                  <a:ea typeface="黑体-简" panose="02000000000000000000" charset="-122"/>
                </a:rPr>
                <a:t>result_summary</a:t>
              </a:r>
              <a:r>
                <a:rPr lang="en-US" sz="1200" dirty="0">
                  <a:solidFill>
                    <a:srgbClr val="4C61E7"/>
                  </a:solidFill>
                  <a:latin typeface="Arial" panose="020B0604020202020204" pitchFamily="34" charset="0"/>
                  <a:ea typeface="黑体-简" panose="02000000000000000000" charset="-122"/>
                </a:rPr>
                <a:t>}}</a:t>
              </a:r>
              <a:r>
                <a:rPr lang="zh-CN" altLang="en-US" sz="1200" dirty="0">
                  <a:latin typeface="Arial" panose="020B0604020202020204" pitchFamily="34" charset="0"/>
                  <a:ea typeface="黑体-简" panose="02000000000000000000" charset="-122"/>
                </a:rPr>
                <a:t>。</a:t>
              </a:r>
              <a:endParaRPr lang="zh-CN" altLang="en-US" sz="1200" dirty="0">
                <a:effectLst/>
                <a:latin typeface="Arial" panose="020B0604020202020204" pitchFamily="34" charset="0"/>
                <a:ea typeface="黑体-简" panose="02000000000000000000" charset="-122"/>
              </a:endParaRPr>
            </a:p>
          </p:txBody>
        </p:sp>
      </p:grpSp>
    </p:spTree>
    <p:custDataLst>
      <p:tags r:id="rId25"/>
    </p:custData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9"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graphicFrame>
        <p:nvGraphicFramePr>
          <p:cNvPr id="47" name="表格 46"/>
          <p:cNvGraphicFramePr/>
          <p:nvPr>
            <p:custDataLst>
              <p:tags r:id="rId4"/>
            </p:custDataLst>
          </p:nvPr>
        </p:nvGraphicFramePr>
        <p:xfrm>
          <a:off x="6257290" y="1151890"/>
          <a:ext cx="5535295" cy="5288915"/>
        </p:xfrm>
        <a:graphic>
          <a:graphicData uri="http://schemas.openxmlformats.org/drawingml/2006/table">
            <a:tbl>
              <a:tblPr firstRow="1" lastCol="1" bandCol="1">
                <a:tableStyleId>{0126E9F6-41A6-44B7-8387-491034A24550}</a:tableStyleId>
              </a:tblPr>
              <a:tblGrid>
                <a:gridCol w="883285"/>
                <a:gridCol w="4652010"/>
              </a:tblGrid>
              <a:tr h="82296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潜在损失维度</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5">
                        <a:lumMod val="60000"/>
                        <a:lumOff val="40000"/>
                      </a:schemeClr>
                    </a:solidFill>
                  </a:tcPr>
                </a:tc>
                <a:tc>
                  <a:txBody>
                    <a:bodyPr/>
                    <a:p>
                      <a:pPr algn="l">
                        <a:lnSpc>
                          <a:spcPct val="150000"/>
                        </a:lnSpc>
                        <a:buClrTx/>
                        <a:buSzTx/>
                        <a:buFontTx/>
                        <a:buNone/>
                      </a:pPr>
                      <a:r>
                        <a:rPr lang="zh-CN" altLang="en-US" sz="1200">
                          <a:solidFill>
                            <a:schemeClr val="tx1"/>
                          </a:solidFill>
                          <a:latin typeface="Heiti SC Light" panose="02000000000000000000" charset="-122"/>
                          <a:ea typeface="Heiti SC Light" panose="02000000000000000000" charset="-122"/>
                          <a:sym typeface="+mn-ea"/>
                        </a:rPr>
                        <a:t>漏洞利用攻击如果未及时发现和对抗，可能导致核心系统敏感数据泄露、主机被控挖矿、数据勒索加密等重大</a:t>
                      </a:r>
                      <a:r>
                        <a:rPr lang="zh-CN" altLang="en-US" sz="1200">
                          <a:solidFill>
                            <a:schemeClr val="tx1"/>
                          </a:solidFill>
                          <a:latin typeface="Heiti SC Light" panose="02000000000000000000" charset="-122"/>
                          <a:ea typeface="Heiti SC Light" panose="02000000000000000000" charset="-122"/>
                          <a:sym typeface="+mn-ea"/>
                        </a:rPr>
                        <a:t>危害事件</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3">
                        <a:lumMod val="20000"/>
                        <a:lumOff val="80000"/>
                      </a:schemeClr>
                    </a:solidFill>
                  </a:tcPr>
                </a:tc>
              </a:tr>
              <a:tr h="1082675">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潜在损失规避评估</a:t>
                      </a:r>
                      <a:endParaRPr lang="zh-CN" altLang="en-US" sz="1200">
                        <a:solidFill>
                          <a:schemeClr val="tx1"/>
                        </a:solidFill>
                        <a:latin typeface="Heiti SC Light" panose="02000000000000000000" charset="-122"/>
                        <a:ea typeface="Heiti SC Light" panose="02000000000000000000" charset="-122"/>
                      </a:endParaRPr>
                    </a:p>
                    <a:p>
                      <a:pPr algn="ctr">
                        <a:buNone/>
                      </a:pPr>
                      <a:r>
                        <a:rPr lang="zh-CN" altLang="en-US" sz="1200">
                          <a:solidFill>
                            <a:schemeClr val="tx1"/>
                          </a:solidFill>
                          <a:latin typeface="Heiti SC Light" panose="02000000000000000000" charset="-122"/>
                          <a:ea typeface="Heiti SC Light" panose="02000000000000000000" charset="-122"/>
                          <a:sym typeface="+mn-ea"/>
                        </a:rPr>
                        <a:t>（影响面）</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algn="ctr">
                        <a:buNone/>
                      </a:pPr>
                      <a:r>
                        <a:rPr lang="en-US" altLang="zh-CN" sz="1200">
                          <a:solidFill>
                            <a:srgbClr val="FF0000"/>
                          </a:solidFill>
                          <a:latin typeface="Arial" panose="020B0604020202020204" pitchFamily="34" charset="0"/>
                          <a:ea typeface="黑体-简" panose="02000000000000000000" charset="-122"/>
                          <a:sym typeface="+mn-ea"/>
                        </a:rPr>
                        <a:t>2</a:t>
                      </a:r>
                      <a:r>
                        <a:rPr lang="zh-CN" altLang="en-US" sz="1200">
                          <a:solidFill>
                            <a:srgbClr val="FF0000"/>
                          </a:solidFill>
                          <a:latin typeface="Arial" panose="020B0604020202020204" pitchFamily="34" charset="0"/>
                          <a:ea typeface="黑体-简" panose="02000000000000000000" charset="-122"/>
                          <a:sym typeface="+mn-ea"/>
                        </a:rPr>
                        <a:t>个高危可利用漏洞</a:t>
                      </a:r>
                      <a:r>
                        <a:rPr lang="en-US" altLang="zh-CN" sz="1200">
                          <a:solidFill>
                            <a:srgbClr val="FF0000"/>
                          </a:solidFill>
                          <a:latin typeface="Arial" panose="020B0604020202020204" pitchFamily="34" charset="0"/>
                          <a:ea typeface="黑体-简" panose="02000000000000000000" charset="-122"/>
                          <a:sym typeface="+mn-ea"/>
                        </a:rPr>
                        <a:t>*100</a:t>
                      </a:r>
                      <a:r>
                        <a:rPr lang="zh-CN" altLang="en-US" sz="1200">
                          <a:solidFill>
                            <a:srgbClr val="FF0000"/>
                          </a:solidFill>
                          <a:latin typeface="Arial" panose="020B0604020202020204" pitchFamily="34" charset="0"/>
                          <a:ea typeface="黑体-简" panose="02000000000000000000" charset="-122"/>
                          <a:sym typeface="+mn-ea"/>
                        </a:rPr>
                        <a:t>万元</a:t>
                      </a:r>
                      <a:r>
                        <a:rPr lang="en-US" altLang="zh-CN" sz="1200">
                          <a:solidFill>
                            <a:srgbClr val="FF0000"/>
                          </a:solidFill>
                          <a:latin typeface="Arial" panose="020B0604020202020204" pitchFamily="34" charset="0"/>
                          <a:ea typeface="黑体-简" panose="02000000000000000000" charset="-122"/>
                          <a:sym typeface="+mn-ea"/>
                        </a:rPr>
                        <a:t>≈200</a:t>
                      </a:r>
                      <a:r>
                        <a:rPr lang="zh-CN" altLang="en-US" sz="1200">
                          <a:solidFill>
                            <a:srgbClr val="FF0000"/>
                          </a:solidFill>
                          <a:latin typeface="Arial" panose="020B0604020202020204" pitchFamily="34" charset="0"/>
                          <a:ea typeface="黑体-简" panose="02000000000000000000" charset="-122"/>
                          <a:sym typeface="+mn-ea"/>
                        </a:rPr>
                        <a:t>万元</a:t>
                      </a:r>
                      <a:endParaRPr lang="zh-CN" altLang="en-US" sz="1200">
                        <a:solidFill>
                          <a:srgbClr val="FF0000"/>
                        </a:solidFill>
                        <a:latin typeface="Arial" panose="020B0604020202020204" pitchFamily="34" charset="0"/>
                        <a:ea typeface="黑体-简" panose="02000000000000000000" charset="-122"/>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（基于行业公开事例评估测算，单个漏洞利用攻击入侵成功导致的平均安全损失约</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100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r h="318262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实际案例损失情况</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indent="0" algn="l" defTabSz="914400">
                        <a:lnSpc>
                          <a:spcPct val="150000"/>
                        </a:lnSpc>
                        <a:buClrTx/>
                        <a:buSzTx/>
                        <a:buFont typeface="+mj-lt"/>
                        <a:buNone/>
                      </a:pP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当前规模化的</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RaaS</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攻击手段主要探测识别</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1DAY</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高危可利用漏洞后进行自动化利用攻击</a:t>
                      </a:r>
                      <a:endParaRPr lang="en-US" altLang="zh-CN" sz="1200" b="1"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捷豹路虎遭勒索攻击致全球系统瘫痪</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日期：</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2025.9 </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至</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 2025.10.8</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事件概要：</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"Scattered Lapsus$ Hunters"</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黑客组织利用</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SAP NetWeaver</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CVE-2025-31324</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）远程执行漏洞入侵内部网络，部署勒索软件并窃取数据。</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indent="0" algn="l" defTabSz="914400">
                        <a:lnSpc>
                          <a:spcPct val="150000"/>
                        </a:lnSpc>
                        <a:buClrTx/>
                        <a:buSzTx/>
                        <a:buFont typeface="+mj-lt"/>
                        <a:buNone/>
                      </a:pP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影响描述：全球</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IT</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系统关闭，生产、销售、售后服务全面瘫痪；</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33,000</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名员工被安排休假；财务损失达</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 1.96</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亿英镑；</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10</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月</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8</a:t>
                      </a:r>
                      <a:r>
                        <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rPr>
                        <a:t>日才完成系统重启。</a:t>
                      </a:r>
                      <a:endParaRPr lang="en-US" altLang="zh-CN" sz="1200" b="0" dirty="0">
                        <a:solidFill>
                          <a:srgbClr val="14161A"/>
                        </a:solidFill>
                        <a:latin typeface="Arial" panose="020B0604020202020204" pitchFamily="34" charset="0"/>
                        <a:ea typeface="黑体-简" panose="02000000000000000000" charset="-122"/>
                        <a:cs typeface="微软雅黑" panose="020B0503020204020204" pitchFamily="34" charset="-120"/>
                        <a:sym typeface="宋体" panose="02010600030101010101" pitchFamily="2" charset="-122"/>
                      </a:endParaRPr>
                    </a:p>
                    <a:p>
                      <a:pPr indent="0" algn="l" defTabSz="914400">
                        <a:lnSpc>
                          <a:spcPct val="150000"/>
                        </a:lnSpc>
                        <a:buClrTx/>
                        <a:buSzTx/>
                        <a:buFont typeface="+mj-lt"/>
                        <a:buNone/>
                      </a:pP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基于</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国内安全咨询机构及厂商综合披露的数据显示，国内政企勒索支付的中位数为</a:t>
                      </a:r>
                      <a:r>
                        <a:rPr lang="en-US" altLang="zh-CN"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100</a:t>
                      </a:r>
                      <a:r>
                        <a:rPr lang="zh-CN" altLang="en-US" sz="12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万元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bl>
          </a:graphicData>
        </a:graphic>
      </p:graphicFrame>
      <p:sp>
        <p:nvSpPr>
          <p:cNvPr id="2" name="Text 1"/>
          <p:cNvSpPr/>
          <p:nvPr/>
        </p:nvSpPr>
        <p:spPr>
          <a:xfrm>
            <a:off x="599440" y="1151255"/>
            <a:ext cx="5532755" cy="631190"/>
          </a:xfrm>
          <a:prstGeom prst="rect">
            <a:avLst/>
          </a:prstGeom>
          <a:solidFill>
            <a:srgbClr val="E6514E"/>
          </a:solidFill>
        </p:spPr>
        <p:txBody>
          <a:bodyPr wrap="square" lIns="0" tIns="0" rIns="0" bIns="0" rtlCol="0" anchor="ctr"/>
          <a:lstStyle/>
          <a:p>
            <a:pPr marL="0" indent="0" algn="ctr">
              <a:buNone/>
            </a:pPr>
            <a:r>
              <a:rPr lang="en-US" sz="1800" b="1" dirty="0">
                <a:solidFill>
                  <a:srgbClr val="FFFFFF"/>
                </a:solidFill>
                <a:latin typeface="微软雅黑" panose="020B0503020204020204" charset="-122"/>
                <a:ea typeface="微软雅黑" panose="020B0503020204020204" charset="-122"/>
                <a:cs typeface="微软雅黑" panose="020B0503020204020204" pitchFamily="34" charset="-120"/>
              </a:rPr>
              <a:t>主机存在动态脚本上传成功</a:t>
            </a:r>
            <a:endParaRPr lang="en-US" altLang="en-US" sz="1800"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4" name="Text 2"/>
          <p:cNvSpPr/>
          <p:nvPr/>
        </p:nvSpPr>
        <p:spPr>
          <a:xfrm>
            <a:off x="599440" y="1783080"/>
            <a:ext cx="5532755" cy="4639945"/>
          </a:xfrm>
          <a:prstGeom prst="rect">
            <a:avLst/>
          </a:prstGeom>
          <a:solidFill>
            <a:srgbClr val="FDF1F1"/>
          </a:solidFill>
        </p:spPr>
        <p:txBody>
          <a:bodyPr wrap="square" lIns="283464" tIns="137160" rIns="283464" bIns="137160" rtlCol="0" anchor="t"/>
          <a:lstStyle/>
          <a:p>
            <a:pPr marL="0" indent="0">
              <a:lnSpc>
                <a:spcPts val="1600"/>
              </a:lnSpc>
              <a:buNone/>
            </a:pPr>
            <a:r>
              <a:rPr lang="zh-CN" altLang="en-US" sz="1600" b="1" dirty="0">
                <a:solidFill>
                  <a:srgbClr val="14161A"/>
                </a:solidFill>
                <a:latin typeface="微软雅黑" panose="020B0503020204020204" charset="-122"/>
                <a:ea typeface="微软雅黑" panose="020B0503020204020204" charset="-122"/>
                <a:cs typeface="微软雅黑" panose="020B0503020204020204" pitchFamily="34" charset="-120"/>
              </a:rPr>
              <a:t>攻击者通过文件上传漏洞，成功上传脚本文件，尝试执行脚本文件获取服务器权限</a:t>
            </a:r>
            <a:r>
              <a:rPr lang="en-US" sz="1600" b="1" dirty="0">
                <a:solidFill>
                  <a:srgbClr val="14161A"/>
                </a:solidFill>
                <a:latin typeface="微软雅黑" panose="020B0503020204020204" charset="-122"/>
                <a:ea typeface="微软雅黑" panose="020B0503020204020204" charset="-122"/>
                <a:cs typeface="微软雅黑" panose="020B0503020204020204" pitchFamily="34" charset="-120"/>
              </a:rPr>
              <a:t>
</a:t>
            </a:r>
            <a:endParaRPr lang="en-US" sz="1200" b="1" dirty="0"/>
          </a:p>
          <a:p>
            <a:pPr marL="0" indent="0">
              <a:lnSpc>
                <a:spcPct val="150000"/>
              </a:lnSpc>
              <a:buNone/>
            </a:pPr>
            <a:r>
              <a:rPr lang="en-US" sz="1200" dirty="0">
                <a:solidFill>
                  <a:srgbClr val="666666"/>
                </a:solidFill>
                <a:latin typeface="微软雅黑" panose="020B0503020204020204" charset="-122"/>
                <a:ea typeface="微软雅黑" panose="020B0503020204020204" charset="-122"/>
                <a:cs typeface="微软雅黑" panose="020B0503020204020204" pitchFamily="34" charset="-120"/>
              </a:rPr>
              <a:t>发现时间：</a:t>
            </a:r>
            <a:r>
              <a:rPr lang="en-US" sz="1200" dirty="0">
                <a:solidFill>
                  <a:srgbClr val="14161A"/>
                </a:solidFill>
                <a:latin typeface="微软雅黑" panose="020B0503020204020204" charset="-122"/>
                <a:ea typeface="微软雅黑" panose="020B0503020204020204" charset="-122"/>
                <a:cs typeface="微软雅黑" panose="020B0503020204020204" pitchFamily="34" charset="-120"/>
              </a:rPr>
              <a:t>2025-10-29 18:19:26</a:t>
            </a:r>
            <a:endParaRPr lang="en-US" sz="900" dirty="0"/>
          </a:p>
          <a:p>
            <a:pPr marL="0" indent="0">
              <a:lnSpc>
                <a:spcPct val="150000"/>
              </a:lnSpc>
              <a:buNone/>
            </a:pPr>
            <a:r>
              <a:rPr lang="en-US" sz="1200" dirty="0">
                <a:solidFill>
                  <a:srgbClr val="666666"/>
                </a:solidFill>
                <a:latin typeface="微软雅黑" panose="020B0503020204020204" charset="-122"/>
                <a:ea typeface="微软雅黑" panose="020B0503020204020204" charset="-122"/>
                <a:cs typeface="微软雅黑" panose="020B0503020204020204" pitchFamily="34" charset="-120"/>
              </a:rPr>
              <a:t>影响资产：</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XX.XX.XX.XX</a:t>
            </a:r>
            <a:r>
              <a:rPr 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应用</a:t>
            </a:r>
            <a:r>
              <a:rPr 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endParaRPr lang="en-US" sz="12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0" indent="0">
              <a:lnSpc>
                <a:spcPct val="150000"/>
              </a:lnSpc>
              <a:buNone/>
            </a:pPr>
            <a:endParaRPr lang="en-US" altLang="zh-CN" sz="900" dirty="0"/>
          </a:p>
          <a:p>
            <a:pPr marL="0" indent="0">
              <a:lnSpc>
                <a:spcPct val="150000"/>
              </a:lnSpc>
              <a:buNone/>
            </a:pPr>
            <a:r>
              <a:rPr lang="en-US" sz="1200" dirty="0">
                <a:solidFill>
                  <a:srgbClr val="666666"/>
                </a:solidFill>
                <a:latin typeface="微软雅黑" panose="020B0503020204020204" charset="-122"/>
                <a:ea typeface="微软雅黑" panose="020B0503020204020204" charset="-122"/>
                <a:cs typeface="微软雅黑" panose="020B0503020204020204" pitchFamily="34" charset="-120"/>
              </a:rPr>
              <a:t>事件危害：</a:t>
            </a:r>
            <a:r>
              <a:rPr lang="en-US" sz="1200" dirty="0">
                <a:solidFill>
                  <a:srgbClr val="14161A"/>
                </a:solidFill>
                <a:latin typeface="微软雅黑" panose="020B0503020204020204" charset="-122"/>
                <a:ea typeface="微软雅黑" panose="020B0503020204020204" charset="-122"/>
                <a:cs typeface="微软雅黑" panose="020B0503020204020204" pitchFamily="34" charset="-120"/>
              </a:rPr>
              <a:t>服务器</a:t>
            </a:r>
            <a:r>
              <a:rPr 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存在</a:t>
            </a:r>
            <a:r>
              <a:rPr lang="en-US" sz="1200" dirty="0">
                <a:solidFill>
                  <a:srgbClr val="14161A"/>
                </a:solidFill>
                <a:latin typeface="微软雅黑" panose="020B0503020204020204" charset="-122"/>
                <a:ea typeface="微软雅黑" panose="020B0503020204020204" charset="-122"/>
                <a:cs typeface="微软雅黑" panose="020B0503020204020204" pitchFamily="34" charset="-120"/>
              </a:rPr>
              <a:t>文件上传</a:t>
            </a:r>
            <a:r>
              <a:rPr 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漏洞</a:t>
            </a:r>
            <a:r>
              <a:rPr lang="en-US" sz="12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sz="12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如未</a:t>
            </a:r>
            <a:r>
              <a:rPr lang="zh-CN" sz="1200" b="1"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监测发现脚本落盘和攻击动向</a:t>
            </a:r>
            <a:r>
              <a:rPr lang="zh-CN" sz="12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sym typeface="+mn-ea"/>
              </a:rPr>
              <a:t>攻击者</a:t>
            </a:r>
            <a:r>
              <a:rPr 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可</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直接</a:t>
            </a:r>
            <a:r>
              <a:rPr 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通过该</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脚本控制服务器</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执行相应命令，对</a:t>
            </a:r>
            <a:r>
              <a:rPr lang="zh-CN" altLang="en-US" sz="1200" b="1" dirty="0">
                <a:solidFill>
                  <a:srgbClr val="FF0000"/>
                </a:solidFill>
                <a:latin typeface="微软雅黑" panose="020B0503020204020204" charset="-122"/>
                <a:ea typeface="微软雅黑" panose="020B0503020204020204" charset="-122"/>
                <a:cs typeface="微软雅黑" panose="020B0503020204020204" pitchFamily="34" charset="-120"/>
              </a:rPr>
              <a:t>收银业务</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进行</a:t>
            </a:r>
            <a:r>
              <a:rPr lang="zh-CN" altLang="en-US" sz="1200" b="1" dirty="0">
                <a:solidFill>
                  <a:srgbClr val="FF0000"/>
                </a:solidFill>
                <a:latin typeface="微软雅黑" panose="020B0503020204020204" charset="-122"/>
                <a:ea typeface="微软雅黑" panose="020B0503020204020204" charset="-122"/>
                <a:cs typeface="微软雅黑" panose="020B0503020204020204" pitchFamily="34" charset="-120"/>
              </a:rPr>
              <a:t>数据窃取甚至进一步投放勒索病毒</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，从而导致</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集团出现</a:t>
            </a:r>
            <a:r>
              <a:rPr lang="zh-CN" altLang="en-US" sz="1200" b="1" dirty="0">
                <a:solidFill>
                  <a:srgbClr val="FF0000"/>
                </a:solidFill>
                <a:latin typeface="微软雅黑" panose="020B0503020204020204" charset="-122"/>
                <a:ea typeface="微软雅黑" panose="020B0503020204020204" charset="-122"/>
                <a:cs typeface="微软雅黑" panose="020B0503020204020204" pitchFamily="34" charset="-120"/>
              </a:rPr>
              <a:t>信息泄露、业务中断以及数据被加密</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的状况，进而</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导致</a:t>
            </a:r>
            <a:r>
              <a:rPr lang="zh-CN" altLang="en-US" sz="1200" b="1" dirty="0">
                <a:solidFill>
                  <a:srgbClr val="FF0000"/>
                </a:solidFill>
                <a:latin typeface="微软雅黑" panose="020B0503020204020204" charset="-122"/>
                <a:ea typeface="微软雅黑" panose="020B0503020204020204" charset="-122"/>
                <a:cs typeface="微软雅黑" panose="020B0503020204020204" pitchFamily="34" charset="-120"/>
              </a:rPr>
              <a:t>资金</a:t>
            </a:r>
            <a:r>
              <a:rPr lang="en-US" altLang="zh-CN" sz="1200" b="1" dirty="0">
                <a:solidFill>
                  <a:srgbClr val="FF0000"/>
                </a:solidFill>
                <a:latin typeface="微软雅黑" panose="020B0503020204020204" charset="-122"/>
                <a:ea typeface="微软雅黑" panose="020B0503020204020204" charset="-122"/>
                <a:cs typeface="微软雅黑" panose="020B0503020204020204" pitchFamily="34" charset="-120"/>
              </a:rPr>
              <a:t>/ </a:t>
            </a:r>
            <a:r>
              <a:rPr lang="zh-CN" altLang="en-US" sz="1200" b="1" dirty="0">
                <a:solidFill>
                  <a:srgbClr val="FF0000"/>
                </a:solidFill>
                <a:latin typeface="微软雅黑" panose="020B0503020204020204" charset="-122"/>
                <a:ea typeface="微软雅黑" panose="020B0503020204020204" charset="-122"/>
                <a:cs typeface="微软雅黑" panose="020B0503020204020204" pitchFamily="34" charset="-120"/>
              </a:rPr>
              <a:t>名誉损失和监管通报</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等；</a:t>
            </a:r>
            <a:endPar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0" indent="0">
              <a:lnSpc>
                <a:spcPct val="150000"/>
              </a:lnSpc>
              <a:buNone/>
            </a:pPr>
            <a:endParaRPr lang="en-US" sz="12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0" indent="0">
              <a:lnSpc>
                <a:spcPct val="150000"/>
              </a:lnSpc>
              <a:buNone/>
            </a:pPr>
            <a:r>
              <a:rPr lang="en-US" sz="1200" dirty="0">
                <a:solidFill>
                  <a:srgbClr val="666666"/>
                </a:solidFill>
                <a:latin typeface="微软雅黑" panose="020B0503020204020204" charset="-122"/>
                <a:ea typeface="微软雅黑" panose="020B0503020204020204" charset="-122"/>
                <a:cs typeface="微软雅黑" panose="020B0503020204020204" pitchFamily="34" charset="-120"/>
              </a:rPr>
              <a:t>影响范围分析：</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攻击行为的</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阻断和处置加固及时</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，将</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影响范围限制在单台业务服务器</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且</a:t>
            </a:r>
            <a:r>
              <a:rPr lang="zh-CN" altLang="en-US" sz="1200" b="1" dirty="0">
                <a:solidFill>
                  <a:srgbClr val="FF0000"/>
                </a:solidFill>
                <a:latin typeface="微软雅黑" panose="020B0503020204020204" charset="-122"/>
                <a:ea typeface="微软雅黑" panose="020B0503020204020204" charset="-122"/>
                <a:cs typeface="微软雅黑" panose="020B0503020204020204" pitchFamily="34" charset="-120"/>
              </a:rPr>
              <a:t>未造成损失，未影响其它业务</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endParaRPr>
          </a:p>
          <a:p>
            <a:pPr marL="0" indent="0">
              <a:lnSpc>
                <a:spcPct val="150000"/>
              </a:lnSpc>
              <a:buNone/>
            </a:pPr>
            <a:endParaRPr lang="en-US" sz="900" dirty="0"/>
          </a:p>
          <a:p>
            <a:pPr marL="0" indent="0">
              <a:lnSpc>
                <a:spcPct val="150000"/>
              </a:lnSpc>
              <a:buNone/>
            </a:pPr>
            <a:r>
              <a:rPr lang="en-US" sz="1200" dirty="0">
                <a:solidFill>
                  <a:srgbClr val="666666"/>
                </a:solidFill>
                <a:latin typeface="微软雅黑" panose="020B0503020204020204" charset="-122"/>
                <a:ea typeface="微软雅黑" panose="020B0503020204020204" charset="-122"/>
                <a:cs typeface="微软雅黑" panose="020B0503020204020204" pitchFamily="34" charset="-120"/>
              </a:rPr>
              <a:t>事件</a:t>
            </a:r>
            <a:r>
              <a:rPr lang="zh-CN" altLang="en-US" sz="1200" dirty="0">
                <a:solidFill>
                  <a:srgbClr val="666666"/>
                </a:solidFill>
                <a:latin typeface="微软雅黑" panose="020B0503020204020204" charset="-122"/>
                <a:ea typeface="微软雅黑" panose="020B0503020204020204" charset="-122"/>
                <a:cs typeface="微软雅黑" panose="020B0503020204020204" pitchFamily="34" charset="-120"/>
              </a:rPr>
              <a:t>处置：</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线上首先</a:t>
            </a:r>
            <a:r>
              <a:rPr 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封堵恶意IP</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完成攻击抑制</a:t>
            </a:r>
            <a:r>
              <a:rPr lang="en-US" sz="1200" dirty="0">
                <a:solidFill>
                  <a:srgbClr val="14161A"/>
                </a:solidFill>
                <a:latin typeface="微软雅黑" panose="020B0503020204020204" charset="-122"/>
                <a:ea typeface="微软雅黑" panose="020B0503020204020204" charset="-122"/>
                <a:cs typeface="微软雅黑" panose="020B0503020204020204" pitchFamily="34" charset="-120"/>
              </a:rPr>
              <a:t>，</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并</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协助线下黄老师</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对主机的</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恶意脚本文件进行清除；同步开展漏洞加固</a:t>
            </a:r>
            <a:r>
              <a:rPr lang="zh-CN" altLang="en-US" sz="1200" dirty="0">
                <a:solidFill>
                  <a:srgbClr val="14161A"/>
                </a:solidFill>
                <a:latin typeface="微软雅黑" panose="020B0503020204020204" charset="-122"/>
                <a:ea typeface="微软雅黑" panose="020B0503020204020204" charset="-122"/>
                <a:cs typeface="微软雅黑" panose="020B0503020204020204" pitchFamily="34" charset="-120"/>
              </a:rPr>
              <a:t>，通过</a:t>
            </a:r>
            <a:r>
              <a:rPr lang="en-US" sz="1200" dirty="0">
                <a:solidFill>
                  <a:srgbClr val="14161A"/>
                </a:solidFill>
                <a:latin typeface="微软雅黑" panose="020B0503020204020204" charset="-122"/>
                <a:ea typeface="微软雅黑" panose="020B0503020204020204" charset="-122"/>
                <a:cs typeface="微软雅黑" panose="020B0503020204020204" pitchFamily="34" charset="-120"/>
              </a:rPr>
              <a:t>配置防护策略，</a:t>
            </a:r>
            <a:r>
              <a:rPr 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针对性</a:t>
            </a:r>
            <a:r>
              <a:rPr lang="zh-CN" altLang="en-US" sz="1200" b="1" dirty="0">
                <a:solidFill>
                  <a:srgbClr val="14161A"/>
                </a:solidFill>
                <a:latin typeface="微软雅黑" panose="020B0503020204020204" charset="-122"/>
                <a:ea typeface="微软雅黑" panose="020B0503020204020204" charset="-122"/>
                <a:cs typeface="微软雅黑" panose="020B0503020204020204" pitchFamily="34" charset="-120"/>
              </a:rPr>
              <a:t>完成风险闭环</a:t>
            </a:r>
            <a:r>
              <a:rPr lang="en-US" sz="1200" dirty="0">
                <a:solidFill>
                  <a:srgbClr val="14161A"/>
                </a:solidFill>
                <a:latin typeface="微软雅黑" panose="020B0503020204020204" charset="-122"/>
                <a:ea typeface="微软雅黑" panose="020B0503020204020204" charset="-122"/>
                <a:cs typeface="微软雅黑" panose="020B0503020204020204" pitchFamily="34" charset="-120"/>
              </a:rPr>
              <a:t>。</a:t>
            </a:r>
            <a:endParaRPr lang="zh-CN" altLang="en-US" sz="1200" b="1" dirty="0">
              <a:solidFill>
                <a:srgbClr val="FF0000"/>
              </a:solidFill>
              <a:latin typeface="微软雅黑" panose="020B0503020204020204" charset="-122"/>
              <a:ea typeface="微软雅黑" panose="020B0503020204020204" charset="-122"/>
              <a:cs typeface="微软雅黑" panose="020B0503020204020204" pitchFamily="34" charset="-120"/>
            </a:endParaRPr>
          </a:p>
        </p:txBody>
      </p:sp>
      <p:pic>
        <p:nvPicPr>
          <p:cNvPr id="5" name="Image 0" descr="/opt/sangfor/app/report-generation/soar/apps/report_generation/front/threat-management-report/static/images/quarterly-report/event-manage/finished.png"/>
          <p:cNvPicPr>
            <a:picLocks noChangeAspect="1"/>
          </p:cNvPicPr>
          <p:nvPr/>
        </p:nvPicPr>
        <p:blipFill>
          <a:blip r:embed="rId5"/>
          <a:stretch>
            <a:fillRect/>
          </a:stretch>
        </p:blipFill>
        <p:spPr>
          <a:xfrm>
            <a:off x="4911344" y="4854448"/>
            <a:ext cx="1088136" cy="877824"/>
          </a:xfrm>
          <a:prstGeom prst="rect">
            <a:avLst/>
          </a:prstGeom>
        </p:spPr>
      </p:pic>
      <p:sp>
        <p:nvSpPr>
          <p:cNvPr id="6"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
        <p:nvSpPr>
          <p:cNvPr id="8" name="文本框 7"/>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选择跟保护核心业务相关，并且跟用户共同协作完成处置的典型事件样例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图片 6"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sp>
        <p:nvSpPr>
          <p:cNvPr id="3" name="文本框 2"/>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选择跟保护核心业务相关，并且跟用户共同协作完成处置的典型事件样例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
        <p:nvSpPr>
          <p:cNvPr id="20" name="Text 1"/>
          <p:cNvSpPr/>
          <p:nvPr/>
        </p:nvSpPr>
        <p:spPr>
          <a:xfrm>
            <a:off x="544195" y="1235075"/>
            <a:ext cx="5611495" cy="631190"/>
          </a:xfrm>
          <a:prstGeom prst="rect">
            <a:avLst/>
          </a:prstGeom>
          <a:solidFill>
            <a:srgbClr val="E6514E"/>
          </a:solidFill>
        </p:spPr>
        <p:txBody>
          <a:bodyPr wrap="square" lIns="0" tIns="0" rIns="0" bIns="0" rtlCol="0" anchor="ctr"/>
          <a:lstStyle/>
          <a:p>
            <a:pPr marL="0" indent="0" algn="ctr">
              <a:buNone/>
            </a:pPr>
            <a:r>
              <a:rPr lang="en-US" sz="1400" b="1" dirty="0">
                <a:solidFill>
                  <a:srgbClr val="FFFFFF"/>
                </a:solidFill>
                <a:latin typeface="微软雅黑" panose="020B0503020204020204" charset="-122"/>
                <a:ea typeface="微软雅黑" panose="020B0503020204020204" charset="-122"/>
                <a:cs typeface="微软雅黑" panose="020B0503020204020204" pitchFamily="34" charset="-120"/>
              </a:rPr>
              <a:t>主机</a:t>
            </a:r>
            <a:r>
              <a:rPr lang="zh-CN" altLang="en-US" sz="1400" b="1" dirty="0">
                <a:solidFill>
                  <a:srgbClr val="FFFFFF"/>
                </a:solidFill>
                <a:latin typeface="微软雅黑" panose="020B0503020204020204" charset="-122"/>
                <a:ea typeface="微软雅黑" panose="020B0503020204020204" charset="-122"/>
                <a:cs typeface="微软雅黑" panose="020B0503020204020204" pitchFamily="34" charset="-120"/>
              </a:rPr>
              <a:t>感染银狐病毒进行内网传播</a:t>
            </a:r>
            <a:endParaRPr lang="zh-CN" altLang="en-US" sz="1400"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21" name="Text 2"/>
          <p:cNvSpPr/>
          <p:nvPr/>
        </p:nvSpPr>
        <p:spPr>
          <a:xfrm>
            <a:off x="544195" y="1865630"/>
            <a:ext cx="5611495" cy="4368800"/>
          </a:xfrm>
          <a:prstGeom prst="rect">
            <a:avLst/>
          </a:prstGeom>
          <a:solidFill>
            <a:srgbClr val="FDF1F1"/>
          </a:solidFill>
        </p:spPr>
        <p:txBody>
          <a:bodyPr wrap="square" lIns="283464" tIns="137160" rIns="283464" bIns="137160" rtlCol="0" anchor="t"/>
          <a:lstStyle/>
          <a:p>
            <a:pPr marL="0" indent="0">
              <a:lnSpc>
                <a:spcPts val="1600"/>
              </a:lnSpc>
              <a:buNone/>
            </a:pP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攻击者通过伪造盗版谷歌浏览器，诱导员工下载安装从而植入银狐木马，通过</a:t>
            </a:r>
            <a:r>
              <a:rPr lang="en-US" altLang="zh-CN" sz="1200" b="1" dirty="0">
                <a:solidFill>
                  <a:srgbClr val="14161A"/>
                </a:solidFill>
                <a:latin typeface="Heiti SC Medium" panose="02000000000000000000" charset="-122"/>
                <a:ea typeface="Heiti SC Medium" panose="02000000000000000000" charset="-122"/>
                <a:cs typeface="Heiti SC Medium" panose="02000000000000000000" charset="-122"/>
              </a:rPr>
              <a:t>OA</a:t>
            </a:r>
            <a:r>
              <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rPr>
              <a:t>系统进行横向传播。</a:t>
            </a:r>
            <a:r>
              <a:rPr lang="en-US" sz="1200" b="1" dirty="0">
                <a:solidFill>
                  <a:srgbClr val="14161A"/>
                </a:solidFill>
                <a:latin typeface="Heiti SC Light" panose="02000000000000000000" charset="-122"/>
                <a:ea typeface="Heiti SC Light" panose="02000000000000000000" charset="-122"/>
                <a:cs typeface="Heiti SC Light" panose="02000000000000000000" charset="-122"/>
              </a:rPr>
              <a:t>
</a:t>
            </a:r>
            <a:endParaRPr lang="en-US"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en-US" sz="1200" dirty="0">
                <a:solidFill>
                  <a:srgbClr val="666666"/>
                </a:solidFill>
                <a:latin typeface="Heiti SC Light" panose="02000000000000000000" charset="-122"/>
                <a:ea typeface="Heiti SC Light" panose="02000000000000000000" charset="-122"/>
                <a:cs typeface="Heiti SC Light" panose="02000000000000000000" charset="-122"/>
              </a:rPr>
              <a:t>发现时间：</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2025-9-11 05:48</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en-US" sz="1200" dirty="0">
                <a:solidFill>
                  <a:srgbClr val="666666"/>
                </a:solidFill>
                <a:latin typeface="Heiti SC Light" panose="02000000000000000000" charset="-122"/>
                <a:ea typeface="Heiti SC Light" panose="02000000000000000000" charset="-122"/>
                <a:cs typeface="Heiti SC Light" panose="02000000000000000000" charset="-122"/>
              </a:rPr>
              <a:t>影响资产：</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XX.XX.XX.XX</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资产</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altLang="zh-CN"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en-US" sz="1200" dirty="0">
                <a:solidFill>
                  <a:srgbClr val="666666"/>
                </a:solidFill>
                <a:latin typeface="Heiti SC Light" panose="02000000000000000000" charset="-122"/>
                <a:ea typeface="Heiti SC Light" panose="02000000000000000000" charset="-122"/>
                <a:cs typeface="Heiti SC Light" panose="02000000000000000000" charset="-122"/>
              </a:rPr>
              <a:t>事件危害：</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终端电脑</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rPr>
              <a:t>感染银狐病毒</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后</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，攻击者可控制该PC通过即时通讯软件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（微信等）</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或办公OA系统进行钓鱼从而</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无差别</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骗取</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钱财或投放勒索病毒</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影响员工乃至单位领导的正常办公并造成个人损失</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sz="1200" dirty="0">
              <a:solidFill>
                <a:srgbClr val="14161A"/>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en-US" sz="1200" dirty="0">
                <a:solidFill>
                  <a:srgbClr val="666666"/>
                </a:solidFill>
                <a:latin typeface="Heiti SC Light" panose="02000000000000000000" charset="-122"/>
                <a:ea typeface="Heiti SC Light" panose="02000000000000000000" charset="-122"/>
                <a:cs typeface="Heiti SC Light" panose="02000000000000000000" charset="-122"/>
              </a:rPr>
              <a:t>影响范围分析：</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攻击者控制该电脑主机</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通过</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OA向集团</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员工</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批量</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发送了钓鱼邮件</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，单位内部存在</a:t>
            </a:r>
            <a:r>
              <a:rPr lang="en-US" altLang="zh-CN" sz="1200" dirty="0">
                <a:solidFill>
                  <a:srgbClr val="FF0000"/>
                </a:solidFill>
                <a:latin typeface="Heiti SC Light" panose="02000000000000000000" charset="-122"/>
                <a:ea typeface="Heiti SC Light" panose="02000000000000000000" charset="-122"/>
                <a:cs typeface="Heiti SC Light" panose="02000000000000000000" charset="-122"/>
              </a:rPr>
              <a:t>部分员工访问钓鱼链接遭受风险</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，最终</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rPr>
              <a:t>通过</a:t>
            </a:r>
            <a:r>
              <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rPr>
              <a:t>快速的应急排查和处置闭环规避了损失</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a:t>
            </a:r>
            <a:endParaRPr lang="en-US" sz="1200" dirty="0">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r>
              <a:rPr lang="en-US" sz="1200" dirty="0">
                <a:solidFill>
                  <a:srgbClr val="666666"/>
                </a:solidFill>
                <a:latin typeface="Heiti SC Light" panose="02000000000000000000" charset="-122"/>
                <a:ea typeface="Heiti SC Light" panose="02000000000000000000" charset="-122"/>
                <a:cs typeface="Heiti SC Light" panose="02000000000000000000" charset="-122"/>
              </a:rPr>
              <a:t>事件</a:t>
            </a:r>
            <a:r>
              <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rPr>
              <a:t>处置：</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识别到问题后线下当即启动应急预案</a:t>
            </a:r>
            <a:r>
              <a:rPr lang="en-US" sz="1200" dirty="0">
                <a:solidFill>
                  <a:srgbClr val="14161A"/>
                </a:solidFill>
                <a:latin typeface="Heiti SC Light" panose="02000000000000000000" charset="-122"/>
                <a:ea typeface="Heiti SC Light" panose="02000000000000000000" charset="-122"/>
                <a:cs typeface="Heiti SC Light" panose="02000000000000000000" charset="-122"/>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进行了攻击</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IP</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封堵、</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PC</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网络链接断开的初步遏制；而后紧急联系线上应急响应专家对该中招</a:t>
            </a:r>
            <a:r>
              <a:rPr lang="en-US" altLang="zh-CN" sz="1200" dirty="0">
                <a:solidFill>
                  <a:srgbClr val="14161A"/>
                </a:solidFill>
                <a:latin typeface="Heiti SC Light" panose="02000000000000000000" charset="-122"/>
                <a:ea typeface="Heiti SC Light" panose="02000000000000000000" charset="-122"/>
                <a:cs typeface="Heiti SC Light" panose="02000000000000000000" charset="-122"/>
              </a:rPr>
              <a:t>PC</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进行排查和攻击路径</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分析</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rPr>
              <a:t>溯源，协助线下找到并清除了木马文件，快速定位了中招原因</a:t>
            </a:r>
            <a:r>
              <a:rPr lang="zh-CN" sz="1200" dirty="0">
                <a:solidFill>
                  <a:srgbClr val="14161A"/>
                </a:solidFill>
                <a:latin typeface="Heiti SC Light" panose="02000000000000000000" charset="-122"/>
                <a:ea typeface="Heiti SC Light" panose="02000000000000000000" charset="-122"/>
                <a:cs typeface="Heiti SC Light" panose="02000000000000000000" charset="-122"/>
              </a:rPr>
              <a:t>和攻击路径，完成主机加固，规避了潜在损失；</a:t>
            </a:r>
            <a:endParaRPr lang="zh-CN" altLang="en-US" sz="1200" dirty="0">
              <a:solidFill>
                <a:srgbClr val="666666"/>
              </a:solidFill>
              <a:latin typeface="Heiti SC Light" panose="02000000000000000000" charset="-122"/>
              <a:ea typeface="Heiti SC Light" panose="02000000000000000000" charset="-122"/>
              <a:cs typeface="Heiti SC Light" panose="02000000000000000000" charset="-122"/>
            </a:endParaRPr>
          </a:p>
          <a:p>
            <a:pPr marL="0" indent="0">
              <a:lnSpc>
                <a:spcPct val="150000"/>
              </a:lnSpc>
              <a:buNone/>
            </a:pPr>
            <a:endParaRPr lang="zh-CN" altLang="en-US" sz="1200" dirty="0">
              <a:solidFill>
                <a:srgbClr val="FF0000"/>
              </a:solidFill>
              <a:latin typeface="Heiti SC Light" panose="02000000000000000000" charset="-122"/>
              <a:ea typeface="Heiti SC Light" panose="02000000000000000000" charset="-122"/>
              <a:cs typeface="Heiti SC Light" panose="02000000000000000000" charset="-122"/>
            </a:endParaRPr>
          </a:p>
        </p:txBody>
      </p:sp>
      <p:pic>
        <p:nvPicPr>
          <p:cNvPr id="22" name="Image 0" descr="/opt/sangfor/app/report-generation/soar/apps/report_generation/front/threat-management-report/static/images/quarterly-report/event-manage/finished.png"/>
          <p:cNvPicPr>
            <a:picLocks noChangeAspect="1"/>
          </p:cNvPicPr>
          <p:nvPr/>
        </p:nvPicPr>
        <p:blipFill>
          <a:blip r:embed="rId2"/>
          <a:stretch>
            <a:fillRect/>
          </a:stretch>
        </p:blipFill>
        <p:spPr>
          <a:xfrm>
            <a:off x="4677664" y="4804918"/>
            <a:ext cx="1088136" cy="877824"/>
          </a:xfrm>
          <a:prstGeom prst="rect">
            <a:avLst/>
          </a:prstGeom>
        </p:spPr>
      </p:pic>
      <p:graphicFrame>
        <p:nvGraphicFramePr>
          <p:cNvPr id="47" name="表格 46"/>
          <p:cNvGraphicFramePr/>
          <p:nvPr>
            <p:custDataLst>
              <p:tags r:id="rId3"/>
            </p:custDataLst>
          </p:nvPr>
        </p:nvGraphicFramePr>
        <p:xfrm>
          <a:off x="6257290" y="1235075"/>
          <a:ext cx="5535295" cy="4897755"/>
        </p:xfrm>
        <a:graphic>
          <a:graphicData uri="http://schemas.openxmlformats.org/drawingml/2006/table">
            <a:tbl>
              <a:tblPr firstRow="1" lastCol="1" bandCol="1">
                <a:tableStyleId>{0126E9F6-41A6-44B7-8387-491034A24550}</a:tableStyleId>
              </a:tblPr>
              <a:tblGrid>
                <a:gridCol w="883285"/>
                <a:gridCol w="4652010"/>
              </a:tblGrid>
              <a:tr h="782955">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潜在损失维度</a:t>
                      </a:r>
                      <a:endParaRPr lang="zh-CN" altLang="en-US" sz="1200">
                        <a:solidFill>
                          <a:schemeClr val="tx1"/>
                        </a:solidFill>
                        <a:latin typeface="Heiti SC Light" panose="02000000000000000000" charset="-122"/>
                        <a:ea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5">
                        <a:lumMod val="60000"/>
                        <a:lumOff val="40000"/>
                      </a:schemeClr>
                    </a:solidFill>
                  </a:tcPr>
                </a:tc>
                <a:tc>
                  <a:txBody>
                    <a:bodyPr/>
                    <a:p>
                      <a:pPr algn="ctr">
                        <a:lnSpc>
                          <a:spcPct val="150000"/>
                        </a:lnSpc>
                        <a:buNone/>
                      </a:pPr>
                      <a:r>
                        <a:rPr lang="zh-CN" altLang="en-US" sz="1200">
                          <a:solidFill>
                            <a:schemeClr val="tx1"/>
                          </a:solidFill>
                          <a:latin typeface="Heiti SC Light" panose="02000000000000000000" charset="-122"/>
                          <a:ea typeface="Heiti SC Light" panose="02000000000000000000" charset="-122"/>
                          <a:sym typeface="+mn-ea"/>
                        </a:rPr>
                        <a:t>主机外联成功将被感染银狐木马</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，利用主机的即时通讯软件在单位内部执行诈骗，或以内部员工合法身份窃取内部</a:t>
                      </a:r>
                      <a:r>
                        <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敏感数据</a:t>
                      </a:r>
                      <a:endParaRPr 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solidFill>
                      <a:schemeClr val="accent3">
                        <a:lumMod val="20000"/>
                        <a:lumOff val="80000"/>
                      </a:schemeClr>
                    </a:solidFill>
                  </a:tcPr>
                </a:tc>
              </a:tr>
              <a:tr h="108712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潜在损失规避评估</a:t>
                      </a:r>
                      <a:endParaRPr lang="zh-CN" altLang="en-US" sz="1200">
                        <a:solidFill>
                          <a:schemeClr val="tx1"/>
                        </a:solidFill>
                        <a:latin typeface="Heiti SC Light" panose="02000000000000000000" charset="-122"/>
                        <a:ea typeface="Heiti SC Light" panose="02000000000000000000" charset="-122"/>
                      </a:endParaRPr>
                    </a:p>
                    <a:p>
                      <a:pPr algn="ctr">
                        <a:buNone/>
                      </a:pPr>
                      <a:r>
                        <a:rPr lang="zh-CN" altLang="en-US" sz="1200">
                          <a:solidFill>
                            <a:schemeClr val="tx1"/>
                          </a:solidFill>
                          <a:latin typeface="Heiti SC Light" panose="02000000000000000000" charset="-122"/>
                          <a:ea typeface="Heiti SC Light" panose="02000000000000000000" charset="-122"/>
                          <a:sym typeface="+mn-ea"/>
                        </a:rPr>
                        <a:t>（影响面）</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600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起银狐外联</a:t>
                      </a: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*2000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元</a:t>
                      </a:r>
                      <a:endParaRPr lang="zh-CN" altLang="en-US" sz="1200">
                        <a:solidFill>
                          <a:srgbClr val="FF0000"/>
                        </a:solidFill>
                        <a:latin typeface="Heiti SC Light" panose="02000000000000000000" charset="-122"/>
                        <a:ea typeface="Heiti SC Light" panose="02000000000000000000" charset="-122"/>
                        <a:cs typeface="Heiti SC Light" panose="02000000000000000000" charset="-122"/>
                      </a:endParaRPr>
                    </a:p>
                    <a:p>
                      <a:pPr algn="ctr">
                        <a:lnSpc>
                          <a:spcPct val="150000"/>
                        </a:lnSpc>
                        <a:buNone/>
                      </a:pPr>
                      <a:r>
                        <a:rPr lang="en-US" altLang="zh-CN" sz="1200">
                          <a:solidFill>
                            <a:srgbClr val="FF0000"/>
                          </a:solidFill>
                          <a:latin typeface="Heiti SC Light" panose="02000000000000000000" charset="-122"/>
                          <a:ea typeface="Heiti SC Light" panose="02000000000000000000" charset="-122"/>
                          <a:cs typeface="Heiti SC Light" panose="02000000000000000000" charset="-122"/>
                          <a:sym typeface="+mn-ea"/>
                        </a:rPr>
                        <a:t>≈120</a:t>
                      </a:r>
                      <a:r>
                        <a:rPr lang="zh-CN" altLang="en-US" sz="1200">
                          <a:solidFill>
                            <a:srgbClr val="FF0000"/>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a:solidFill>
                          <a:schemeClr val="tx1"/>
                        </a:solidFill>
                        <a:latin typeface="Heiti SC Light" panose="02000000000000000000" charset="-122"/>
                        <a:ea typeface="Heiti SC Light" panose="02000000000000000000" charset="-122"/>
                        <a:cs typeface="Heiti SC Light" panose="02000000000000000000" charset="-122"/>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（基于深信服安全运营中心2025年统计，平均每起</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p>
                      <a:pPr algn="ctr">
                        <a:lnSpc>
                          <a:spcPct val="150000"/>
                        </a:lnSpc>
                        <a:buSzTx/>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银狐木马攻击造成的个人损失约2000元；）</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r h="3027680">
                <a:tc>
                  <a:txBody>
                    <a:bodyPr/>
                    <a:p>
                      <a:pPr algn="ctr">
                        <a:buNone/>
                      </a:pPr>
                      <a:r>
                        <a:rPr lang="zh-CN" altLang="en-US" sz="1200">
                          <a:solidFill>
                            <a:schemeClr val="tx1"/>
                          </a:solidFill>
                          <a:latin typeface="Heiti SC Light" panose="02000000000000000000" charset="-122"/>
                          <a:ea typeface="Heiti SC Light" panose="02000000000000000000" charset="-122"/>
                          <a:sym typeface="+mn-ea"/>
                        </a:rPr>
                        <a:t>实际案例损失情况</a:t>
                      </a:r>
                      <a:endParaRPr lang="zh-CN" altLang="en-US" sz="1200" b="1">
                        <a:solidFill>
                          <a:schemeClr val="tx1"/>
                        </a:solidFill>
                        <a:latin typeface="Heiti SC Light" panose="02000000000000000000" charset="-122"/>
                        <a:ea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60000"/>
                        <a:lumOff val="40000"/>
                      </a:schemeClr>
                    </a:solidFill>
                  </a:tcPr>
                </a:tc>
                <a:tc>
                  <a:txBody>
                    <a:bodyPr/>
                    <a:p>
                      <a:pPr indent="0" algn="l">
                        <a:lnSpc>
                          <a:spcPct val="150000"/>
                        </a:lnSpc>
                        <a:buClrTx/>
                        <a:buSzTx/>
                        <a:buFont typeface="+mj-lt"/>
                        <a:buNone/>
                      </a:pP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年，银狐木马以远程控制</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财务诈骗</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数据窃取为主，非传统勒索加密，但造成企业直接经济损失超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亿元、受害企事业单位超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1000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家，以下为权威披露的典型高损失案例：</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杭州某跨境电商（</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月，损失</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800</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万元）</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攻击路径：伪装成银行账户年审通知约鱼邮件，财务电脑中招，木马潜伏两周，</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作案手法：监控微信聊天，自动篡改指令：将财务汇报的</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暂不付款”</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篡改为“</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立即支付”，并伪造老板</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已阅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回复。</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损失：</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15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分钟内</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 800 </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万货款转至境外账户，追回难度极大。</a:t>
                      </a:r>
                      <a:endParaRPr lang="zh-CN" altLang="en-US" sz="1200" b="0" dirty="0">
                        <a:solidFill>
                          <a:schemeClr val="tx1"/>
                        </a:solidFill>
                        <a:latin typeface="Heiti SC Light" panose="02000000000000000000" charset="-122"/>
                        <a:ea typeface="Heiti SC Light" panose="02000000000000000000" charset="-122"/>
                        <a:cs typeface="Heiti SC Light" panose="02000000000000000000" charset="-122"/>
                      </a:endParaRPr>
                    </a:p>
                    <a:p>
                      <a:pPr indent="0" algn="l">
                        <a:lnSpc>
                          <a:spcPct val="150000"/>
                        </a:lnSpc>
                        <a:buClrTx/>
                        <a:buSzTx/>
                        <a:buFont typeface="+mj-lt"/>
                        <a:buNone/>
                      </a:pP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来源：浙江警方（</a:t>
                      </a:r>
                      <a:r>
                        <a:rPr lang="en-US" altLang="zh-CN" sz="1200" dirty="0">
                          <a:solidFill>
                            <a:schemeClr val="tx1"/>
                          </a:solidFill>
                          <a:latin typeface="Heiti SC Light" panose="02000000000000000000" charset="-122"/>
                          <a:ea typeface="Heiti SC Light" panose="02000000000000000000" charset="-122"/>
                          <a:cs typeface="Heiti SC Light" panose="02000000000000000000" charset="-122"/>
                          <a:sym typeface="+mn-ea"/>
                        </a:rPr>
                        <a:t>2025</a:t>
                      </a:r>
                      <a:r>
                        <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rPr>
                        <a:t>年经济犯罪典型案例）</a:t>
                      </a:r>
                      <a:endParaRPr lang="zh-CN" altLang="en-US" sz="1200" dirty="0">
                        <a:solidFill>
                          <a:schemeClr val="tx1"/>
                        </a:solidFill>
                        <a:latin typeface="Heiti SC Light" panose="02000000000000000000" charset="-122"/>
                        <a:ea typeface="Heiti SC Light" panose="02000000000000000000" charset="-122"/>
                        <a:cs typeface="Heiti SC Light"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3">
                        <a:lumMod val="20000"/>
                        <a:lumOff val="80000"/>
                      </a:schemeClr>
                    </a:solidFill>
                  </a:tcPr>
                </a:tc>
              </a:tr>
            </a:tbl>
          </a:graphicData>
        </a:graphic>
      </p:graphicFrame>
      <p:pic>
        <p:nvPicPr>
          <p:cNvPr id="23" name="图片 22" descr="深信服 + 智安全"/>
          <p:cNvPicPr>
            <a:picLocks noChangeAspect="1"/>
          </p:cNvPicPr>
          <p:nvPr/>
        </p:nvPicPr>
        <p:blipFill>
          <a:blip r:embed="rId1"/>
          <a:srcRect l="5232" t="26576" r="4938" b="29565"/>
          <a:stretch>
            <a:fillRect/>
          </a:stretch>
        </p:blipFill>
        <p:spPr>
          <a:xfrm>
            <a:off x="10144125" y="365760"/>
            <a:ext cx="1629867" cy="360000"/>
          </a:xfrm>
          <a:prstGeom prst="rect">
            <a:avLst/>
          </a:prstGeom>
        </p:spPr>
      </p:pic>
      <p:grpSp>
        <p:nvGrpSpPr>
          <p:cNvPr id="24" name="组合 23"/>
          <p:cNvGrpSpPr/>
          <p:nvPr/>
        </p:nvGrpSpPr>
        <p:grpSpPr>
          <a:xfrm>
            <a:off x="224790" y="289878"/>
            <a:ext cx="4279900" cy="327025"/>
            <a:chOff x="533" y="646"/>
            <a:chExt cx="6740" cy="515"/>
          </a:xfrm>
        </p:grpSpPr>
        <p:grpSp>
          <p:nvGrpSpPr>
            <p:cNvPr id="25" name="组合 24"/>
            <p:cNvGrpSpPr/>
            <p:nvPr/>
          </p:nvGrpSpPr>
          <p:grpSpPr>
            <a:xfrm rot="0">
              <a:off x="533" y="672"/>
              <a:ext cx="582" cy="420"/>
              <a:chOff x="533" y="672"/>
              <a:chExt cx="582" cy="420"/>
            </a:xfrm>
          </p:grpSpPr>
          <p:sp>
            <p:nvSpPr>
              <p:cNvPr id="26" name="燕尾形 86"/>
              <p:cNvSpPr/>
              <p:nvPr>
                <p:custDataLst>
                  <p:tags r:id="rId4"/>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27" name="燕尾形 103"/>
              <p:cNvSpPr/>
              <p:nvPr>
                <p:custDataLst>
                  <p:tags r:id="rId5"/>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8"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
        <p:nvSpPr>
          <p:cNvPr id="29"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威胁</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对抗</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308"/>
          <p:cNvSpPr/>
          <p:nvPr/>
        </p:nvSpPr>
        <p:spPr>
          <a:xfrm>
            <a:off x="651510" y="1272540"/>
            <a:ext cx="5400040" cy="2781935"/>
          </a:xfrm>
          <a:prstGeom prst="rect">
            <a:avLst/>
          </a:prstGeom>
          <a:solidFill>
            <a:schemeClr val="accent5">
              <a:lumMod val="20000"/>
              <a:lumOff val="80000"/>
            </a:schemeClr>
          </a:solidFill>
          <a:ln w="0" cap="flat">
            <a:noFill/>
            <a:prstDash val="solid"/>
            <a:miter lim="0"/>
          </a:ln>
        </p:spPr>
        <p:txBody>
          <a:bodyPr vert="horz" wrap="square" lIns="0" tIns="0" rIns="0" bIns="0" anchor="t" anchorCtr="0"/>
          <a:p>
            <a:pPr algn="l" rtl="0" eaLnBrk="0">
              <a:lnSpc>
                <a:spcPct val="150000"/>
              </a:lnSpc>
            </a:pPr>
            <a:r>
              <a:rPr lang="en-US" sz="900" b="1" kern="0" spc="170" dirty="0">
                <a:solidFill>
                  <a:srgbClr val="000000">
                    <a:alpha val="100000"/>
                  </a:srgbClr>
                </a:solidFill>
                <a:latin typeface="Arial" panose="020B0604020202020204" pitchFamily="34" charset="0"/>
                <a:ea typeface="黑体-简" panose="02000000000000000000" charset="-122"/>
                <a:cs typeface="黑体" panose="02010609060101010101" charset="-122"/>
              </a:rPr>
              <a:t>  </a:t>
            </a:r>
            <a:r>
              <a:rPr lang="en-US" sz="1200" b="1" kern="0" spc="170" dirty="0">
                <a:solidFill>
                  <a:srgbClr val="000000">
                    <a:alpha val="100000"/>
                  </a:srgbClr>
                </a:solidFill>
                <a:latin typeface="Arial" panose="020B0604020202020204" pitchFamily="34" charset="0"/>
                <a:ea typeface="黑体-简" panose="02000000000000000000" charset="-122"/>
                <a:cs typeface="黑体" panose="02010609060101010101" charset="-122"/>
              </a:rPr>
              <a:t>XX</a:t>
            </a:r>
            <a:r>
              <a:rPr lang="zh-CN" altLang="en-US" sz="1200" b="1" kern="0" spc="170" dirty="0">
                <a:solidFill>
                  <a:srgbClr val="000000">
                    <a:alpha val="100000"/>
                  </a:srgbClr>
                </a:solidFill>
                <a:latin typeface="Arial" panose="020B0604020202020204" pitchFamily="34" charset="0"/>
                <a:ea typeface="黑体-简" panose="02000000000000000000" charset="-122"/>
                <a:cs typeface="黑体" panose="02010609060101010101" charset="-122"/>
              </a:rPr>
              <a:t>漏洞风险处置</a:t>
            </a:r>
            <a:r>
              <a:rPr lang="en-US" altLang="zh-CN" sz="9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典型风险预防样例</a:t>
            </a:r>
            <a:r>
              <a:rPr lang="en-US" altLang="zh-CN" sz="9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t>
            </a:r>
            <a:r>
              <a:rPr lang="en-US" sz="900" dirty="0">
                <a:solidFill>
                  <a:srgbClr val="365FD9"/>
                </a:solidFill>
                <a:latin typeface="Arial" panose="020B0604020202020204" pitchFamily="34" charset="0"/>
                <a:ea typeface="黑体-简" panose="02000000000000000000" charset="-122"/>
                <a:cs typeface="微软雅黑" panose="020B0503020204020204" pitchFamily="34" charset="-120"/>
                <a:sym typeface="+mn-ea"/>
              </a:rPr>
              <a:t> </a:t>
            </a:r>
            <a:endParaRPr sz="900" dirty="0">
              <a:latin typeface="Arial" panose="020B0604020202020204" pitchFamily="34" charset="0"/>
              <a:ea typeface="黑体-简" panose="02000000000000000000" charset="-122"/>
              <a:cs typeface="黑体" panose="02010609060101010101" charset="-122"/>
            </a:endParaRPr>
          </a:p>
          <a:p>
            <a:pPr marL="253365" indent="0" algn="l" defTabSz="2438400" rtl="0" eaLnBrk="0" fontAlgn="auto">
              <a:lnSpc>
                <a:spcPct val="100000"/>
              </a:lnSpc>
              <a:spcBef>
                <a:spcPts val="300"/>
              </a:spcBef>
            </a:pPr>
            <a:r>
              <a:rPr sz="900" b="1" kern="0" spc="40" dirty="0">
                <a:solidFill>
                  <a:srgbClr val="2040A0">
                    <a:alpha val="100000"/>
                  </a:srgbClr>
                </a:solidFill>
                <a:latin typeface="Arial" panose="020B0604020202020204" pitchFamily="34" charset="0"/>
                <a:ea typeface="黑体-简" panose="02000000000000000000" charset="-122"/>
                <a:cs typeface="黑体" panose="02010609060101010101" charset="-122"/>
              </a:rPr>
              <a:t>2025-02-17 18:12:08 - 威胁检测</a:t>
            </a:r>
            <a:endParaRPr sz="900" b="1" kern="0" spc="40" dirty="0">
              <a:solidFill>
                <a:srgbClr val="2040A0">
                  <a:alpha val="100000"/>
                </a:srgbClr>
              </a:solidFill>
              <a:latin typeface="Arial" panose="020B0604020202020204" pitchFamily="34" charset="0"/>
              <a:ea typeface="黑体-简" panose="02000000000000000000" charset="-122"/>
              <a:cs typeface="黑体" panose="02010609060101010101" charset="-122"/>
            </a:endParaRPr>
          </a:p>
          <a:p>
            <a:pPr marL="253365" indent="0" algn="l" defTabSz="914400" rtl="0" eaLnBrk="0" fontAlgn="auto">
              <a:lnSpc>
                <a:spcPct val="100000"/>
              </a:lnSpc>
              <a:spcBef>
                <a:spcPts val="300"/>
              </a:spcBef>
              <a:buClrTx/>
              <a:buSzTx/>
              <a:buFontTx/>
            </a:pPr>
            <a:r>
              <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rPr>
              <a:t>STA检测到192.168.1.110存在外联可疑的远控主机的行为；</a:t>
            </a: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2025-02-17 18:26:52</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 </a:t>
            </a:r>
            <a:r>
              <a:rPr sz="900" b="1" kern="0" spc="40" dirty="0">
                <a:solidFill>
                  <a:srgbClr val="2040A0">
                    <a:alpha val="100000"/>
                  </a:srgbClr>
                </a:solidFill>
                <a:latin typeface="Arial" panose="020B0604020202020204" pitchFamily="34" charset="0"/>
                <a:ea typeface="黑体-简" panose="02000000000000000000" charset="-122"/>
                <a:cs typeface="黑体" panose="02010609060101010101" charset="-122"/>
              </a:rPr>
              <a:t>-</a:t>
            </a:r>
            <a:r>
              <a:rPr lang="en-US" sz="900" b="1" kern="0" spc="40" dirty="0">
                <a:solidFill>
                  <a:srgbClr val="2040A0">
                    <a:alpha val="100000"/>
                  </a:srgbClr>
                </a:solidFill>
                <a:latin typeface="Arial" panose="020B0604020202020204" pitchFamily="34" charset="0"/>
                <a:ea typeface="黑体-简" panose="02000000000000000000" charset="-122"/>
                <a:cs typeface="黑体" panose="02010609060101010101" charset="-122"/>
              </a:rPr>
              <a:t> </a:t>
            </a:r>
            <a:r>
              <a:rPr sz="900" b="1" kern="0" spc="40" dirty="0">
                <a:solidFill>
                  <a:srgbClr val="2040A0">
                    <a:alpha val="100000"/>
                  </a:srgbClr>
                </a:solidFill>
                <a:latin typeface="Arial" panose="020B0604020202020204" pitchFamily="34" charset="0"/>
                <a:ea typeface="黑体-简" panose="02000000000000000000" charset="-122"/>
                <a:cs typeface="黑体" panose="02010609060101010101" charset="-122"/>
              </a:rPr>
              <a:t>AI智能研判</a:t>
            </a:r>
            <a:endPar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endParaRPr>
          </a:p>
          <a:p>
            <a:pPr marL="253365" indent="0" algn="l" rtl="0" eaLnBrk="0" fontAlgn="auto">
              <a:lnSpc>
                <a:spcPct val="100000"/>
              </a:lnSpc>
              <a:spcBef>
                <a:spcPts val="300"/>
              </a:spcBef>
              <a:buClrTx/>
              <a:buSzTx/>
              <a:buFontTx/>
            </a:pPr>
            <a:r>
              <a:rPr lang="en-US" alt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rPr>
              <a:t>AI</a:t>
            </a:r>
            <a:r>
              <a:rPr lang="zh-CN" altLang="en-US" sz="800" spc="-10" dirty="0">
                <a:solidFill>
                  <a:srgbClr val="000000">
                    <a:alpha val="100000"/>
                  </a:srgbClr>
                </a:solidFill>
                <a:latin typeface="Arial" panose="020B0604020202020204" pitchFamily="34" charset="0"/>
                <a:ea typeface="黑体-简" panose="02000000000000000000" charset="-122"/>
                <a:cs typeface="黑体" panose="02010609060101010101" charset="-122"/>
              </a:rPr>
              <a:t>助手根据情报</a:t>
            </a:r>
            <a:r>
              <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rPr>
              <a:t>判定为高危威胁，疑似APT组织定向攻击，可能导致数据泄露；</a:t>
            </a: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endParaRPr>
          </a:p>
          <a:p>
            <a:pPr marL="253365" indent="0" algn="l" rtl="0" eaLnBrk="0" fontAlgn="auto">
              <a:lnSpc>
                <a:spcPct val="100000"/>
              </a:lnSpc>
              <a:spcBef>
                <a:spcPts val="300"/>
              </a:spcBef>
            </a:pP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2025-02-17 18:</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31</a:t>
            </a: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41 </a:t>
            </a: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 </a:t>
            </a:r>
            <a:r>
              <a:rPr lang="zh-CN"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专家研判</a:t>
            </a:r>
            <a:endPar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rPr>
              <a:t>安全专家结合恶意情报和主机行为特征，还原攻击链，判定为恶意程序</a:t>
            </a: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endParaRPr>
          </a:p>
          <a:p>
            <a:pPr marL="255270" indent="0" algn="l" rtl="0" eaLnBrk="0" fontAlgn="auto">
              <a:lnSpc>
                <a:spcPct val="100000"/>
              </a:lnSpc>
              <a:spcBef>
                <a:spcPts val="300"/>
              </a:spcBef>
            </a:pP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2025-02-17 18:</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32</a:t>
            </a: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35 </a:t>
            </a: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 </a:t>
            </a:r>
            <a:r>
              <a:rPr lang="zh-CN"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联动遏制</a:t>
            </a:r>
            <a:endParaRPr sz="900" dirty="0">
              <a:latin typeface="Arial" panose="020B0604020202020204" pitchFamily="34" charset="0"/>
              <a:ea typeface="黑体-简" panose="02000000000000000000" charset="-122"/>
              <a:cs typeface="黑体" panose="02010609060101010101" charset="-122"/>
            </a:endParaRPr>
          </a:p>
          <a:p>
            <a:pPr marL="253365" indent="0" algn="l" rtl="0" eaLnBrk="0" fontAlgn="auto">
              <a:lnSpc>
                <a:spcPct val="100000"/>
              </a:lnSpc>
              <a:spcBef>
                <a:spcPts val="300"/>
              </a:spcBef>
            </a:pPr>
            <a:r>
              <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安全专家联动青岛园区出口</a:t>
            </a:r>
            <a:r>
              <a:rPr lang="en-US" alt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AF</a:t>
            </a:r>
            <a:r>
              <a:rPr lang="zh-CN" altLang="en-US"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封禁外联目标地址，阻断攻击；同时通告用户侧协同上机排查；</a:t>
            </a:r>
            <a:endParaRPr lang="zh-CN" altLang="en-US"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a:p>
            <a:pPr marL="253365" indent="0" algn="l" rtl="0" eaLnBrk="0" fontAlgn="auto">
              <a:lnSpc>
                <a:spcPct val="100000"/>
              </a:lnSpc>
              <a:spcBef>
                <a:spcPts val="300"/>
              </a:spcBef>
            </a:pP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2025-02-1</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8</a:t>
            </a: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 </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09:</a:t>
            </a:r>
            <a:r>
              <a:rPr lang="en-US" altLang="zh-CN"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00:00</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 </a:t>
            </a:r>
            <a:r>
              <a:rPr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a:t>
            </a:r>
            <a:r>
              <a:rPr 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 </a:t>
            </a:r>
            <a:r>
              <a:rPr lang="zh-CN" alt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rPr>
              <a:t>闭环验证</a:t>
            </a:r>
            <a:endParaRPr lang="zh-CN" altLang="en-US" sz="900" b="1" spc="40" dirty="0">
              <a:solidFill>
                <a:srgbClr val="2040A0">
                  <a:alpha val="100000"/>
                </a:srgbClr>
              </a:solidFill>
              <a:latin typeface="Arial" panose="020B0604020202020204" pitchFamily="34" charset="0"/>
              <a:ea typeface="黑体-简" panose="02000000000000000000" charset="-122"/>
              <a:cs typeface="黑体" panose="02010609060101010101" charset="-122"/>
              <a:sym typeface="+mn-ea"/>
            </a:endParaRPr>
          </a:p>
          <a:p>
            <a:pPr marL="253365" indent="0" algn="l" rtl="0" eaLnBrk="0" fontAlgn="auto">
              <a:lnSpc>
                <a:spcPct val="100000"/>
              </a:lnSpc>
              <a:spcBef>
                <a:spcPts val="300"/>
              </a:spcBef>
              <a:buClrTx/>
              <a:buSzTx/>
              <a:buFontTx/>
            </a:pPr>
            <a:r>
              <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持续观察主机外联恶意地址的行为是否持续存在，直到无异常再关闭工单。</a:t>
            </a: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5" name="textbox 40"/>
          <p:cNvSpPr/>
          <p:nvPr/>
        </p:nvSpPr>
        <p:spPr>
          <a:xfrm>
            <a:off x="651510" y="4175125"/>
            <a:ext cx="5400000" cy="2156460"/>
          </a:xfrm>
          <a:prstGeom prst="rect">
            <a:avLst/>
          </a:prstGeom>
          <a:solidFill>
            <a:schemeClr val="accent5">
              <a:lumMod val="40000"/>
              <a:lumOff val="60000"/>
            </a:schemeClr>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94" name="文本框 93"/>
          <p:cNvSpPr txBox="1"/>
          <p:nvPr/>
        </p:nvSpPr>
        <p:spPr>
          <a:xfrm>
            <a:off x="917575" y="4500245"/>
            <a:ext cx="5040000" cy="1710055"/>
          </a:xfrm>
          <a:prstGeom prst="rect">
            <a:avLst/>
          </a:prstGeom>
          <a:noFill/>
        </p:spPr>
        <p:txBody>
          <a:bodyPr wrap="square" rtlCol="0" anchor="t">
            <a:noAutofit/>
          </a:bodyPr>
          <a:p>
            <a:pPr algn="l" rtl="0" eaLnBrk="0">
              <a:lnSpc>
                <a:spcPct val="155000"/>
              </a:lnSpc>
            </a:pPr>
            <a:r>
              <a:rPr lang="zh-CN" sz="900" b="1" spc="-5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快速反应，</a:t>
            </a:r>
            <a:r>
              <a:rPr lang="en-US" altLang="zh-CN" sz="900" b="1" spc="-5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20</a:t>
            </a:r>
            <a:r>
              <a:rPr lang="zh-CN" altLang="en-US" sz="900" b="1" spc="-5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分钟完成检出到遏制</a:t>
            </a:r>
            <a:endParaRPr sz="900" dirty="0">
              <a:latin typeface="Arial" panose="020B0604020202020204" pitchFamily="34" charset="0"/>
              <a:ea typeface="黑体-简" panose="02000000000000000000" charset="-122"/>
              <a:cs typeface="黑体" panose="02010609060101010101" charset="-122"/>
            </a:endParaRPr>
          </a:p>
          <a:p>
            <a:pPr marL="11430" algn="l" rtl="0" eaLnBrk="0">
              <a:lnSpc>
                <a:spcPct val="100000"/>
              </a:lnSpc>
              <a:spcBef>
                <a:spcPts val="185"/>
              </a:spcBef>
            </a:pPr>
            <a:r>
              <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多级响应策略有效的降低大量安全日志的噪声影响，支撑安全人员快速响应，避免进一步入侵</a:t>
            </a: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半自动化处置，</a:t>
            </a:r>
            <a:r>
              <a:rPr lang="zh-CN" altLang="en-US" sz="800" b="1" spc="-5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无需运维配合，高效省心</a:t>
            </a:r>
            <a:endParaRPr sz="800" dirty="0">
              <a:latin typeface="Arial" panose="020B0604020202020204" pitchFamily="34" charset="0"/>
              <a:ea typeface="黑体-简" panose="02000000000000000000"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在不产出业务影响的情况下，云端安全专家通过调用安全设备的能力完成无感遏制，让业务省心</a:t>
            </a: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a:p>
            <a:pPr marL="11430" algn="l" rtl="0" eaLnBrk="0">
              <a:lnSpc>
                <a:spcPct val="100000"/>
              </a:lnSpc>
              <a:spcBef>
                <a:spcPts val="185"/>
              </a:spcBef>
            </a:pP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a:p>
            <a:pPr algn="l" rtl="0" eaLnBrk="0">
              <a:lnSpc>
                <a:spcPct val="155000"/>
              </a:lnSpc>
            </a:pPr>
            <a:r>
              <a:rPr lang="zh-CN" sz="800" b="1" spc="-5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阻断黑客攻击，避免业务损失</a:t>
            </a:r>
            <a:endParaRPr sz="800" dirty="0">
              <a:latin typeface="Arial" panose="020B0604020202020204" pitchFamily="34" charset="0"/>
              <a:ea typeface="黑体-简" panose="02000000000000000000" charset="-122"/>
              <a:cs typeface="黑体" panose="02010609060101010101" charset="-122"/>
            </a:endParaRPr>
          </a:p>
          <a:p>
            <a:pPr marL="11430" algn="l" rtl="0" eaLnBrk="0">
              <a:lnSpc>
                <a:spcPct val="100000"/>
              </a:lnSpc>
              <a:spcBef>
                <a:spcPts val="185"/>
              </a:spcBef>
              <a:buClrTx/>
              <a:buSzTx/>
              <a:buFontTx/>
            </a:pPr>
            <a:r>
              <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主机外联远控地址极容易导致黑客取得内网主机控制权，进而实施内网隐蔽攻击或投放勒索病毒等，给企业造成重大损失。</a:t>
            </a:r>
            <a:endParaRPr lang="zh-CN" sz="800" spc="-1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8" name="íṥlïḍê"/>
          <p:cNvSpPr txBox="1"/>
          <p:nvPr>
            <p:custDataLst>
              <p:tags r:id="rId1"/>
            </p:custDataLst>
          </p:nvPr>
        </p:nvSpPr>
        <p:spPr>
          <a:xfrm>
            <a:off x="740410" y="4231640"/>
            <a:ext cx="3599815" cy="268605"/>
          </a:xfrm>
          <a:prstGeom prst="rect">
            <a:avLst/>
          </a:prstGeom>
          <a:noFill/>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2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事例总结</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t>
            </a:r>
            <a:r>
              <a:rPr lang="zh-CN" altLang="en-US"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典型风险预防总结</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t>
            </a:r>
            <a:r>
              <a:rPr lang="en-US" sz="1000" dirty="0">
                <a:solidFill>
                  <a:srgbClr val="365FD9"/>
                </a:solidFill>
                <a:latin typeface="Arial" panose="020B0604020202020204" pitchFamily="34" charset="0"/>
                <a:ea typeface="黑体-简" panose="02000000000000000000" charset="-122"/>
                <a:cs typeface="微软雅黑" panose="020B0503020204020204" pitchFamily="34" charset="-120"/>
                <a:sym typeface="+mn-ea"/>
              </a:rPr>
              <a:t> </a:t>
            </a:r>
            <a:endParaRPr lang="zh-CN" sz="10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7" name="图片 6" descr="深信服 + 智安全"/>
          <p:cNvPicPr>
            <a:picLocks noChangeAspect="1"/>
          </p:cNvPicPr>
          <p:nvPr/>
        </p:nvPicPr>
        <p:blipFill>
          <a:blip r:embed="rId2"/>
          <a:srcRect l="5232" t="26576" r="4938" b="29565"/>
          <a:stretch>
            <a:fillRect/>
          </a:stretch>
        </p:blipFill>
        <p:spPr>
          <a:xfrm>
            <a:off x="10017125" y="238760"/>
            <a:ext cx="1629867" cy="360000"/>
          </a:xfrm>
          <a:prstGeom prst="rect">
            <a:avLst/>
          </a:prstGeom>
        </p:spPr>
      </p:pic>
      <p:sp>
        <p:nvSpPr>
          <p:cNvPr id="2" name="textbox 40"/>
          <p:cNvSpPr/>
          <p:nvPr/>
        </p:nvSpPr>
        <p:spPr>
          <a:xfrm>
            <a:off x="6248400" y="4175125"/>
            <a:ext cx="5400000" cy="2156460"/>
          </a:xfrm>
          <a:prstGeom prst="rect">
            <a:avLst/>
          </a:prstGeom>
          <a:solidFill>
            <a:schemeClr val="accent5">
              <a:lumMod val="20000"/>
              <a:lumOff val="80000"/>
            </a:schemeClr>
          </a:solidFill>
          <a:ln w="0" cap="flat">
            <a:noFill/>
            <a:prstDash val="solid"/>
            <a:miter lim="0"/>
          </a:ln>
        </p:spPr>
        <p:txBody>
          <a:bodyPr vert="horz" wrap="square" lIns="0" tIns="0" rIns="0" bIns="0" anchor="t" anchorCtr="0">
            <a:noAutofit/>
          </a:bodyPr>
          <a:lstStyle/>
          <a:p>
            <a:pPr lvl="0" algn="l" eaLnBrk="0">
              <a:lnSpc>
                <a:spcPct val="150000"/>
              </a:lnSpc>
              <a:buClrTx/>
              <a:buSzTx/>
              <a:buFontTx/>
            </a:pPr>
            <a:r>
              <a:rPr lang="en-US" altLang="zh-CN" sz="1200" b="1" kern="0" spc="17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  同行类似案例</a:t>
            </a:r>
            <a:endParaRPr lang="en-US" altLang="zh-CN" sz="1200" b="1" kern="0" spc="17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endParaRPr>
          </a:p>
          <a:p>
            <a:pPr lvl="0" algn="l" eaLnBrk="0">
              <a:lnSpc>
                <a:spcPct val="150000"/>
              </a:lnSpc>
              <a:buClrTx/>
              <a:buSzTx/>
              <a:buFontTx/>
            </a:pPr>
            <a:endParaRPr lang="en-US" altLang="zh-CN" sz="1200" b="1" kern="0" spc="17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11" name="textbox 308"/>
          <p:cNvSpPr/>
          <p:nvPr/>
        </p:nvSpPr>
        <p:spPr>
          <a:xfrm>
            <a:off x="6244590" y="1272540"/>
            <a:ext cx="5400040" cy="2782570"/>
          </a:xfrm>
          <a:prstGeom prst="rect">
            <a:avLst/>
          </a:prstGeom>
          <a:solidFill>
            <a:schemeClr val="accent5">
              <a:lumMod val="40000"/>
              <a:lumOff val="60000"/>
            </a:schemeClr>
          </a:solidFill>
          <a:ln w="0" cap="flat">
            <a:noFill/>
            <a:prstDash val="solid"/>
            <a:miter lim="0"/>
          </a:ln>
        </p:spPr>
        <p:txBody>
          <a:bodyPr vert="horz" wrap="square" lIns="0" tIns="0" rIns="0" bIns="0" anchor="t" anchorCtr="0"/>
          <a:p>
            <a:pPr algn="l" rtl="0" eaLnBrk="0">
              <a:lnSpc>
                <a:spcPct val="150000"/>
              </a:lnSpc>
            </a:pPr>
            <a:r>
              <a:rPr lang="en-US" altLang="zh-CN" sz="1200" b="1" kern="0" spc="170" dirty="0">
                <a:solidFill>
                  <a:srgbClr val="000000">
                    <a:alpha val="100000"/>
                  </a:srgbClr>
                </a:solidFill>
                <a:latin typeface="Arial" panose="020B0604020202020204" pitchFamily="34" charset="0"/>
                <a:ea typeface="黑体-简" panose="02000000000000000000" charset="-122"/>
                <a:cs typeface="黑体" panose="02010609060101010101" charset="-122"/>
              </a:rPr>
              <a:t>  </a:t>
            </a:r>
            <a:r>
              <a:rPr lang="zh-CN" sz="1200" b="1" kern="0" spc="170" dirty="0">
                <a:solidFill>
                  <a:srgbClr val="000000">
                    <a:alpha val="100000"/>
                  </a:srgbClr>
                </a:solidFill>
                <a:latin typeface="Arial" panose="020B0604020202020204" pitchFamily="34" charset="0"/>
                <a:ea typeface="黑体-简" panose="02000000000000000000" charset="-122"/>
                <a:cs typeface="黑体" panose="02010609060101010101" charset="-122"/>
              </a:rPr>
              <a:t>潜在业务影响</a:t>
            </a:r>
            <a:endParaRPr lang="zh-CN" sz="1200" b="1" kern="0" spc="170" dirty="0">
              <a:solidFill>
                <a:srgbClr val="000000">
                  <a:alpha val="100000"/>
                </a:srgbClr>
              </a:solidFill>
              <a:latin typeface="Arial" panose="020B0604020202020204" pitchFamily="34" charset="0"/>
              <a:ea typeface="黑体-简" panose="02000000000000000000" charset="-122"/>
              <a:cs typeface="黑体" panose="02010609060101010101" charset="-122"/>
            </a:endParaRPr>
          </a:p>
          <a:p>
            <a:pPr indent="457200" algn="l" rtl="0" eaLnBrk="0">
              <a:lnSpc>
                <a:spcPct val="150000"/>
              </a:lnSpc>
            </a:pPr>
            <a:endParaRPr lang="zh-CN" sz="1200" b="1" kern="0" spc="170" dirty="0">
              <a:solidFill>
                <a:srgbClr val="000000">
                  <a:alpha val="100000"/>
                </a:srgbClr>
              </a:solidFill>
              <a:latin typeface="Arial" panose="020B0604020202020204" pitchFamily="34" charset="0"/>
              <a:ea typeface="黑体-简" panose="02000000000000000000" charset="-122"/>
              <a:cs typeface="黑体" panose="02010609060101010101" charset="-122"/>
            </a:endParaRPr>
          </a:p>
        </p:txBody>
      </p:sp>
      <p:grpSp>
        <p:nvGrpSpPr>
          <p:cNvPr id="24" name="组合 23"/>
          <p:cNvGrpSpPr/>
          <p:nvPr/>
        </p:nvGrpSpPr>
        <p:grpSpPr>
          <a:xfrm>
            <a:off x="224790" y="289878"/>
            <a:ext cx="4279900" cy="327025"/>
            <a:chOff x="533" y="646"/>
            <a:chExt cx="6740" cy="515"/>
          </a:xfrm>
        </p:grpSpPr>
        <p:grpSp>
          <p:nvGrpSpPr>
            <p:cNvPr id="25" name="组合 24"/>
            <p:cNvGrpSpPr/>
            <p:nvPr/>
          </p:nvGrpSpPr>
          <p:grpSpPr>
            <a:xfrm rot="0">
              <a:off x="533" y="672"/>
              <a:ext cx="582" cy="420"/>
              <a:chOff x="533" y="672"/>
              <a:chExt cx="582" cy="420"/>
            </a:xfrm>
          </p:grpSpPr>
          <p:sp>
            <p:nvSpPr>
              <p:cNvPr id="26" name="燕尾形 86"/>
              <p:cNvSpPr/>
              <p:nvPr>
                <p:custDataLst>
                  <p:tags r:id="rId3"/>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27" name="燕尾形 103"/>
              <p:cNvSpPr/>
              <p:nvPr>
                <p:custDataLst>
                  <p:tags r:id="rId4"/>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8"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保护业务</a:t>
              </a:r>
              <a:r>
                <a:rPr lang="zh-CN" altLang="en-US" sz="1900" b="1">
                  <a:solidFill>
                    <a:srgbClr val="262626"/>
                  </a:solidFill>
                  <a:latin typeface="Arial Black" panose="020B0A04020102020204" pitchFamily="34" charset="0"/>
                  <a:ea typeface="微软雅黑" panose="020B0503020204020204" charset="-122"/>
                  <a:cs typeface="微软雅黑" panose="020B0503020204020204" charset="-122"/>
                  <a:sym typeface="微软雅黑" panose="020B0503020204020204" charset="-122"/>
                </a:rPr>
                <a:t>安全典型事例</a:t>
              </a:r>
              <a:endParaRPr lang="en-US" sz="1900">
                <a:latin typeface="Arial Black" panose="020B0A04020102020204" pitchFamily="34" charset="0"/>
                <a:ea typeface="微软雅黑" panose="020B0503020204020204" charset="-122"/>
              </a:endParaRPr>
            </a:p>
            <a:p>
              <a:pPr algn="l" rtl="0" eaLnBrk="0">
                <a:lnSpc>
                  <a:spcPct val="101000"/>
                </a:lnSpc>
              </a:pP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pSp>
      <p:sp>
        <p:nvSpPr>
          <p:cNvPr id="29" name="textbox 158"/>
          <p:cNvSpPr/>
          <p:nvPr/>
        </p:nvSpPr>
        <p:spPr>
          <a:xfrm>
            <a:off x="3480435" y="306070"/>
            <a:ext cx="1430655" cy="267970"/>
          </a:xfrm>
          <a:prstGeom prst="rect">
            <a:avLst/>
          </a:prstGeom>
          <a:noFill/>
          <a:ln w="0" cap="flat">
            <a:noFill/>
            <a:prstDash val="solid"/>
            <a:miter lim="0"/>
          </a:ln>
        </p:spPr>
        <p:txBody>
          <a:bodyPr vert="horz" wrap="square" lIns="0" tIns="0" rIns="0" bIns="0" anchor="ctr"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风险预防</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7886065" cy="327025"/>
            <a:chOff x="533" y="646"/>
            <a:chExt cx="12419"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a:solidFill>
                    <a:srgbClr val="262626"/>
                  </a:solidFill>
                  <a:latin typeface="Arial Black" panose="020B0A04020102020204" pitchFamily="34" charset="0"/>
                  <a:ea typeface="微软雅黑" panose="020B0503020204020204" charset="-122"/>
                  <a:cs typeface="Noto Sans SC"/>
                  <a:sym typeface="Noto Sans SC"/>
                </a:rPr>
                <a:t>降低通报影响，避免追责</a:t>
              </a: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p:txBody>
        </p:sp>
        <p:sp>
          <p:nvSpPr>
            <p:cNvPr id="4" name="textbox 158"/>
            <p:cNvSpPr/>
            <p:nvPr/>
          </p:nvSpPr>
          <p:spPr>
            <a:xfrm>
              <a:off x="7272" y="715"/>
              <a:ext cx="5680" cy="422"/>
            </a:xfrm>
            <a:prstGeom prst="rect">
              <a:avLst/>
            </a:prstGeom>
            <a:noFill/>
            <a:ln w="0" cap="flat">
              <a:noFill/>
              <a:prstDash val="solid"/>
              <a:miter lim="0"/>
            </a:ln>
          </p:spPr>
          <p:txBody>
            <a:bodyPr vert="horz" wrap="square" lIns="0" tIns="0" rIns="0" bIns="0" anchor="t" anchorCtr="0"/>
            <a:p>
              <a:pPr algn="l" rtl="0" eaLnBrk="0">
                <a:lnSpc>
                  <a:spcPct val="100000"/>
                </a:lnSpc>
              </a:pP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漏洞主动发现和修复，恶意外联实时监测</a:t>
              </a:r>
              <a:r>
                <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rPr>
                <a:t>阻断</a:t>
              </a: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692" name="图形 14"/>
          <p:cNvSpPr/>
          <p:nvPr>
            <p:custDataLst>
              <p:tags r:id="rId4"/>
            </p:custDataLst>
          </p:nvPr>
        </p:nvSpPr>
        <p:spPr>
          <a:xfrm>
            <a:off x="2169160" y="2356485"/>
            <a:ext cx="7922260" cy="210185"/>
          </a:xfrm>
          <a:custGeom>
            <a:avLst/>
            <a:gdLst>
              <a:gd name="connsiteX0" fmla="*/ 0 w 10177367"/>
              <a:gd name="connsiteY0" fmla="*/ 417576 h 417576"/>
              <a:gd name="connsiteX1" fmla="*/ 0 w 10177367"/>
              <a:gd name="connsiteY1" fmla="*/ 136970 h 417576"/>
              <a:gd name="connsiteX2" fmla="*/ 136970 w 10177367"/>
              <a:gd name="connsiteY2" fmla="*/ 0 h 417576"/>
              <a:gd name="connsiteX3" fmla="*/ 10040398 w 10177367"/>
              <a:gd name="connsiteY3" fmla="*/ 0 h 417576"/>
              <a:gd name="connsiteX4" fmla="*/ 10177367 w 10177367"/>
              <a:gd name="connsiteY4" fmla="*/ 136970 h 417576"/>
              <a:gd name="connsiteX5" fmla="*/ 10177367 w 10177367"/>
              <a:gd name="connsiteY5" fmla="*/ 417481 h 4175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Lst>
            <a:rect l="l" t="t" r="r" b="b"/>
            <a:pathLst>
              <a:path w="10177367" h="417576">
                <a:moveTo>
                  <a:pt x="0" y="417576"/>
                </a:moveTo>
                <a:lnTo>
                  <a:pt x="0" y="136970"/>
                </a:lnTo>
                <a:cubicBezTo>
                  <a:pt x="0" y="61341"/>
                  <a:pt x="61341" y="0"/>
                  <a:pt x="136970" y="0"/>
                </a:cubicBezTo>
                <a:lnTo>
                  <a:pt x="10040398" y="0"/>
                </a:lnTo>
                <a:cubicBezTo>
                  <a:pt x="10116027" y="0"/>
                  <a:pt x="10177367" y="61341"/>
                  <a:pt x="10177367" y="136970"/>
                </a:cubicBezTo>
                <a:lnTo>
                  <a:pt x="10177367" y="417481"/>
                </a:lnTo>
              </a:path>
            </a:pathLst>
          </a:custGeom>
          <a:ln w="15875">
            <a:solidFill>
              <a:schemeClr val="accent6">
                <a:alpha val="61000"/>
              </a:schemeClr>
            </a:solidFill>
            <a:miter lim="400000"/>
            <a:headEnd type="triangle"/>
            <a:tailEnd type="triangle"/>
          </a:ln>
        </p:spPr>
        <p:txBody>
          <a:bodyPr rot="0" spcFirstLastPara="0" vert="horz" wrap="square" lIns="0" tIns="0" rIns="0" bIns="0" numCol="1" spcCol="0" rtlCol="0" fromWordArt="0" anchor="ctr" anchorCtr="0" forceAA="0" compatLnSpc="0">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l">
              <a:buClrTx/>
              <a:buSzTx/>
              <a:buFontTx/>
              <a:defRPr sz="3200">
                <a:solidFill>
                  <a:srgbClr val="FFFFFF"/>
                </a:solidFill>
              </a:defRPr>
            </a:pPr>
            <a:endParaRPr sz="1600">
              <a:solidFill>
                <a:srgbClr val="FFFFFF"/>
              </a:solidFill>
              <a:cs typeface="+mn-ea"/>
              <a:sym typeface="+mn-ea"/>
            </a:endParaRPr>
          </a:p>
        </p:txBody>
      </p:sp>
      <p:sp>
        <p:nvSpPr>
          <p:cNvPr id="693" name="圆角矩形 692"/>
          <p:cNvSpPr/>
          <p:nvPr>
            <p:custDataLst>
              <p:tags r:id="rId5"/>
            </p:custDataLst>
          </p:nvPr>
        </p:nvSpPr>
        <p:spPr>
          <a:xfrm>
            <a:off x="1406525" y="1416050"/>
            <a:ext cx="9420860" cy="671830"/>
          </a:xfrm>
          <a:prstGeom prst="roundRect">
            <a:avLst/>
          </a:prstGeom>
          <a:solidFill>
            <a:schemeClr val="accent5">
              <a:lumMod val="40000"/>
              <a:lumOff val="60000"/>
            </a:schemeClr>
          </a:solidFill>
          <a:ln>
            <a:noFill/>
          </a:ln>
          <a:effectLst>
            <a:outerShdw blurRad="114300" dist="88900" dir="2700000" algn="tl" rotWithShape="0">
              <a:schemeClr val="accent5">
                <a:lumMod val="75000"/>
                <a:alpha val="15000"/>
              </a:schemeClr>
            </a:outerShdw>
          </a:effectLst>
        </p:spPr>
        <p:style>
          <a:lnRef idx="2">
            <a:schemeClr val="accent1">
              <a:lumMod val="75000"/>
            </a:schemeClr>
          </a:lnRef>
          <a:fillRef idx="1">
            <a:schemeClr val="accent1"/>
          </a:fillRef>
          <a:effectRef idx="0">
            <a:srgbClr val="FFFFFF"/>
          </a:effectRef>
          <a:fontRef idx="minor">
            <a:schemeClr val="lt1"/>
          </a:fontRef>
        </p:style>
        <p:txBody>
          <a:bodyPr rtlCol="0" anchor="ctr">
            <a:noAutofit/>
          </a:bodyPr>
          <a:lstStyle/>
          <a:p>
            <a:pPr algn="ctr">
              <a:lnSpc>
                <a:spcPct val="140000"/>
              </a:lnSpc>
            </a:pPr>
            <a:r>
              <a:rPr lang="zh-CN" altLang="en-US" sz="1400" b="1">
                <a:solidFill>
                  <a:schemeClr val="tx1"/>
                </a:solidFill>
                <a:uFillTx/>
                <a:latin typeface="Arial" panose="020B0604020202020204" pitchFamily="34" charset="0"/>
                <a:ea typeface="黑体-简" panose="02000000000000000000" charset="-122"/>
              </a:rPr>
              <a:t>安全通报从去年的</a:t>
            </a:r>
            <a:r>
              <a:rPr lang="en-US" altLang="zh-CN" sz="1400" b="1">
                <a:solidFill>
                  <a:srgbClr val="4C61E7"/>
                </a:solidFill>
                <a:uFillTx/>
                <a:latin typeface="Arial" panose="020B0604020202020204" pitchFamily="34" charset="0"/>
                <a:ea typeface="黑体-简" panose="02000000000000000000" charset="-122"/>
              </a:rPr>
              <a:t>{{previous_service_period_reported_count}}</a:t>
            </a:r>
            <a:r>
              <a:rPr lang="zh-CN" altLang="en-US" sz="1400" b="1">
                <a:solidFill>
                  <a:schemeClr val="tx1"/>
                </a:solidFill>
                <a:uFillTx/>
                <a:latin typeface="Arial" panose="020B0604020202020204" pitchFamily="34" charset="0"/>
                <a:ea typeface="黑体-简" panose="02000000000000000000" charset="-122"/>
                <a:sym typeface="+mn-ea"/>
              </a:rPr>
              <a:t>次</a:t>
            </a:r>
            <a:r>
              <a:rPr lang="zh-CN" altLang="en-US" sz="1400" b="1">
                <a:solidFill>
                  <a:schemeClr val="tx1"/>
                </a:solidFill>
                <a:uFillTx/>
                <a:latin typeface="Arial" panose="020B0604020202020204" pitchFamily="34" charset="0"/>
                <a:ea typeface="黑体-简" panose="02000000000000000000" charset="-122"/>
              </a:rPr>
              <a:t>降低为</a:t>
            </a:r>
            <a:r>
              <a:rPr lang="en-US" altLang="zh-CN" sz="1400" b="1">
                <a:solidFill>
                  <a:srgbClr val="4C61E7"/>
                </a:solidFill>
                <a:uFillTx/>
                <a:latin typeface="Arial" panose="020B0604020202020204" pitchFamily="34" charset="0"/>
                <a:ea typeface="黑体-简" panose="02000000000000000000" charset="-122"/>
                <a:sym typeface="+mn-ea"/>
              </a:rPr>
              <a:t>{{reported_count}}</a:t>
            </a:r>
            <a:r>
              <a:rPr lang="zh-CN" altLang="en-US" sz="1400" b="1">
                <a:solidFill>
                  <a:schemeClr val="tx1"/>
                </a:solidFill>
                <a:uFillTx/>
                <a:latin typeface="Arial" panose="020B0604020202020204" pitchFamily="34" charset="0"/>
                <a:ea typeface="黑体-简" panose="02000000000000000000" charset="-122"/>
              </a:rPr>
              <a:t>次。通过快速溯源与闭环整改，结合专业书面回函，彻底消除了被追责处罚的风险，保障了单位年度考核与评优不受安全问题影响。</a:t>
            </a:r>
            <a:endParaRPr lang="zh-CN" altLang="en-US" sz="1400" b="1">
              <a:solidFill>
                <a:schemeClr val="tx1"/>
              </a:solidFill>
              <a:uFillTx/>
              <a:latin typeface="Arial" panose="020B0604020202020204" pitchFamily="34" charset="0"/>
              <a:ea typeface="黑体-简" panose="02000000000000000000" charset="-122"/>
            </a:endParaRPr>
          </a:p>
        </p:txBody>
      </p:sp>
      <p:sp>
        <p:nvSpPr>
          <p:cNvPr id="695" name="线条1"/>
          <p:cNvSpPr/>
          <p:nvPr>
            <p:custDataLst>
              <p:tags r:id="rId6"/>
            </p:custDataLst>
          </p:nvPr>
        </p:nvSpPr>
        <p:spPr>
          <a:xfrm flipV="1">
            <a:off x="6116955" y="2087880"/>
            <a:ext cx="635" cy="478155"/>
          </a:xfrm>
          <a:prstGeom prst="line">
            <a:avLst/>
          </a:prstGeom>
          <a:ln w="15875">
            <a:solidFill>
              <a:schemeClr val="accent6">
                <a:alpha val="61000"/>
              </a:schemeClr>
            </a:solidFill>
            <a:miter lim="400000"/>
            <a:headEnd type="triangle"/>
          </a:ln>
        </p:spPr>
        <p:txBody>
          <a:bodyPr lIns="0" tIns="0" rIns="0" bIns="0" anchor="ct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a:defRPr sz="3200">
                <a:solidFill>
                  <a:srgbClr val="FFFFFF"/>
                </a:solidFill>
              </a:defRPr>
            </a:pPr>
            <a:endParaRPr sz="1600">
              <a:solidFill>
                <a:srgbClr val="FFFFFF"/>
              </a:solidFill>
              <a:cs typeface="+mn-ea"/>
              <a:sym typeface="+mn-lt"/>
            </a:endParaRPr>
          </a:p>
        </p:txBody>
      </p:sp>
      <p:pic>
        <p:nvPicPr>
          <p:cNvPr id="696" name="图片 695" descr="盾牌"/>
          <p:cNvPicPr>
            <a:picLocks noChangeAspect="1"/>
          </p:cNvPicPr>
          <p:nvPr>
            <p:custDataLst>
              <p:tags r:id="rId7"/>
            </p:custDataLst>
          </p:nvPr>
        </p:nvPicPr>
        <p:blipFill>
          <a:blip r:embed="rId8">
            <a:extLst>
              <a:ext uri="{96DAC541-7B7A-43D3-8B79-37D633B846F1}">
                <asvg:svgBlip xmlns:asvg="http://schemas.microsoft.com/office/drawing/2016/SVG/main" r:embed="rId9"/>
              </a:ext>
            </a:extLst>
          </a:blip>
          <a:srcRect/>
          <a:stretch>
            <a:fillRect/>
          </a:stretch>
        </p:blipFill>
        <p:spPr>
          <a:xfrm>
            <a:off x="1971815" y="2577539"/>
            <a:ext cx="395605" cy="396194"/>
          </a:xfrm>
          <a:prstGeom prst="rect">
            <a:avLst/>
          </a:prstGeom>
          <a:effectLst>
            <a:outerShdw blurRad="127000" dist="63500" dir="5400000" algn="t" rotWithShape="0">
              <a:schemeClr val="accent5">
                <a:lumMod val="75000"/>
                <a:alpha val="10000"/>
              </a:schemeClr>
            </a:outerShdw>
          </a:effectLst>
        </p:spPr>
      </p:pic>
      <p:pic>
        <p:nvPicPr>
          <p:cNvPr id="697" name="图片 696" descr="维修"/>
          <p:cNvPicPr>
            <a:picLocks noChangeAspect="1"/>
          </p:cNvPicPr>
          <p:nvPr>
            <p:custDataLst>
              <p:tags r:id="rId10"/>
            </p:custDataLst>
          </p:nvPr>
        </p:nvPicPr>
        <p:blipFill>
          <a:blip r:embed="rId11">
            <a:extLst>
              <a:ext uri="{96DAC541-7B7A-43D3-8B79-37D633B846F1}">
                <asvg:svgBlip xmlns:asvg="http://schemas.microsoft.com/office/drawing/2016/SVG/main" r:embed="rId12"/>
              </a:ext>
            </a:extLst>
          </a:blip>
          <a:srcRect/>
          <a:stretch>
            <a:fillRect/>
          </a:stretch>
        </p:blipFill>
        <p:spPr>
          <a:xfrm>
            <a:off x="5939812" y="2595931"/>
            <a:ext cx="359368" cy="358775"/>
          </a:xfrm>
          <a:prstGeom prst="rect">
            <a:avLst/>
          </a:prstGeom>
          <a:effectLst>
            <a:outerShdw blurRad="127000" dist="63500" dir="5400000" algn="t" rotWithShape="0">
              <a:schemeClr val="accent6">
                <a:lumMod val="75000"/>
                <a:alpha val="10000"/>
              </a:schemeClr>
            </a:outerShdw>
          </a:effectLst>
        </p:spPr>
      </p:pic>
      <p:sp>
        <p:nvSpPr>
          <p:cNvPr id="698" name="圆角矩形 697"/>
          <p:cNvSpPr/>
          <p:nvPr>
            <p:custDataLst>
              <p:tags r:id="rId13"/>
            </p:custDataLst>
          </p:nvPr>
        </p:nvSpPr>
        <p:spPr>
          <a:xfrm>
            <a:off x="639445"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lIns="144145" rIns="144145" rtlCol="0" anchor="t" anchorCtr="0"/>
          <a:lstStyle/>
          <a:p>
            <a:pPr indent="0" algn="l" fontAlgn="auto">
              <a:lnSpc>
                <a:spcPct val="140000"/>
              </a:lnSpc>
            </a:pP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依托</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7*24</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小时全天候监测与云安全威胁情报网关联动，精准识别并成功阻断</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{{malicious_external_connection_count}}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次非法外联尝试，实现全年恶意外联通报</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零发生</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699" name="圆角矩形 698"/>
          <p:cNvSpPr/>
          <p:nvPr>
            <p:custDataLst>
              <p:tags r:id="rId14"/>
            </p:custDataLst>
          </p:nvPr>
        </p:nvSpPr>
        <p:spPr>
          <a:xfrm>
            <a:off x="4599940" y="3527425"/>
            <a:ext cx="3059430" cy="2667635"/>
          </a:xfrm>
          <a:prstGeom prst="roundRect">
            <a:avLst>
              <a:gd name="adj" fmla="val 7624"/>
            </a:avLst>
          </a:prstGeom>
          <a:solidFill>
            <a:schemeClr val="accent6">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总共执行</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{{vulnerability_scan_count}}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次漏洞扫描与优先级分析，输出差异化加固建议。针对老旧系统，通过联动下一代防火墙的防护规则或者访问控制策略实现了有效保护。业务侧配合修复了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{{fixed_vulnerability_count}}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个漏洞，安全策略有效防护了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{{reported_count}}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个漏洞，大幅降低了漏洞被通报的风险。</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0" name="圆角矩形 699"/>
          <p:cNvSpPr/>
          <p:nvPr>
            <p:custDataLst>
              <p:tags r:id="rId15"/>
            </p:custDataLst>
          </p:nvPr>
        </p:nvSpPr>
        <p:spPr>
          <a:xfrm>
            <a:off x="8561070" y="3527425"/>
            <a:ext cx="3059430" cy="2667635"/>
          </a:xfrm>
          <a:prstGeom prst="roundRect">
            <a:avLst>
              <a:gd name="adj" fmla="val 7624"/>
            </a:avLst>
          </a:prstGeom>
          <a:solidFill>
            <a:schemeClr val="accent5">
              <a:lumMod val="40000"/>
              <a:lumOff val="60000"/>
              <a:alpha val="15000"/>
            </a:schemeClr>
          </a:solidFill>
          <a:ln>
            <a:noFill/>
          </a:ln>
        </p:spPr>
        <p:style>
          <a:lnRef idx="2">
            <a:schemeClr val="accent1">
              <a:lumMod val="75000"/>
            </a:schemeClr>
          </a:lnRef>
          <a:fillRef idx="1">
            <a:schemeClr val="accent1"/>
          </a:fillRef>
          <a:effectRef idx="0">
            <a:srgbClr val="FFFFFF"/>
          </a:effectRef>
          <a:fontRef idx="minor">
            <a:schemeClr val="lt1"/>
          </a:fontRef>
        </p:style>
        <p:txBody>
          <a:bodyPr vertOverflow="overflow" horzOverflow="overflow" vert="horz" wrap="square" lIns="144145" rIns="144145" numCol="1" spcCol="0" rtlCol="0" fromWordArt="0" anchor="t" anchorCtr="0" forceAA="0" compatLnSpc="1">
            <a:noAutofit/>
          </a:bodyPr>
          <a:lstStyle/>
          <a:p>
            <a:pPr lvl="0" algn="l">
              <a:lnSpc>
                <a:spcPct val="140000"/>
              </a:lnSpc>
              <a:buClrTx/>
              <a:buSzTx/>
              <a:buFontTx/>
            </a:pP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构建</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接收</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溯源</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处置</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回函</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归档</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的全链路标准作业程序（</a:t>
            </a:r>
            <a:r>
              <a:rPr lang="en-US" altLang="zh-CN"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SOP</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），确保即便面对突发情况也能极速响应，完全满足监管回函时效与质量要求。通过双方通力配合，高质量的处理了</a:t>
            </a:r>
            <a:r>
              <a:rPr lang="en-US" altLang="zh-CN" sz="1200" kern="0" dirty="0">
                <a:ln>
                  <a:noFill/>
                  <a:prstDash val="sysDot"/>
                </a:ln>
                <a:solidFill>
                  <a:srgbClr val="4C61E7"/>
                </a:solidFill>
                <a:latin typeface="Arial" panose="020B0604020202020204" pitchFamily="34" charset="0"/>
                <a:ea typeface="黑体-简" panose="02000000000000000000" charset="-122"/>
                <a:sym typeface="+mn-ea"/>
              </a:rPr>
              <a:t>{{reported_count}}</a:t>
            </a:r>
            <a:r>
              <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rPr>
              <a:t>次通报问题排查与回函</a:t>
            </a:r>
            <a:endParaRPr lang="zh-CN" altLang="en-US" sz="1200" kern="0" dirty="0">
              <a:ln>
                <a:noFill/>
                <a:prstDash val="sysDot"/>
              </a:ln>
              <a:solidFill>
                <a:schemeClr val="tx1">
                  <a:lumMod val="85000"/>
                  <a:lumOff val="15000"/>
                </a:schemeClr>
              </a:solidFill>
              <a:latin typeface="Arial" panose="020B0604020202020204" pitchFamily="34" charset="0"/>
              <a:ea typeface="黑体-简" panose="02000000000000000000" charset="-122"/>
              <a:sym typeface="+mn-ea"/>
            </a:endParaRPr>
          </a:p>
        </p:txBody>
      </p:sp>
      <p:sp>
        <p:nvSpPr>
          <p:cNvPr id="701" name="文本框 700"/>
          <p:cNvSpPr txBox="1"/>
          <p:nvPr>
            <p:custDataLst>
              <p:tags r:id="rId16"/>
            </p:custDataLst>
          </p:nvPr>
        </p:nvSpPr>
        <p:spPr>
          <a:xfrm>
            <a:off x="611505"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非法外联行为识别与阻断</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sp>
        <p:nvSpPr>
          <p:cNvPr id="702" name="文本框 701"/>
          <p:cNvSpPr txBox="1"/>
          <p:nvPr>
            <p:custDataLst>
              <p:tags r:id="rId17"/>
            </p:custDataLst>
          </p:nvPr>
        </p:nvSpPr>
        <p:spPr>
          <a:xfrm>
            <a:off x="4572177"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6">
                    <a:lumMod val="75000"/>
                  </a:schemeClr>
                </a:solidFill>
                <a:latin typeface="Arial Black" panose="020B0A04020102020204" pitchFamily="34" charset="0"/>
                <a:ea typeface="微软雅黑" panose="020B0503020204020204" charset="-122"/>
                <a:sym typeface="+mn-ea"/>
              </a:rPr>
              <a:t>高危漏洞识别与修复</a:t>
            </a:r>
            <a:endParaRPr lang="zh-CN" altLang="en-US" sz="1200" b="1">
              <a:solidFill>
                <a:schemeClr val="accent6">
                  <a:lumMod val="75000"/>
                </a:schemeClr>
              </a:solidFill>
              <a:latin typeface="Arial Black" panose="020B0A04020102020204" pitchFamily="34" charset="0"/>
              <a:ea typeface="微软雅黑" panose="020B0503020204020204" charset="-122"/>
              <a:sym typeface="+mn-ea"/>
            </a:endParaRPr>
          </a:p>
        </p:txBody>
      </p:sp>
      <p:sp>
        <p:nvSpPr>
          <p:cNvPr id="703" name="文本框 702"/>
          <p:cNvSpPr txBox="1"/>
          <p:nvPr>
            <p:custDataLst>
              <p:tags r:id="rId18"/>
            </p:custDataLst>
          </p:nvPr>
        </p:nvSpPr>
        <p:spPr>
          <a:xfrm>
            <a:off x="8532849" y="3056256"/>
            <a:ext cx="3055267" cy="388575"/>
          </a:xfrm>
          <a:prstGeom prst="rect">
            <a:avLst/>
          </a:prstGeom>
          <a:noFill/>
        </p:spPr>
        <p:txBody>
          <a:bodyPr wrap="square" lIns="0" tIns="0" rIns="0" bIns="0" rtlCol="0" anchor="ctr" anchorCtr="0">
            <a:noAutofit/>
          </a:bodyPr>
          <a:lstStyle/>
          <a:p>
            <a:pPr algn="ctr"/>
            <a:r>
              <a:rPr lang="zh-CN" altLang="en-US" sz="1200" b="1">
                <a:solidFill>
                  <a:schemeClr val="accent5">
                    <a:lumMod val="75000"/>
                  </a:schemeClr>
                </a:solidFill>
                <a:latin typeface="Arial Black" panose="020B0A04020102020204" pitchFamily="34" charset="0"/>
                <a:ea typeface="微软雅黑" panose="020B0503020204020204" charset="-122"/>
                <a:sym typeface="+mn-ea"/>
              </a:rPr>
              <a:t>通报问题高效应对</a:t>
            </a:r>
            <a:endParaRPr lang="zh-CN" altLang="en-US" sz="1200" b="1">
              <a:solidFill>
                <a:schemeClr val="accent5">
                  <a:lumMod val="75000"/>
                </a:schemeClr>
              </a:solidFill>
              <a:latin typeface="Arial Black" panose="020B0A04020102020204" pitchFamily="34" charset="0"/>
              <a:ea typeface="微软雅黑" panose="020B0503020204020204" charset="-122"/>
              <a:sym typeface="+mn-ea"/>
            </a:endParaRPr>
          </a:p>
        </p:txBody>
      </p:sp>
      <p:pic>
        <p:nvPicPr>
          <p:cNvPr id="704" name="图片 703" descr="职业资格"/>
          <p:cNvPicPr>
            <a:picLocks noChangeAspect="1"/>
          </p:cNvPicPr>
          <p:nvPr>
            <p:custDataLst>
              <p:tags r:id="rId19"/>
            </p:custDataLst>
          </p:nvPr>
        </p:nvPicPr>
        <p:blipFill>
          <a:blip r:embed="rId20">
            <a:extLst>
              <a:ext uri="{96DAC541-7B7A-43D3-8B79-37D633B846F1}">
                <asvg:svgBlip xmlns:asvg="http://schemas.microsoft.com/office/drawing/2016/SVG/main" r:embed="rId21"/>
              </a:ext>
            </a:extLst>
          </a:blip>
          <a:srcRect/>
          <a:stretch>
            <a:fillRect/>
          </a:stretch>
        </p:blipFill>
        <p:spPr>
          <a:xfrm>
            <a:off x="9892865" y="2578151"/>
            <a:ext cx="395559" cy="394970"/>
          </a:xfrm>
          <a:prstGeom prst="rect">
            <a:avLst/>
          </a:prstGeom>
          <a:effectLst>
            <a:outerShdw blurRad="127000" dist="63500" dir="5400000" algn="t" rotWithShape="0">
              <a:schemeClr val="accent5">
                <a:lumMod val="75000"/>
                <a:alpha val="10000"/>
              </a:schemeClr>
            </a:outerShdw>
          </a:effectLst>
        </p:spPr>
      </p:pic>
    </p:spTree>
    <p:custDataLst>
      <p:tags r:id="rId22"/>
    </p:custData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6" name="组合 5"/>
          <p:cNvGrpSpPr/>
          <p:nvPr/>
        </p:nvGrpSpPr>
        <p:grpSpPr>
          <a:xfrm rot="0">
            <a:off x="224790" y="306705"/>
            <a:ext cx="369570" cy="266700"/>
            <a:chOff x="533" y="672"/>
            <a:chExt cx="582" cy="420"/>
          </a:xfrm>
        </p:grpSpPr>
        <p:sp>
          <p:nvSpPr>
            <p:cNvPr id="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sp>
          <p:nvSpPr>
            <p:cNvPr id="5"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grpSp>
      <p:sp>
        <p:nvSpPr>
          <p:cNvPr id="16" name="textbox 158"/>
          <p:cNvSpPr/>
          <p:nvPr/>
        </p:nvSpPr>
        <p:spPr>
          <a:xfrm>
            <a:off x="740410" y="347980"/>
            <a:ext cx="7640955" cy="34353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核心</a:t>
            </a:r>
            <a:r>
              <a:rPr 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工作目标</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2</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：重要时期</a:t>
            </a:r>
            <a:r>
              <a:rPr lang="en-US" altLang="zh-CN"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0</a:t>
            </a: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重大事件</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pic>
        <p:nvPicPr>
          <p:cNvPr id="63" name="图片 62"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1" name="圆角矩形 20"/>
          <p:cNvSpPr/>
          <p:nvPr>
            <p:custDataLst>
              <p:tags r:id="rId4"/>
            </p:custDataLst>
          </p:nvPr>
        </p:nvSpPr>
        <p:spPr>
          <a:xfrm>
            <a:off x="3646631" y="3170405"/>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2" name="圆角矩形 21"/>
          <p:cNvSpPr/>
          <p:nvPr>
            <p:custDataLst>
              <p:tags r:id="rId5"/>
            </p:custDataLst>
          </p:nvPr>
        </p:nvSpPr>
        <p:spPr>
          <a:xfrm>
            <a:off x="3646631" y="3645903"/>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6" name="圆角矩形 25"/>
          <p:cNvSpPr/>
          <p:nvPr>
            <p:custDataLst>
              <p:tags r:id="rId6"/>
            </p:custDataLst>
          </p:nvPr>
        </p:nvSpPr>
        <p:spPr>
          <a:xfrm>
            <a:off x="3646631" y="4121400"/>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36" name="圆角矩形 35"/>
          <p:cNvSpPr/>
          <p:nvPr>
            <p:custDataLst>
              <p:tags r:id="rId7"/>
            </p:custDataLst>
          </p:nvPr>
        </p:nvSpPr>
        <p:spPr>
          <a:xfrm>
            <a:off x="3646631" y="4596491"/>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3" name="圆角矩形 22"/>
          <p:cNvSpPr/>
          <p:nvPr>
            <p:custDataLst>
              <p:tags r:id="rId8"/>
            </p:custDataLst>
          </p:nvPr>
        </p:nvSpPr>
        <p:spPr>
          <a:xfrm>
            <a:off x="3646631" y="5072395"/>
            <a:ext cx="2349039" cy="385681"/>
          </a:xfrm>
          <a:prstGeom prst="roundRect">
            <a:avLst/>
          </a:prstGeom>
          <a:solidFill>
            <a:schemeClr val="tx1">
              <a:lumMod val="21000"/>
              <a:lumOff val="79000"/>
              <a:alpha val="26000"/>
            </a:schemeClr>
          </a:solidFill>
          <a:ln>
            <a:noFill/>
          </a:ln>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lnSpcReduction="20000"/>
          </a:bodyPr>
          <a:lstStyle/>
          <a:p>
            <a:pPr algn="ctr"/>
            <a:endParaRPr lang="zh-CN" altLang="en-US">
              <a:solidFill>
                <a:schemeClr val="lt1"/>
              </a:solidFill>
            </a:endParaRPr>
          </a:p>
        </p:txBody>
      </p:sp>
      <p:sp>
        <p:nvSpPr>
          <p:cNvPr id="24" name="椭圆 23"/>
          <p:cNvSpPr/>
          <p:nvPr>
            <p:custDataLst>
              <p:tags r:id="rId9"/>
            </p:custDataLst>
          </p:nvPr>
        </p:nvSpPr>
        <p:spPr>
          <a:xfrm>
            <a:off x="3601113" y="3317119"/>
            <a:ext cx="92255" cy="92255"/>
          </a:xfrm>
          <a:prstGeom prst="ellipse">
            <a:avLst/>
          </a:prstGeom>
          <a:gradFill>
            <a:gsLst>
              <a:gs pos="100000">
                <a:schemeClr val="accent5">
                  <a:alpha val="60000"/>
                </a:schemeClr>
              </a:gs>
              <a:gs pos="0">
                <a:schemeClr val="accent5">
                  <a:alpha val="100000"/>
                </a:schemeClr>
              </a:gs>
            </a:gsLst>
            <a:lin ang="5400000" scaled="0"/>
          </a:gradFill>
          <a:ln>
            <a:noFill/>
          </a:ln>
          <a:effectLst>
            <a:outerShdw blurRad="50800" dist="25400" dir="2700000" algn="tl" rotWithShape="0">
              <a:schemeClr val="accent5">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5" name="椭圆 24"/>
          <p:cNvSpPr/>
          <p:nvPr>
            <p:custDataLst>
              <p:tags r:id="rId10"/>
            </p:custDataLst>
          </p:nvPr>
        </p:nvSpPr>
        <p:spPr>
          <a:xfrm>
            <a:off x="3601113" y="3792616"/>
            <a:ext cx="92255" cy="92255"/>
          </a:xfrm>
          <a:prstGeom prst="ellipse">
            <a:avLst/>
          </a:prstGeom>
          <a:gradFill>
            <a:gsLst>
              <a:gs pos="100000">
                <a:schemeClr val="accent6">
                  <a:alpha val="60000"/>
                </a:schemeClr>
              </a:gs>
              <a:gs pos="0">
                <a:schemeClr val="accent6">
                  <a:alpha val="100000"/>
                </a:schemeClr>
              </a:gs>
            </a:gsLst>
            <a:lin ang="5400000" scaled="0"/>
          </a:gradFill>
          <a:ln>
            <a:noFill/>
          </a:ln>
          <a:effectLst>
            <a:outerShdw blurRad="50800" dist="25400" dir="2700000" algn="tl" rotWithShape="0">
              <a:schemeClr val="accent6">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7" name="椭圆 26"/>
          <p:cNvSpPr/>
          <p:nvPr>
            <p:custDataLst>
              <p:tags r:id="rId11"/>
            </p:custDataLst>
          </p:nvPr>
        </p:nvSpPr>
        <p:spPr>
          <a:xfrm>
            <a:off x="3601113" y="4268114"/>
            <a:ext cx="92255" cy="92255"/>
          </a:xfrm>
          <a:prstGeom prst="ellipse">
            <a:avLst/>
          </a:prstGeom>
          <a:gradFill>
            <a:gsLst>
              <a:gs pos="100000">
                <a:schemeClr val="accent5">
                  <a:alpha val="60000"/>
                </a:schemeClr>
              </a:gs>
              <a:gs pos="0">
                <a:schemeClr val="accent5">
                  <a:alpha val="100000"/>
                </a:schemeClr>
              </a:gs>
            </a:gsLst>
            <a:lin ang="5400000" scaled="0"/>
          </a:gradFill>
          <a:ln>
            <a:noFill/>
          </a:ln>
          <a:effectLst>
            <a:outerShdw blurRad="50800" dist="25400" dir="2700000" algn="tl" rotWithShape="0">
              <a:schemeClr val="accent5">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8" name="椭圆 27"/>
          <p:cNvSpPr/>
          <p:nvPr>
            <p:custDataLst>
              <p:tags r:id="rId12"/>
            </p:custDataLst>
          </p:nvPr>
        </p:nvSpPr>
        <p:spPr>
          <a:xfrm>
            <a:off x="3601113" y="4743205"/>
            <a:ext cx="92255" cy="92255"/>
          </a:xfrm>
          <a:prstGeom prst="ellipse">
            <a:avLst/>
          </a:prstGeom>
          <a:gradFill>
            <a:gsLst>
              <a:gs pos="100000">
                <a:schemeClr val="accent6">
                  <a:alpha val="60000"/>
                </a:schemeClr>
              </a:gs>
              <a:gs pos="0">
                <a:schemeClr val="accent6">
                  <a:alpha val="100000"/>
                </a:schemeClr>
              </a:gs>
            </a:gsLst>
            <a:lin ang="5400000" scaled="0"/>
          </a:gradFill>
          <a:ln>
            <a:noFill/>
          </a:ln>
          <a:effectLst>
            <a:outerShdw blurRad="50800" dist="25400" dir="2700000" algn="tl" rotWithShape="0">
              <a:schemeClr val="accent6">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29" name="椭圆 28"/>
          <p:cNvSpPr/>
          <p:nvPr>
            <p:custDataLst>
              <p:tags r:id="rId13"/>
            </p:custDataLst>
          </p:nvPr>
        </p:nvSpPr>
        <p:spPr>
          <a:xfrm>
            <a:off x="3601113" y="5219108"/>
            <a:ext cx="92255" cy="92255"/>
          </a:xfrm>
          <a:prstGeom prst="ellipse">
            <a:avLst/>
          </a:prstGeom>
          <a:gradFill>
            <a:gsLst>
              <a:gs pos="100000">
                <a:schemeClr val="accent5">
                  <a:alpha val="60000"/>
                </a:schemeClr>
              </a:gs>
              <a:gs pos="0">
                <a:schemeClr val="accent5">
                  <a:alpha val="100000"/>
                </a:schemeClr>
              </a:gs>
            </a:gsLst>
            <a:lin ang="5400000" scaled="0"/>
          </a:gradFill>
          <a:ln>
            <a:noFill/>
          </a:ln>
          <a:effectLst>
            <a:outerShdw blurRad="50800" dist="25400" dir="2700000" algn="tl" rotWithShape="0">
              <a:schemeClr val="accent5">
                <a:lumMod val="75000"/>
                <a:alpha val="20000"/>
              </a:scheme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normAutofit fontScale="25000" lnSpcReduction="20000"/>
          </a:bodyPr>
          <a:lstStyle/>
          <a:p>
            <a:pPr algn="ctr"/>
            <a:endParaRPr lang="zh-CN" altLang="en-US">
              <a:solidFill>
                <a:schemeClr val="lt1"/>
              </a:solidFill>
            </a:endParaRPr>
          </a:p>
        </p:txBody>
      </p:sp>
      <p:sp>
        <p:nvSpPr>
          <p:cNvPr id="34" name="矩形 33"/>
          <p:cNvSpPr/>
          <p:nvPr>
            <p:custDataLst>
              <p:tags r:id="rId14"/>
            </p:custDataLst>
          </p:nvPr>
        </p:nvSpPr>
        <p:spPr>
          <a:xfrm>
            <a:off x="3761644" y="3240308"/>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5"/>
                </a:solidFill>
                <a:latin typeface="+mn-ea"/>
                <a:cs typeface="+mn-ea"/>
              </a:rPr>
              <a:t>01</a:t>
            </a:r>
            <a:endParaRPr lang="en-US" altLang="zh-CN" b="1" dirty="0">
              <a:solidFill>
                <a:schemeClr val="accent5"/>
              </a:solidFill>
              <a:latin typeface="+mn-ea"/>
              <a:cs typeface="+mn-ea"/>
            </a:endParaRPr>
          </a:p>
        </p:txBody>
      </p:sp>
      <p:sp>
        <p:nvSpPr>
          <p:cNvPr id="35" name="矩形 34"/>
          <p:cNvSpPr/>
          <p:nvPr>
            <p:custDataLst>
              <p:tags r:id="rId15"/>
            </p:custDataLst>
          </p:nvPr>
        </p:nvSpPr>
        <p:spPr>
          <a:xfrm>
            <a:off x="3761644" y="3715805"/>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a:solidFill>
                  <a:schemeClr val="accent6"/>
                </a:solidFill>
                <a:latin typeface="+mn-ea"/>
                <a:cs typeface="+mn-ea"/>
              </a:rPr>
              <a:t>02</a:t>
            </a:r>
            <a:endParaRPr lang="en-US" altLang="zh-CN" b="1">
              <a:solidFill>
                <a:schemeClr val="accent6"/>
              </a:solidFill>
              <a:latin typeface="+mn-ea"/>
              <a:cs typeface="+mn-ea"/>
            </a:endParaRPr>
          </a:p>
        </p:txBody>
      </p:sp>
      <p:sp>
        <p:nvSpPr>
          <p:cNvPr id="37" name="矩形 36"/>
          <p:cNvSpPr/>
          <p:nvPr>
            <p:custDataLst>
              <p:tags r:id="rId16"/>
            </p:custDataLst>
          </p:nvPr>
        </p:nvSpPr>
        <p:spPr>
          <a:xfrm>
            <a:off x="3761644" y="4191302"/>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5"/>
                </a:solidFill>
                <a:latin typeface="+mn-ea"/>
                <a:cs typeface="+mn-ea"/>
              </a:rPr>
              <a:t>03</a:t>
            </a:r>
            <a:endParaRPr lang="en-US" altLang="zh-CN" b="1" dirty="0">
              <a:solidFill>
                <a:schemeClr val="accent5"/>
              </a:solidFill>
              <a:latin typeface="+mn-ea"/>
              <a:cs typeface="+mn-ea"/>
            </a:endParaRPr>
          </a:p>
        </p:txBody>
      </p:sp>
      <p:sp>
        <p:nvSpPr>
          <p:cNvPr id="38" name="矩形 37"/>
          <p:cNvSpPr/>
          <p:nvPr>
            <p:custDataLst>
              <p:tags r:id="rId17"/>
            </p:custDataLst>
          </p:nvPr>
        </p:nvSpPr>
        <p:spPr>
          <a:xfrm>
            <a:off x="3761644" y="4666393"/>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6"/>
                </a:solidFill>
                <a:latin typeface="+mn-ea"/>
                <a:cs typeface="+mn-ea"/>
              </a:rPr>
              <a:t>04</a:t>
            </a:r>
            <a:endParaRPr lang="en-US" altLang="zh-CN" b="1" dirty="0">
              <a:solidFill>
                <a:schemeClr val="accent6"/>
              </a:solidFill>
              <a:latin typeface="+mn-ea"/>
              <a:cs typeface="+mn-ea"/>
            </a:endParaRPr>
          </a:p>
        </p:txBody>
      </p:sp>
      <p:sp>
        <p:nvSpPr>
          <p:cNvPr id="42" name="矩形 41"/>
          <p:cNvSpPr/>
          <p:nvPr>
            <p:custDataLst>
              <p:tags r:id="rId18"/>
            </p:custDataLst>
          </p:nvPr>
        </p:nvSpPr>
        <p:spPr>
          <a:xfrm>
            <a:off x="3761644" y="5142297"/>
            <a:ext cx="281640" cy="245877"/>
          </a:xfrm>
          <a:prstGeom prst="rect">
            <a:avLst/>
          </a:prstGeom>
          <a:noFill/>
        </p:spPr>
        <p:txBody>
          <a:bodyPr wrap="none" lIns="0" tIns="0" rIns="0" bIns="0" rtlCol="0" anchor="ctr">
            <a:normAutofit fontScale="90000"/>
          </a:bodyPr>
          <a:lstStyle/>
          <a:p>
            <a:pPr algn="ctr">
              <a:spcBef>
                <a:spcPct val="0"/>
              </a:spcBef>
              <a:spcAft>
                <a:spcPct val="0"/>
              </a:spcAft>
            </a:pPr>
            <a:r>
              <a:rPr lang="en-US" altLang="zh-CN" b="1" dirty="0">
                <a:solidFill>
                  <a:schemeClr val="accent5"/>
                </a:solidFill>
                <a:latin typeface="+mn-ea"/>
                <a:cs typeface="+mn-ea"/>
              </a:rPr>
              <a:t>05</a:t>
            </a:r>
            <a:endParaRPr lang="en-US" altLang="zh-CN" b="1" dirty="0">
              <a:solidFill>
                <a:schemeClr val="accent5"/>
              </a:solidFill>
              <a:latin typeface="+mn-ea"/>
              <a:cs typeface="+mn-ea"/>
            </a:endParaRPr>
          </a:p>
        </p:txBody>
      </p:sp>
      <p:sp>
        <p:nvSpPr>
          <p:cNvPr id="43" name="矩形 42"/>
          <p:cNvSpPr/>
          <p:nvPr>
            <p:custDataLst>
              <p:tags r:id="rId19"/>
            </p:custDataLst>
          </p:nvPr>
        </p:nvSpPr>
        <p:spPr>
          <a:xfrm>
            <a:off x="4153016" y="3170405"/>
            <a:ext cx="1717481" cy="386088"/>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安全日志分析数</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44" name="矩形 43"/>
          <p:cNvSpPr/>
          <p:nvPr>
            <p:custDataLst>
              <p:tags r:id="rId20"/>
            </p:custDataLst>
          </p:nvPr>
        </p:nvSpPr>
        <p:spPr>
          <a:xfrm>
            <a:off x="4153016" y="3647935"/>
            <a:ext cx="1717481" cy="382430"/>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安全告警数</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45" name="矩形 44"/>
          <p:cNvSpPr/>
          <p:nvPr>
            <p:custDataLst>
              <p:tags r:id="rId21"/>
            </p:custDataLst>
          </p:nvPr>
        </p:nvSpPr>
        <p:spPr>
          <a:xfrm>
            <a:off x="4153016" y="4120994"/>
            <a:ext cx="1717481" cy="377959"/>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安全威胁事件数</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50" name="矩形 49"/>
          <p:cNvSpPr/>
          <p:nvPr>
            <p:custDataLst>
              <p:tags r:id="rId22"/>
            </p:custDataLst>
          </p:nvPr>
        </p:nvSpPr>
        <p:spPr>
          <a:xfrm>
            <a:off x="4153016" y="4596085"/>
            <a:ext cx="1717481" cy="377959"/>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攻击对抗成功率</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55" name="矩形 54"/>
          <p:cNvSpPr/>
          <p:nvPr>
            <p:custDataLst>
              <p:tags r:id="rId23"/>
            </p:custDataLst>
          </p:nvPr>
        </p:nvSpPr>
        <p:spPr>
          <a:xfrm>
            <a:off x="4153016" y="5071989"/>
            <a:ext cx="1717481" cy="377959"/>
          </a:xfrm>
          <a:prstGeom prst="rect">
            <a:avLst/>
          </a:prstGeom>
          <a:noFill/>
        </p:spPr>
        <p:txBody>
          <a:bodyPr wrap="square" lIns="0" tIns="0" rIns="0" bIns="0" rtlCol="0" anchor="ctr" anchorCtr="0">
            <a:noAutofit/>
          </a:bodyPr>
          <a:lstStyle/>
          <a:p>
            <a:pPr>
              <a:lnSpc>
                <a:spcPct val="140000"/>
              </a:lnSpc>
              <a:spcBef>
                <a:spcPct val="0"/>
              </a:spcBef>
              <a:spcAft>
                <a:spcPct val="0"/>
              </a:spcAft>
            </a:pP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重大事故</a:t>
            </a:r>
            <a:r>
              <a:rPr lang="en-US" altLang="zh-CN" sz="1400" dirty="0">
                <a:solidFill>
                  <a:schemeClr val="tx1">
                    <a:lumMod val="85000"/>
                    <a:lumOff val="15000"/>
                  </a:schemeClr>
                </a:solidFill>
                <a:latin typeface="Arial" panose="020B0604020202020204" pitchFamily="34" charset="0"/>
                <a:ea typeface="黑体-简" panose="02000000000000000000" charset="-122"/>
                <a:cs typeface="+mn-ea"/>
              </a:rPr>
              <a:t>/</a:t>
            </a:r>
            <a:r>
              <a:rPr lang="zh-CN" altLang="en-US" sz="1400" dirty="0">
                <a:solidFill>
                  <a:schemeClr val="tx1">
                    <a:lumMod val="85000"/>
                    <a:lumOff val="15000"/>
                  </a:schemeClr>
                </a:solidFill>
                <a:latin typeface="Arial" panose="020B0604020202020204" pitchFamily="34" charset="0"/>
                <a:ea typeface="黑体-简" panose="02000000000000000000" charset="-122"/>
                <a:cs typeface="+mn-ea"/>
              </a:rPr>
              <a:t>事件</a:t>
            </a:r>
            <a:endParaRPr lang="zh-CN" altLang="en-US" sz="14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56" name="形状"/>
          <p:cNvSpPr/>
          <p:nvPr>
            <p:custDataLst>
              <p:tags r:id="rId24"/>
            </p:custDataLst>
          </p:nvPr>
        </p:nvSpPr>
        <p:spPr>
          <a:xfrm flipV="1">
            <a:off x="953770" y="3246810"/>
            <a:ext cx="2194198" cy="749823"/>
          </a:xfrm>
          <a:custGeom>
            <a:avLst/>
            <a:gdLst/>
            <a:ahLst/>
            <a:cxnLst>
              <a:cxn ang="0">
                <a:pos x="wd2" y="hd2"/>
              </a:cxn>
              <a:cxn ang="5400000">
                <a:pos x="wd2" y="hd2"/>
              </a:cxn>
              <a:cxn ang="10800000">
                <a:pos x="wd2" y="hd2"/>
              </a:cxn>
              <a:cxn ang="16200000">
                <a:pos x="wd2" y="hd2"/>
              </a:cxn>
            </a:cxnLst>
            <a:rect l="0" t="0" r="r" b="b"/>
            <a:pathLst>
              <a:path w="21600" h="21600" extrusionOk="0">
                <a:moveTo>
                  <a:pt x="20288" y="0"/>
                </a:moveTo>
                <a:lnTo>
                  <a:pt x="1330" y="13261"/>
                </a:lnTo>
                <a:lnTo>
                  <a:pt x="0" y="21600"/>
                </a:lnTo>
                <a:lnTo>
                  <a:pt x="21600" y="8361"/>
                </a:lnTo>
                <a:lnTo>
                  <a:pt x="20288" y="0"/>
                </a:lnTo>
                <a:close/>
              </a:path>
            </a:pathLst>
          </a:custGeom>
          <a:solidFill>
            <a:schemeClr val="accent5">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58" name="形状"/>
          <p:cNvSpPr/>
          <p:nvPr>
            <p:custDataLst>
              <p:tags r:id="rId25"/>
            </p:custDataLst>
          </p:nvPr>
        </p:nvSpPr>
        <p:spPr>
          <a:xfrm flipV="1">
            <a:off x="1165102" y="3706864"/>
            <a:ext cx="1773159" cy="750636"/>
          </a:xfrm>
          <a:custGeom>
            <a:avLst/>
            <a:gdLst/>
            <a:ahLst/>
            <a:cxnLst>
              <a:cxn ang="0">
                <a:pos x="wd2" y="hd2"/>
              </a:cxn>
              <a:cxn ang="5400000">
                <a:pos x="wd2" y="hd2"/>
              </a:cxn>
              <a:cxn ang="10800000">
                <a:pos x="wd2" y="hd2"/>
              </a:cxn>
              <a:cxn ang="16200000">
                <a:pos x="wd2" y="hd2"/>
              </a:cxn>
            </a:cxnLst>
            <a:rect l="0" t="0" r="r" b="b"/>
            <a:pathLst>
              <a:path w="21600" h="21600" extrusionOk="0">
                <a:moveTo>
                  <a:pt x="19955" y="0"/>
                </a:moveTo>
                <a:lnTo>
                  <a:pt x="1612" y="13247"/>
                </a:lnTo>
                <a:lnTo>
                  <a:pt x="0" y="21600"/>
                </a:lnTo>
                <a:lnTo>
                  <a:pt x="21600" y="8353"/>
                </a:lnTo>
                <a:lnTo>
                  <a:pt x="19955" y="0"/>
                </a:lnTo>
                <a:close/>
              </a:path>
            </a:pathLst>
          </a:custGeom>
          <a:solidFill>
            <a:schemeClr val="accent6">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59" name="形状"/>
          <p:cNvSpPr/>
          <p:nvPr>
            <p:custDataLst>
              <p:tags r:id="rId26"/>
            </p:custDataLst>
          </p:nvPr>
        </p:nvSpPr>
        <p:spPr>
          <a:xfrm flipV="1">
            <a:off x="1375622" y="4167324"/>
            <a:ext cx="1351713" cy="749823"/>
          </a:xfrm>
          <a:custGeom>
            <a:avLst/>
            <a:gdLst/>
            <a:ahLst/>
            <a:cxnLst>
              <a:cxn ang="0">
                <a:pos x="wd2" y="hd2"/>
              </a:cxn>
              <a:cxn ang="5400000">
                <a:pos x="wd2" y="hd2"/>
              </a:cxn>
              <a:cxn ang="10800000">
                <a:pos x="wd2" y="hd2"/>
              </a:cxn>
              <a:cxn ang="16200000">
                <a:pos x="wd2" y="hd2"/>
              </a:cxn>
            </a:cxnLst>
            <a:rect l="0" t="0" r="r" b="b"/>
            <a:pathLst>
              <a:path w="21600" h="21600" extrusionOk="0">
                <a:moveTo>
                  <a:pt x="19486" y="0"/>
                </a:moveTo>
                <a:lnTo>
                  <a:pt x="2129" y="13239"/>
                </a:lnTo>
                <a:lnTo>
                  <a:pt x="0" y="21600"/>
                </a:lnTo>
                <a:lnTo>
                  <a:pt x="21600" y="8339"/>
                </a:lnTo>
                <a:lnTo>
                  <a:pt x="19486" y="0"/>
                </a:lnTo>
                <a:close/>
              </a:path>
            </a:pathLst>
          </a:custGeom>
          <a:solidFill>
            <a:schemeClr val="accent5">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60" name="形状"/>
          <p:cNvSpPr/>
          <p:nvPr>
            <p:custDataLst>
              <p:tags r:id="rId27"/>
            </p:custDataLst>
          </p:nvPr>
        </p:nvSpPr>
        <p:spPr>
          <a:xfrm flipV="1">
            <a:off x="1586548" y="4627785"/>
            <a:ext cx="930268" cy="753887"/>
          </a:xfrm>
          <a:custGeom>
            <a:avLst/>
            <a:gdLst/>
            <a:ahLst/>
            <a:cxnLst>
              <a:cxn ang="0">
                <a:pos x="wd2" y="hd2"/>
              </a:cxn>
              <a:cxn ang="5400000">
                <a:pos x="wd2" y="hd2"/>
              </a:cxn>
              <a:cxn ang="10800000">
                <a:pos x="wd2" y="hd2"/>
              </a:cxn>
              <a:cxn ang="16200000">
                <a:pos x="wd2" y="hd2"/>
              </a:cxn>
            </a:cxnLst>
            <a:rect l="0" t="0" r="r" b="b"/>
            <a:pathLst>
              <a:path w="21600" h="21600" extrusionOk="0">
                <a:moveTo>
                  <a:pt x="18462" y="0"/>
                </a:moveTo>
                <a:lnTo>
                  <a:pt x="3095" y="13304"/>
                </a:lnTo>
                <a:lnTo>
                  <a:pt x="0" y="21600"/>
                </a:lnTo>
                <a:lnTo>
                  <a:pt x="21600" y="8430"/>
                </a:lnTo>
                <a:lnTo>
                  <a:pt x="18462" y="0"/>
                </a:lnTo>
                <a:close/>
              </a:path>
            </a:pathLst>
          </a:custGeom>
          <a:solidFill>
            <a:schemeClr val="accent6">
              <a:lumMod val="47000"/>
              <a:lumOff val="53000"/>
              <a:alpha val="48000"/>
            </a:schemeClr>
          </a:solidFill>
          <a:ln w="12700">
            <a:miter lim="400000"/>
          </a:ln>
        </p:spPr>
        <p:txBody>
          <a:bodyPr tIns="45720" bIns="45720">
            <a:normAutofit/>
          </a:bodyPr>
          <a:lstStyle/>
          <a:p>
            <a:pPr>
              <a:lnSpc>
                <a:spcPct val="120000"/>
              </a:lnSpc>
            </a:pPr>
            <a:endParaRPr sz="900">
              <a:solidFill>
                <a:schemeClr val="tx1"/>
              </a:solidFill>
              <a:latin typeface="微软雅黑" panose="020B0503020204020204" charset="-122"/>
              <a:ea typeface="微软雅黑" panose="020B0503020204020204" charset="-122"/>
            </a:endParaRPr>
          </a:p>
        </p:txBody>
      </p:sp>
      <p:sp>
        <p:nvSpPr>
          <p:cNvPr id="61" name="任意多边形 60"/>
          <p:cNvSpPr/>
          <p:nvPr>
            <p:custDataLst>
              <p:tags r:id="rId28"/>
            </p:custDataLst>
          </p:nvPr>
        </p:nvSpPr>
        <p:spPr>
          <a:xfrm>
            <a:off x="953770" y="3246810"/>
            <a:ext cx="2404717" cy="28936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5917" h="712">
                <a:moveTo>
                  <a:pt x="0" y="0"/>
                </a:moveTo>
                <a:lnTo>
                  <a:pt x="5917" y="0"/>
                </a:lnTo>
                <a:lnTo>
                  <a:pt x="5591" y="712"/>
                </a:lnTo>
                <a:lnTo>
                  <a:pt x="332" y="712"/>
                </a:lnTo>
                <a:lnTo>
                  <a:pt x="0" y="0"/>
                </a:lnTo>
                <a:close/>
              </a:path>
            </a:pathLst>
          </a:custGeom>
          <a:gradFill>
            <a:gsLst>
              <a:gs pos="92000">
                <a:schemeClr val="accent5">
                  <a:lumMod val="75000"/>
                  <a:alpha val="100000"/>
                </a:schemeClr>
              </a:gs>
              <a:gs pos="0">
                <a:schemeClr val="accent5">
                  <a:alpha val="100000"/>
                </a:schemeClr>
              </a:gs>
            </a:gsLst>
            <a:lin ang="0" scaled="0"/>
          </a:gradFill>
          <a:ln w="12700">
            <a:miter lim="400000"/>
          </a:ln>
          <a:effectLst>
            <a:outerShdw blurRad="139700" dist="50800" dir="2700000" algn="tl" rotWithShape="0">
              <a:schemeClr val="accent5">
                <a:lumMod val="50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{{critical_period_security_log_count}}</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4" name="任意多边形 63"/>
          <p:cNvSpPr/>
          <p:nvPr>
            <p:custDataLst>
              <p:tags r:id="rId29"/>
            </p:custDataLst>
          </p:nvPr>
        </p:nvSpPr>
        <p:spPr>
          <a:xfrm>
            <a:off x="1165102" y="3706458"/>
            <a:ext cx="1982459" cy="29058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4878" h="715">
                <a:moveTo>
                  <a:pt x="0" y="0"/>
                </a:moveTo>
                <a:lnTo>
                  <a:pt x="4878" y="0"/>
                </a:lnTo>
                <a:lnTo>
                  <a:pt x="4550" y="715"/>
                </a:lnTo>
                <a:lnTo>
                  <a:pt x="325" y="715"/>
                </a:lnTo>
                <a:lnTo>
                  <a:pt x="0" y="0"/>
                </a:lnTo>
                <a:close/>
              </a:path>
            </a:pathLst>
          </a:custGeom>
          <a:gradFill>
            <a:gsLst>
              <a:gs pos="100000">
                <a:schemeClr val="accent6">
                  <a:lumMod val="75000"/>
                  <a:alpha val="100000"/>
                </a:schemeClr>
              </a:gs>
              <a:gs pos="0">
                <a:schemeClr val="accent6">
                  <a:lumMod val="84000"/>
                  <a:lumOff val="16000"/>
                  <a:alpha val="100000"/>
                </a:schemeClr>
              </a:gs>
            </a:gsLst>
            <a:lin ang="0" scaled="0"/>
          </a:gradFill>
          <a:ln w="12700">
            <a:miter lim="400000"/>
          </a:ln>
          <a:effectLst>
            <a:outerShdw blurRad="139700" dist="50800" dir="2700000" algn="tl" rotWithShape="0">
              <a:schemeClr val="accent6">
                <a:lumMod val="75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{{critical_period_alert_count}}</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6" name="任意多边形 65"/>
          <p:cNvSpPr/>
          <p:nvPr>
            <p:custDataLst>
              <p:tags r:id="rId30"/>
            </p:custDataLst>
          </p:nvPr>
        </p:nvSpPr>
        <p:spPr>
          <a:xfrm>
            <a:off x="1375622" y="4167324"/>
            <a:ext cx="1563046" cy="29058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3846" h="715">
                <a:moveTo>
                  <a:pt x="0" y="0"/>
                </a:moveTo>
                <a:lnTo>
                  <a:pt x="3846" y="0"/>
                </a:lnTo>
                <a:lnTo>
                  <a:pt x="3514" y="715"/>
                </a:lnTo>
                <a:lnTo>
                  <a:pt x="328" y="715"/>
                </a:lnTo>
                <a:lnTo>
                  <a:pt x="0" y="0"/>
                </a:lnTo>
                <a:close/>
              </a:path>
            </a:pathLst>
          </a:custGeom>
          <a:gradFill>
            <a:gsLst>
              <a:gs pos="77000">
                <a:schemeClr val="accent5">
                  <a:alpha val="100000"/>
                </a:schemeClr>
              </a:gs>
              <a:gs pos="0">
                <a:schemeClr val="accent5">
                  <a:lumMod val="60000"/>
                  <a:lumOff val="40000"/>
                  <a:alpha val="100000"/>
                </a:schemeClr>
              </a:gs>
            </a:gsLst>
            <a:lin ang="0" scaled="0"/>
          </a:gradFill>
          <a:ln w="12700">
            <a:miter lim="400000"/>
          </a:ln>
          <a:effectLst>
            <a:outerShdw blurRad="139700" dist="50800" dir="2700000" algn="tl" rotWithShape="0">
              <a:schemeClr val="accent5">
                <a:lumMod val="75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{{critical_period_incident_count}}</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7" name="任意多边形 66"/>
          <p:cNvSpPr/>
          <p:nvPr>
            <p:custDataLst>
              <p:tags r:id="rId31"/>
            </p:custDataLst>
          </p:nvPr>
        </p:nvSpPr>
        <p:spPr>
          <a:xfrm>
            <a:off x="1586548" y="4628191"/>
            <a:ext cx="1140381" cy="289362"/>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2806" h="712">
                <a:moveTo>
                  <a:pt x="0" y="0"/>
                </a:moveTo>
                <a:lnTo>
                  <a:pt x="2806" y="0"/>
                </a:lnTo>
                <a:lnTo>
                  <a:pt x="2480" y="712"/>
                </a:lnTo>
                <a:lnTo>
                  <a:pt x="328" y="712"/>
                </a:lnTo>
                <a:lnTo>
                  <a:pt x="0" y="0"/>
                </a:lnTo>
                <a:close/>
              </a:path>
            </a:pathLst>
          </a:custGeom>
          <a:gradFill>
            <a:gsLst>
              <a:gs pos="100000">
                <a:schemeClr val="accent6">
                  <a:alpha val="100000"/>
                </a:schemeClr>
              </a:gs>
              <a:gs pos="0">
                <a:schemeClr val="accent6">
                  <a:lumMod val="60000"/>
                  <a:lumOff val="40000"/>
                  <a:alpha val="100000"/>
                </a:schemeClr>
              </a:gs>
            </a:gsLst>
            <a:lin ang="0" scaled="0"/>
          </a:gradFill>
          <a:ln w="12700">
            <a:miter lim="400000"/>
          </a:ln>
          <a:effectLst>
            <a:outerShdw blurRad="139700" dist="50800" dir="2700000" algn="tl" rotWithShape="0">
              <a:schemeClr val="accent6">
                <a:lumMod val="75000"/>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en-US" altLang="zh-CN" sz="1600" b="1" dirty="0">
                <a:solidFill>
                  <a:srgbClr val="4C61E7"/>
                </a:solidFill>
                <a:latin typeface="Arial" panose="020B0604020202020204" pitchFamily="34" charset="0"/>
                <a:ea typeface="黑体-简" panose="02000000000000000000" charset="-122"/>
                <a:cs typeface="+mn-ea"/>
                <a:sym typeface="+mn-ea"/>
              </a:rPr>
              <a:t>{{containment_rate}}</a:t>
            </a:r>
            <a:endParaRPr lang="en-US" altLang="zh-CN" sz="1600" b="1" dirty="0">
              <a:solidFill>
                <a:srgbClr val="4C61E7"/>
              </a:solidFill>
              <a:latin typeface="Arial" panose="020B0604020202020204" pitchFamily="34" charset="0"/>
              <a:ea typeface="黑体-简" panose="02000000000000000000" charset="-122"/>
              <a:cs typeface="+mn-ea"/>
              <a:sym typeface="+mn-ea"/>
            </a:endParaRPr>
          </a:p>
        </p:txBody>
      </p:sp>
      <p:sp>
        <p:nvSpPr>
          <p:cNvPr id="68" name="任意多边形 67"/>
          <p:cNvSpPr/>
          <p:nvPr>
            <p:custDataLst>
              <p:tags r:id="rId32"/>
            </p:custDataLst>
          </p:nvPr>
        </p:nvSpPr>
        <p:spPr>
          <a:xfrm>
            <a:off x="1798286" y="5087839"/>
            <a:ext cx="718530" cy="293833"/>
          </a:xfrm>
          <a:custGeom>
            <a:avLst/>
            <a:gdLst>
              <a:gd name="adj" fmla="val 16667"/>
              <a:gd name="a" fmla="pin 0 adj 50000"/>
              <a:gd name="x1" fmla="*/ ss a 100000"/>
              <a:gd name="x2" fmla="+- r 0 x1"/>
              <a:gd name="y2" fmla="+- b 0 x1"/>
              <a:gd name="il" fmla="*/ x1 29289 100000"/>
              <a:gd name="ir" fmla="+- r 0 il"/>
              <a:gd name="ib" fmla="+- b 0 il"/>
            </a:gdLst>
            <a:ahLst/>
            <a:cxnLst>
              <a:cxn ang="3">
                <a:pos x="hc" y="t"/>
              </a:cxn>
              <a:cxn ang="cd2">
                <a:pos x="l" y="vc"/>
              </a:cxn>
              <a:cxn ang="cd4">
                <a:pos x="hc" y="b"/>
              </a:cxn>
              <a:cxn ang="0">
                <a:pos x="r" y="vc"/>
              </a:cxn>
            </a:cxnLst>
            <a:rect l="il" t="il" r="ir" b="ib"/>
            <a:pathLst>
              <a:path w="1768" h="723">
                <a:moveTo>
                  <a:pt x="0" y="0"/>
                </a:moveTo>
                <a:lnTo>
                  <a:pt x="1768" y="0"/>
                </a:lnTo>
                <a:lnTo>
                  <a:pt x="1436" y="723"/>
                </a:lnTo>
                <a:lnTo>
                  <a:pt x="332" y="723"/>
                </a:lnTo>
                <a:lnTo>
                  <a:pt x="0" y="0"/>
                </a:lnTo>
                <a:close/>
              </a:path>
            </a:pathLst>
          </a:custGeom>
          <a:gradFill>
            <a:gsLst>
              <a:gs pos="100000">
                <a:schemeClr val="accent5">
                  <a:lumMod val="60000"/>
                  <a:lumOff val="40000"/>
                  <a:alpha val="100000"/>
                </a:schemeClr>
              </a:gs>
              <a:gs pos="0">
                <a:schemeClr val="accent5">
                  <a:lumMod val="40000"/>
                  <a:lumOff val="60000"/>
                  <a:alpha val="100000"/>
                </a:schemeClr>
              </a:gs>
            </a:gsLst>
            <a:lin ang="0" scaled="0"/>
          </a:gradFill>
          <a:ln w="12700">
            <a:miter lim="400000"/>
          </a:ln>
          <a:effectLst>
            <a:outerShdw blurRad="139700" dist="50800" dir="2700000" algn="tl" rotWithShape="0">
              <a:schemeClr val="accent5">
                <a:alpha val="20000"/>
              </a:schemeClr>
            </a:outerShdw>
          </a:effectLst>
        </p:spPr>
        <p:txBody>
          <a:bodyPr wrap="square" tIns="45720" bIns="45720" rtlCol="0" anchor="ctr">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pPr lvl="0" algn="ctr">
              <a:spcBef>
                <a:spcPct val="0"/>
              </a:spcBef>
              <a:spcAft>
                <a:spcPct val="0"/>
              </a:spcAft>
              <a:buClrTx/>
              <a:buSzTx/>
              <a:buFontTx/>
            </a:pPr>
            <a:r>
              <a:rPr lang="zh-CN" altLang="en-US" sz="1600" b="1" dirty="0">
                <a:solidFill>
                  <a:srgbClr val="FFFFFF"/>
                </a:solidFill>
                <a:latin typeface="+mn-ea"/>
                <a:cs typeface="+mn-ea"/>
                <a:sym typeface="+mn-ea"/>
              </a:rPr>
              <a:t>零</a:t>
            </a:r>
            <a:endParaRPr lang="zh-CN" altLang="en-US" sz="1600" b="1" dirty="0">
              <a:solidFill>
                <a:srgbClr val="FFFFFF"/>
              </a:solidFill>
              <a:latin typeface="+mn-ea"/>
              <a:cs typeface="+mn-ea"/>
              <a:sym typeface="+mn-ea"/>
            </a:endParaRPr>
          </a:p>
        </p:txBody>
      </p:sp>
      <p:grpSp>
        <p:nvGrpSpPr>
          <p:cNvPr id="125" name="组合 124"/>
          <p:cNvGrpSpPr/>
          <p:nvPr/>
        </p:nvGrpSpPr>
        <p:grpSpPr>
          <a:xfrm>
            <a:off x="852170" y="1021080"/>
            <a:ext cx="10556240" cy="1647190"/>
            <a:chOff x="1342" y="1608"/>
            <a:chExt cx="16624" cy="2594"/>
          </a:xfrm>
        </p:grpSpPr>
        <p:grpSp>
          <p:nvGrpSpPr>
            <p:cNvPr id="3" name="组合 2" descr="7b0a202020202274657874626f78223a20227b5c2269645c223a32303334383533362c5c227469645c223a5c225c227d220a7d0a"/>
            <p:cNvGrpSpPr/>
            <p:nvPr>
              <p:custDataLst>
                <p:tags r:id="rId33"/>
              </p:custDataLst>
            </p:nvPr>
          </p:nvGrpSpPr>
          <p:grpSpPr>
            <a:xfrm>
              <a:off x="1342" y="1608"/>
              <a:ext cx="16624" cy="2594"/>
              <a:chOff x="3067050" y="1761966"/>
              <a:chExt cx="6057900" cy="3684815"/>
            </a:xfrm>
          </p:grpSpPr>
          <p:grpSp>
            <p:nvGrpSpPr>
              <p:cNvPr id="7" name="组合 6"/>
              <p:cNvGrpSpPr/>
              <p:nvPr/>
            </p:nvGrpSpPr>
            <p:grpSpPr>
              <a:xfrm>
                <a:off x="3067050" y="1761966"/>
                <a:ext cx="6057900" cy="3684815"/>
                <a:chOff x="3064668" y="1247616"/>
                <a:chExt cx="6057900" cy="3684815"/>
              </a:xfrm>
            </p:grpSpPr>
            <p:grpSp>
              <p:nvGrpSpPr>
                <p:cNvPr id="8" name="组合 7"/>
                <p:cNvGrpSpPr/>
                <p:nvPr/>
              </p:nvGrpSpPr>
              <p:grpSpPr>
                <a:xfrm>
                  <a:off x="3064668" y="1247616"/>
                  <a:ext cx="6057900" cy="479210"/>
                  <a:chOff x="3064668" y="1247616"/>
                  <a:chExt cx="6057900" cy="479210"/>
                </a:xfrm>
              </p:grpSpPr>
              <p:sp>
                <p:nvSpPr>
                  <p:cNvPr id="39" name="任意多边形: 形状 9"/>
                  <p:cNvSpPr/>
                  <p:nvPr/>
                </p:nvSpPr>
                <p:spPr>
                  <a:xfrm rot="5400000">
                    <a:off x="3038475" y="148393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0" name="任意多边形: 形状 10"/>
                  <p:cNvSpPr/>
                  <p:nvPr/>
                </p:nvSpPr>
                <p:spPr>
                  <a:xfrm rot="5400000">
                    <a:off x="3146425" y="1480978"/>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41" name="任意多边形: 形状 11"/>
                  <p:cNvSpPr/>
                  <p:nvPr/>
                </p:nvSpPr>
                <p:spPr>
                  <a:xfrm flipV="1">
                    <a:off x="3064668" y="1425682"/>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3">
                    <a:schemeClr val="accent5"/>
                  </a:lnRef>
                  <a:fillRef idx="0">
                    <a:srgbClr val="FFFFFF"/>
                  </a:fillRef>
                  <a:effectRef idx="0">
                    <a:srgbClr val="FFFFFF"/>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nvGrpSpPr>
                <p:cNvPr id="9" name="组合 8"/>
                <p:cNvGrpSpPr/>
                <p:nvPr/>
              </p:nvGrpSpPr>
              <p:grpSpPr>
                <a:xfrm>
                  <a:off x="3064668" y="4456181"/>
                  <a:ext cx="6057900" cy="476250"/>
                  <a:chOff x="3064668" y="4456181"/>
                  <a:chExt cx="6057900" cy="476250"/>
                </a:xfrm>
              </p:grpSpPr>
              <p:sp>
                <p:nvSpPr>
                  <p:cNvPr id="46" name="任意多边形: 形状 6"/>
                  <p:cNvSpPr/>
                  <p:nvPr/>
                </p:nvSpPr>
                <p:spPr>
                  <a:xfrm rot="5400000">
                    <a:off x="86518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ln w="19050" cap="flat">
                    <a:solidFill>
                      <a:srgbClr val="3F8BE8"/>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1" name="任意多边形: 形状 7"/>
                  <p:cNvSpPr/>
                  <p:nvPr/>
                </p:nvSpPr>
                <p:spPr>
                  <a:xfrm rot="5400000">
                    <a:off x="8550275" y="4689543"/>
                    <a:ext cx="476250" cy="9525"/>
                  </a:xfrm>
                  <a:custGeom>
                    <a:avLst/>
                    <a:gdLst>
                      <a:gd name="connsiteX0" fmla="*/ -24 w 476250"/>
                      <a:gd name="connsiteY0" fmla="*/ 26 h 9525"/>
                      <a:gd name="connsiteX1" fmla="*/ 476226 w 476250"/>
                      <a:gd name="connsiteY1" fmla="*/ 26 h 9525"/>
                    </a:gdLst>
                    <a:ahLst/>
                    <a:cxnLst>
                      <a:cxn ang="0">
                        <a:pos x="connsiteX0" y="connsiteY0"/>
                      </a:cxn>
                      <a:cxn ang="0">
                        <a:pos x="connsiteX1" y="connsiteY1"/>
                      </a:cxn>
                    </a:cxnLst>
                    <a:rect l="l" t="t" r="r" b="b"/>
                    <a:pathLst>
                      <a:path w="476250" h="9525">
                        <a:moveTo>
                          <a:pt x="-24" y="26"/>
                        </a:moveTo>
                        <a:lnTo>
                          <a:pt x="476226" y="26"/>
                        </a:lnTo>
                      </a:path>
                    </a:pathLst>
                  </a:custGeom>
                  <a:solidFill>
                    <a:schemeClr val="accent6"/>
                  </a:solidFill>
                  <a:ln w="19050" cap="flat">
                    <a:solidFill>
                      <a:schemeClr val="accent6"/>
                    </a:solidFill>
                    <a:prstDash val="solid"/>
                    <a:miter/>
                  </a:ln>
                </p:spPr>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olidFill>
                        <a:schemeClr val="tx1"/>
                      </a:solidFill>
                      <a:latin typeface="+mn-lt"/>
                      <a:ea typeface="+mn-ea"/>
                      <a:cs typeface="+mn-cs"/>
                      <a:sym typeface="+mn-ea"/>
                    </a:endParaRPr>
                  </a:p>
                </p:txBody>
              </p:sp>
              <p:sp>
                <p:nvSpPr>
                  <p:cNvPr id="52" name="任意多边形: 形状 8"/>
                  <p:cNvSpPr/>
                  <p:nvPr/>
                </p:nvSpPr>
                <p:spPr>
                  <a:xfrm flipV="1">
                    <a:off x="3064668" y="4694304"/>
                    <a:ext cx="6057900" cy="0"/>
                  </a:xfrm>
                  <a:custGeom>
                    <a:avLst/>
                    <a:gdLst>
                      <a:gd name="connsiteX0" fmla="*/ 0 w 5274310"/>
                      <a:gd name="connsiteY0" fmla="*/ 0 h 8255"/>
                      <a:gd name="connsiteX1" fmla="*/ 5274310 w 5274310"/>
                      <a:gd name="connsiteY1" fmla="*/ 0 h 8255"/>
                    </a:gdLst>
                    <a:ahLst/>
                    <a:cxnLst>
                      <a:cxn ang="0">
                        <a:pos x="connsiteX0" y="connsiteY0"/>
                      </a:cxn>
                      <a:cxn ang="0">
                        <a:pos x="connsiteX1" y="connsiteY1"/>
                      </a:cxn>
                    </a:cxnLst>
                    <a:rect l="l" t="t" r="r" b="b"/>
                    <a:pathLst>
                      <a:path w="5274310" h="8255">
                        <a:moveTo>
                          <a:pt x="0" y="0"/>
                        </a:moveTo>
                        <a:lnTo>
                          <a:pt x="5274310" y="0"/>
                        </a:lnTo>
                      </a:path>
                    </a:pathLst>
                  </a:custGeom>
                </p:spPr>
                <p:style>
                  <a:lnRef idx="2">
                    <a:schemeClr val="accent6"/>
                  </a:lnRef>
                  <a:fillRef idx="0">
                    <a:schemeClr val="accent6"/>
                  </a:fillRef>
                  <a:effectRef idx="1">
                    <a:schemeClr val="accent6"/>
                  </a:effectRef>
                  <a:fontRef idx="minor">
                    <a:schemeClr val="tx1"/>
                  </a:fontRef>
                </p:style>
                <p:txBody>
                  <a:bodyPr rot="0" spcFirstLastPara="0" vert="horz" wrap="square" lIns="91440" tIns="45720" rIns="91440" bIns="45720" numCol="1" spcCol="0" rtlCol="0" fromWordArt="0" anchor="ctr" anchorCtr="0" forceAA="0" compatLnSpc="1">
                    <a:noAutofit/>
                  </a:bodyPr>
                  <a:lstStyle/>
                  <a:p>
                    <a:pPr defTabSz="914400">
                      <a:spcBef>
                        <a:spcPct val="0"/>
                      </a:spcBef>
                      <a:spcAft>
                        <a:spcPct val="0"/>
                      </a:spcAft>
                    </a:pPr>
                    <a:endParaRPr lang="zh-CN" altLang="en-US" sz="1800" kern="1200">
                      <a:sym typeface="+mn-ea"/>
                    </a:endParaRPr>
                  </a:p>
                </p:txBody>
              </p:sp>
            </p:grpSp>
          </p:grpSp>
          <p:sp>
            <p:nvSpPr>
              <p:cNvPr id="53" name="文本框 52"/>
              <p:cNvSpPr txBox="1"/>
              <p:nvPr/>
            </p:nvSpPr>
            <p:spPr>
              <a:xfrm>
                <a:off x="3121711" y="3194901"/>
                <a:ext cx="5948943" cy="1775247"/>
              </a:xfrm>
              <a:prstGeom prst="rect">
                <a:avLst/>
              </a:prstGeom>
              <a:noFill/>
            </p:spPr>
            <p:txBody>
              <a:bodyPr wrap="square" rtlCol="0" anchor="ctr"/>
              <a:lstStyle/>
              <a:p>
                <a:pPr indent="457200" algn="just">
                  <a:lnSpc>
                    <a:spcPct val="150000"/>
                  </a:lnSpc>
                </a:pPr>
                <a:r>
                  <a:rPr lang="zh-CN" sz="1400" kern="1200" dirty="0">
                    <a:solidFill>
                      <a:schemeClr val="tx1"/>
                    </a:solidFill>
                    <a:effectLst/>
                    <a:latin typeface="Arial" panose="020B0604020202020204" pitchFamily="34" charset="0"/>
                    <a:ea typeface="黑体-简" panose="02000000000000000000" charset="-122"/>
                    <a:cs typeface="+mn-cs"/>
                    <a:sym typeface="+mn-ea"/>
                  </a:rPr>
                  <a:t>在重要时期云端团队实时</a:t>
                </a:r>
                <a:r>
                  <a:rPr lang="en-US" altLang="zh-CN" sz="1400" kern="1200" dirty="0">
                    <a:solidFill>
                      <a:schemeClr val="tx1"/>
                    </a:solidFill>
                    <a:effectLst/>
                    <a:latin typeface="Arial" panose="020B0604020202020204" pitchFamily="34" charset="0"/>
                    <a:ea typeface="黑体-简" panose="02000000000000000000" charset="-122"/>
                    <a:cs typeface="+mn-cs"/>
                    <a:sym typeface="+mn-ea"/>
                  </a:rPr>
                  <a:t>7x24</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小时对设备的安全日志进行实时分析研判，对安全威胁进行持续对抗，每日通报安全态势情况，顺利保障重要时期（</a:t>
                </a:r>
                <a:r>
                  <a:rPr lang="en-US" altLang="zh-CN" sz="1400" kern="1200" dirty="0">
                    <a:solidFill>
                      <a:srgbClr val="4C61E7"/>
                    </a:solidFill>
                    <a:effectLst/>
                    <a:latin typeface="Arial" panose="020B0604020202020204" pitchFamily="34" charset="0"/>
                    <a:ea typeface="黑体-简" panose="02000000000000000000" charset="-122"/>
                    <a:cs typeface="+mn-cs"/>
                    <a:sym typeface="+mn-ea"/>
                  </a:rPr>
                  <a:t>{{critical_protection_periods_text}}</a:t>
                </a:r>
                <a:r>
                  <a:rPr lang="zh-CN" altLang="en-US" sz="1400" kern="1200" dirty="0">
                    <a:solidFill>
                      <a:schemeClr val="tx1"/>
                    </a:solidFill>
                    <a:effectLst/>
                    <a:latin typeface="Arial" panose="020B0604020202020204" pitchFamily="34" charset="0"/>
                    <a:ea typeface="黑体-简" panose="02000000000000000000" charset="-122"/>
                    <a:cs typeface="+mn-cs"/>
                    <a:sym typeface="+mn-ea"/>
                  </a:rPr>
                  <a:t>）未出现重大安全事件或事故。</a:t>
                </a:r>
                <a:endParaRPr lang="zh-CN" altLang="en-US" sz="1400" kern="1200" dirty="0">
                  <a:solidFill>
                    <a:schemeClr val="tx1"/>
                  </a:solidFill>
                  <a:effectLst/>
                  <a:latin typeface="Arial" panose="020B0604020202020204" pitchFamily="34" charset="0"/>
                  <a:ea typeface="黑体-简" panose="02000000000000000000" charset="-122"/>
                  <a:cs typeface="+mn-cs"/>
                  <a:sym typeface="+mn-ea"/>
                </a:endParaRPr>
              </a:p>
            </p:txBody>
          </p:sp>
        </p:grpSp>
        <p:sp>
          <p:nvSpPr>
            <p:cNvPr id="69" name="文本框 68"/>
            <p:cNvSpPr txBox="1"/>
            <p:nvPr/>
          </p:nvSpPr>
          <p:spPr>
            <a:xfrm>
              <a:off x="1492" y="2037"/>
              <a:ext cx="9600" cy="580"/>
            </a:xfrm>
            <a:prstGeom prst="rect">
              <a:avLst/>
            </a:prstGeom>
            <a:noFill/>
          </p:spPr>
          <p:txBody>
            <a:bodyPr wrap="square" rtlCol="0" anchor="t">
              <a:spAutoFit/>
            </a:bodyPr>
            <a:p>
              <a:pPr marL="0" algn="l">
                <a:lnSpc>
                  <a:spcPct val="100000"/>
                </a:lnSpc>
                <a:buClrTx/>
                <a:buSzTx/>
                <a:buFontTx/>
                <a:buNone/>
              </a:pP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重保期间</a:t>
              </a:r>
              <a:r>
                <a:rPr lang="en-US" altLang="zh-CN"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未发生攻击成功事件，</a:t>
              </a:r>
              <a:r>
                <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rPr>
                <a:t>安全威胁风险可控</a:t>
              </a:r>
              <a:endParaRPr lang="zh-CN" altLang="en-US" sz="1800" b="1" dirty="0">
                <a:gradFill>
                  <a:gsLst>
                    <a:gs pos="50000">
                      <a:schemeClr val="accent6"/>
                    </a:gs>
                    <a:gs pos="0">
                      <a:schemeClr val="accent6">
                        <a:lumMod val="25000"/>
                        <a:lumOff val="75000"/>
                      </a:schemeClr>
                    </a:gs>
                    <a:gs pos="100000">
                      <a:schemeClr val="accent6">
                        <a:lumMod val="85000"/>
                      </a:schemeClr>
                    </a:gs>
                  </a:gsLst>
                  <a:lin ang="5400000" scaled="1"/>
                </a:gradFill>
                <a:latin typeface="Arial" panose="020B0604020202020204" pitchFamily="34" charset="0"/>
                <a:ea typeface="黑体-简" panose="02000000000000000000" charset="-122"/>
                <a:cs typeface="微软雅黑" panose="020B0503020204020204" pitchFamily="34" charset="-120"/>
                <a:sym typeface="+mn-ea"/>
              </a:endParaRPr>
            </a:p>
          </p:txBody>
        </p:sp>
      </p:grpSp>
      <p:pic>
        <p:nvPicPr>
          <p:cNvPr id="124" name="图片 123"/>
          <p:cNvPicPr>
            <a:picLocks noChangeAspect="1"/>
          </p:cNvPicPr>
          <p:nvPr/>
        </p:nvPicPr>
        <p:blipFill>
          <a:blip r:embed="rId34"/>
          <a:stretch>
            <a:fillRect/>
          </a:stretch>
        </p:blipFill>
        <p:spPr>
          <a:xfrm>
            <a:off x="6339840" y="3027680"/>
            <a:ext cx="5069205" cy="2606675"/>
          </a:xfrm>
          <a:prstGeom prst="rect">
            <a:avLst/>
          </a:prstGeom>
        </p:spPr>
      </p:pic>
    </p:spTree>
    <p:custDataLst>
      <p:tags r:id="rId35"/>
    </p:custData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3" name="组合 2"/>
          <p:cNvGrpSpPr/>
          <p:nvPr/>
        </p:nvGrpSpPr>
        <p:grpSpPr>
          <a:xfrm rot="0">
            <a:off x="224790" y="306705"/>
            <a:ext cx="369570" cy="266700"/>
            <a:chOff x="533" y="672"/>
            <a:chExt cx="582" cy="420"/>
          </a:xfrm>
        </p:grpSpPr>
        <p:sp>
          <p:nvSpPr>
            <p:cNvPr id="7"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sp>
          <p:nvSpPr>
            <p:cNvPr id="8"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FF0000"/>
                </a:solidFill>
              </a:endParaRPr>
            </a:p>
          </p:txBody>
        </p:sp>
      </p:grpSp>
      <p:sp>
        <p:nvSpPr>
          <p:cNvPr id="9" name="textbox 158"/>
          <p:cNvSpPr/>
          <p:nvPr/>
        </p:nvSpPr>
        <p:spPr>
          <a:xfrm>
            <a:off x="740410" y="347980"/>
            <a:ext cx="7640955" cy="34353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重要时期保障</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典型</a:t>
            </a:r>
            <a:r>
              <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rPr>
              <a:t>事例</a:t>
            </a:r>
            <a:endParaRPr lang="zh-CN" altLang="en-US" sz="1900" b="1" noProof="0" dirty="0">
              <a:solidFill>
                <a:schemeClr val="tx1">
                  <a:lumMod val="85000"/>
                  <a:lumOff val="15000"/>
                </a:schemeClr>
              </a:solidFill>
              <a:uLnTx/>
              <a:latin typeface="Source Han Sans CN Bold" panose="020B0600000000000000" charset="-122"/>
              <a:ea typeface="Source Han Sans CN Bold" panose="020B0600000000000000" charset="-122"/>
              <a:sym typeface="Calibri" panose="020F0502020204030204" charset="0"/>
            </a:endParaRPr>
          </a:p>
        </p:txBody>
      </p:sp>
      <p:pic>
        <p:nvPicPr>
          <p:cNvPr id="10" name="图片 9"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11" name="Text 1"/>
          <p:cNvSpPr/>
          <p:nvPr/>
        </p:nvSpPr>
        <p:spPr>
          <a:xfrm>
            <a:off x="401320" y="876300"/>
            <a:ext cx="5737225" cy="631190"/>
          </a:xfrm>
          <a:prstGeom prst="rect">
            <a:avLst/>
          </a:prstGeom>
          <a:solidFill>
            <a:srgbClr val="E6514E"/>
          </a:solidFill>
        </p:spPr>
        <p:txBody>
          <a:bodyPr wrap="square" lIns="0" tIns="0" rIns="0" bIns="0" rtlCol="0" anchor="ctr"/>
          <a:lstStyle/>
          <a:p>
            <a:pPr marL="0" indent="0" algn="ctr">
              <a:buNone/>
            </a:pPr>
            <a:r>
              <a:rPr lang="en-US" sz="1800" b="1" dirty="0">
                <a:solidFill>
                  <a:srgbClr val="FFFFFF"/>
                </a:solidFill>
                <a:latin typeface="微软雅黑" panose="020B0503020204020204" charset="-122"/>
                <a:ea typeface="微软雅黑" panose="020B0503020204020204" charset="-122"/>
                <a:cs typeface="微软雅黑" panose="020B0503020204020204" pitchFamily="34" charset="-120"/>
              </a:rPr>
              <a:t>主机</a:t>
            </a:r>
            <a:r>
              <a:rPr lang="zh-CN" altLang="en-US" sz="1800" b="1" dirty="0">
                <a:solidFill>
                  <a:srgbClr val="FFFFFF"/>
                </a:solidFill>
                <a:latin typeface="微软雅黑" panose="020B0503020204020204" charset="-122"/>
                <a:ea typeface="微软雅黑" panose="020B0503020204020204" charset="-122"/>
                <a:cs typeface="微软雅黑" panose="020B0503020204020204" pitchFamily="34" charset="-120"/>
              </a:rPr>
              <a:t>存在目标服务器开启目录浏览功能</a:t>
            </a:r>
            <a:endParaRPr lang="zh-CN" altLang="en-US" sz="1800" b="1" dirty="0">
              <a:solidFill>
                <a:srgbClr val="FFFFFF"/>
              </a:solidFill>
              <a:latin typeface="微软雅黑" panose="020B0503020204020204" charset="-122"/>
              <a:ea typeface="微软雅黑" panose="020B0503020204020204" charset="-122"/>
              <a:cs typeface="微软雅黑" panose="020B0503020204020204" pitchFamily="34" charset="-120"/>
            </a:endParaRPr>
          </a:p>
        </p:txBody>
      </p:sp>
      <p:sp>
        <p:nvSpPr>
          <p:cNvPr id="12" name="Text 2"/>
          <p:cNvSpPr/>
          <p:nvPr/>
        </p:nvSpPr>
        <p:spPr>
          <a:xfrm>
            <a:off x="401320" y="1506855"/>
            <a:ext cx="5736590" cy="4987290"/>
          </a:xfrm>
          <a:prstGeom prst="rect">
            <a:avLst/>
          </a:prstGeom>
          <a:solidFill>
            <a:srgbClr val="FDF1F1"/>
          </a:solidFill>
        </p:spPr>
        <p:txBody>
          <a:bodyPr wrap="square" lIns="283464" tIns="137160" rIns="283464" bIns="137160" rtlCol="0" anchor="t">
            <a:noAutofit/>
          </a:bodyPr>
          <a:lstStyle/>
          <a:p>
            <a:pPr lvl="0" algn="l">
              <a:lnSpc>
                <a:spcPts val="1600"/>
              </a:lnSpc>
              <a:buClrTx/>
              <a:buSzTx/>
              <a:buFontTx/>
            </a:pP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攻击者通过该漏洞可任意浏览根目录下相关文件</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
</a:t>
            </a:r>
            <a:endParaRPr lang="zh-CN" altLang="en-US" sz="1200" dirty="0">
              <a:solidFill>
                <a:srgbClr val="14161A"/>
              </a:solidFill>
              <a:latin typeface="Heiti SC Medium" panose="02000000000000000000" charset="-122"/>
              <a:ea typeface="Heiti SC Medium" panose="02000000000000000000" charset="-122"/>
              <a:cs typeface="Heiti SC Medium" panose="02000000000000000000" charset="-122"/>
              <a:sym typeface="+mn-ea"/>
            </a:endParaRPr>
          </a:p>
          <a:p>
            <a:pPr lvl="0" algn="l">
              <a:lnSpc>
                <a:spcPts val="1600"/>
              </a:lnSpc>
              <a:buClrTx/>
              <a:buSzTx/>
              <a:buFontTx/>
            </a:pP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发现时间：</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2025-06-09 11:25:42</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ts val="1600"/>
              </a:lnSpc>
              <a:buClrTx/>
              <a:buSzTx/>
              <a:buFontTx/>
            </a:pP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影响资产：</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XX.XX.XX.XX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XX</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资产</a:t>
            </a:r>
            <a:r>
              <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rPr>
              <a:t>)</a:t>
            </a:r>
            <a:endParaRPr lang="zh-CN" altLang="en-US" sz="1200" dirty="0">
              <a:solidFill>
                <a:srgbClr val="14161A"/>
              </a:solidFill>
              <a:latin typeface="Heiti SC Light" panose="02000000000000000000" charset="-122"/>
              <a:ea typeface="Heiti SC Light" panose="02000000000000000000" charset="-122"/>
              <a:cs typeface="Heiti SC Light" panose="02000000000000000000" charset="-122"/>
              <a:sym typeface="+mn-ea"/>
            </a:endParaRPr>
          </a:p>
          <a:p>
            <a:pPr lvl="0" algn="l">
              <a:lnSpc>
                <a:spcPts val="1600"/>
              </a:lnSpc>
              <a:buClrTx/>
              <a:buSzTx/>
              <a:buFontTx/>
            </a:pPr>
            <a:endPar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sym typeface="+mn-ea"/>
            </a:endParaRPr>
          </a:p>
          <a:p>
            <a:pPr lvl="0" algn="l">
              <a:lnSpc>
                <a:spcPts val="1600"/>
              </a:lnSpc>
              <a:buClrTx/>
              <a:buSzTx/>
              <a:buFontTx/>
            </a:pP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事件危害：</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业务系统</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存在</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目录浏览</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漏洞</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，如</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没有实时对抗响应遏制</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攻击者</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可以轻松突破防线，</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遍历</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下载根目录下的全部文件</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从而</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获取敏感信息直接造成</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防守</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失分</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；同时常见的配置文件、</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数据库口令等</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会</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存在</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默认管理后台等，可被攻击队利用</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进一步获得业务主机权限，甚至突破边界直达内网其他核心业务，</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导致重大失分和</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演习出局，甚至被列入负面典型</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a:t>
            </a:r>
            <a:endPar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sym typeface="+mn-ea"/>
            </a:endParaRPr>
          </a:p>
          <a:p>
            <a:pPr lvl="0" algn="l">
              <a:lnSpc>
                <a:spcPts val="1600"/>
              </a:lnSpc>
              <a:buClrTx/>
              <a:buSzTx/>
              <a:buFontTx/>
            </a:pPr>
            <a:endPar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sym typeface="+mn-ea"/>
            </a:endParaRPr>
          </a:p>
          <a:p>
            <a:pPr lvl="0" algn="l">
              <a:lnSpc>
                <a:spcPts val="1600"/>
              </a:lnSpc>
              <a:buClrTx/>
              <a:buSzTx/>
              <a:buFontTx/>
            </a:pP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影响范围分析：</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虽然本次事件</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并非真实攻击行为</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（属于代理转发</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业务</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），但</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监测识别到了真实存在的业务漏洞</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，而后快速完成了攻击源的封堵和业务的漏洞修复，</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收敛战线，</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避免了更多资产受影响</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a:t>
            </a:r>
            <a:endPar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sym typeface="+mn-ea"/>
            </a:endParaRPr>
          </a:p>
          <a:p>
            <a:pPr lvl="0" algn="l">
              <a:lnSpc>
                <a:spcPts val="1600"/>
              </a:lnSpc>
              <a:buClrTx/>
              <a:buSzTx/>
              <a:buFontTx/>
            </a:pPr>
            <a:endParaRPr lang="zh-CN" altLang="en-US" sz="1200" b="1" dirty="0">
              <a:solidFill>
                <a:srgbClr val="14161A"/>
              </a:solidFill>
              <a:latin typeface="Heiti SC Medium" panose="02000000000000000000" charset="-122"/>
              <a:ea typeface="Heiti SC Medium" panose="02000000000000000000" charset="-122"/>
              <a:cs typeface="Heiti SC Medium" panose="02000000000000000000" charset="-122"/>
              <a:sym typeface="+mn-ea"/>
            </a:endParaRPr>
          </a:p>
          <a:p>
            <a:pPr lvl="0" algn="l">
              <a:lnSpc>
                <a:spcPts val="1600"/>
              </a:lnSpc>
              <a:buClrTx/>
              <a:buSzTx/>
              <a:buFontTx/>
            </a:pP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事件</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处置：</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线上</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快速分析并定性了事件和漏洞的真伪</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，联动安全设备</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进行了处置</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线下由黄老师</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第一时间切断了该业务的访问入口</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，并同步相关系统管理员进行漏洞闭环，</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规避了</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后续潜在</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的攻击和失分</a:t>
            </a:r>
            <a:r>
              <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rPr>
              <a:t>；</a:t>
            </a:r>
            <a:endParaRPr lang="zh-CN" altLang="en-US" sz="1200" dirty="0">
              <a:solidFill>
                <a:srgbClr val="14161A"/>
              </a:solidFill>
              <a:latin typeface="Heiti SC Light" panose="02000000000000000000" charset="-122"/>
              <a:ea typeface="Heiti SC Light" panose="02000000000000000000" charset="-122"/>
              <a:cs typeface="Heiti SC Medium" panose="02000000000000000000" charset="-122"/>
              <a:sym typeface="+mn-ea"/>
            </a:endParaRPr>
          </a:p>
        </p:txBody>
      </p:sp>
      <p:pic>
        <p:nvPicPr>
          <p:cNvPr id="13" name="Image 0" descr="/opt/sangfor/app/report-generation/soar/apps/report_generation/front/threat-management-report/static/images/quarterly-report/event-manage/finished.png"/>
          <p:cNvPicPr>
            <a:picLocks noChangeAspect="1"/>
          </p:cNvPicPr>
          <p:nvPr/>
        </p:nvPicPr>
        <p:blipFill>
          <a:blip r:embed="rId4"/>
          <a:stretch>
            <a:fillRect/>
          </a:stretch>
        </p:blipFill>
        <p:spPr>
          <a:xfrm>
            <a:off x="4737354" y="5346573"/>
            <a:ext cx="1088136" cy="877824"/>
          </a:xfrm>
          <a:prstGeom prst="rect">
            <a:avLst/>
          </a:prstGeom>
        </p:spPr>
      </p:pic>
      <p:grpSp>
        <p:nvGrpSpPr>
          <p:cNvPr id="14" name="组合 13"/>
          <p:cNvGrpSpPr/>
          <p:nvPr/>
        </p:nvGrpSpPr>
        <p:grpSpPr>
          <a:xfrm>
            <a:off x="224790" y="306388"/>
            <a:ext cx="8690610" cy="295275"/>
            <a:chOff x="533" y="672"/>
            <a:chExt cx="13686" cy="465"/>
          </a:xfrm>
        </p:grpSpPr>
        <p:grpSp>
          <p:nvGrpSpPr>
            <p:cNvPr id="15" name="组合 14"/>
            <p:cNvGrpSpPr/>
            <p:nvPr/>
          </p:nvGrpSpPr>
          <p:grpSpPr>
            <a:xfrm rot="0">
              <a:off x="533" y="672"/>
              <a:ext cx="582" cy="420"/>
              <a:chOff x="533" y="672"/>
              <a:chExt cx="582" cy="420"/>
            </a:xfrm>
          </p:grpSpPr>
          <p:sp>
            <p:nvSpPr>
              <p:cNvPr id="17" name="燕尾形 86"/>
              <p:cNvSpPr/>
              <p:nvPr>
                <p:custDataLst>
                  <p:tags r:id="rId5"/>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9" name="燕尾形 103"/>
              <p:cNvSpPr/>
              <p:nvPr>
                <p:custDataLst>
                  <p:tags r:id="rId6"/>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20" name="textbox 158"/>
            <p:cNvSpPr/>
            <p:nvPr/>
          </p:nvSpPr>
          <p:spPr>
            <a:xfrm>
              <a:off x="5382" y="715"/>
              <a:ext cx="8837" cy="422"/>
            </a:xfrm>
            <a:prstGeom prst="rect">
              <a:avLst/>
            </a:prstGeom>
            <a:noFill/>
            <a:ln w="0" cap="flat">
              <a:noFill/>
              <a:prstDash val="solid"/>
              <a:miter lim="0"/>
            </a:ln>
          </p:spPr>
          <p:txBody>
            <a:bodyPr vert="horz" wrap="square" lIns="0" tIns="0" rIns="0" bIns="0" anchor="t" anchorCtr="0"/>
            <a:p>
              <a:pPr algn="l" rtl="0" eaLnBrk="0">
                <a:lnSpc>
                  <a:spcPct val="100000"/>
                </a:lnSpc>
              </a:pPr>
              <a:endParaRPr lang="zh-CN" altLang="en-US" sz="1400" b="1" noProof="0" dirty="0">
                <a:solidFill>
                  <a:srgbClr val="0B4CBB"/>
                </a:solidFill>
                <a:uLnTx/>
                <a:latin typeface="微软雅黑" panose="020B0503020204020204" charset="-122"/>
                <a:ea typeface="微软雅黑" panose="020B0503020204020204" charset="-122"/>
                <a:cs typeface="微软雅黑" panose="020B0503020204020204" charset="-122"/>
                <a:sym typeface="Calibri" panose="020F0502020204030204" charset="0"/>
              </a:endParaRPr>
            </a:p>
          </p:txBody>
        </p:sp>
      </p:grpSp>
      <p:pic>
        <p:nvPicPr>
          <p:cNvPr id="5" name="图片 4"/>
          <p:cNvPicPr>
            <a:picLocks noChangeAspect="1"/>
          </p:cNvPicPr>
          <p:nvPr/>
        </p:nvPicPr>
        <p:blipFill>
          <a:blip r:embed="rId7"/>
          <a:stretch>
            <a:fillRect/>
          </a:stretch>
        </p:blipFill>
        <p:spPr>
          <a:xfrm>
            <a:off x="6524625" y="876300"/>
            <a:ext cx="5010785" cy="5617210"/>
          </a:xfrm>
          <a:prstGeom prst="rect">
            <a:avLst/>
          </a:prstGeom>
        </p:spPr>
      </p:pic>
      <p:sp>
        <p:nvSpPr>
          <p:cNvPr id="6" name="文本框 5"/>
          <p:cNvSpPr txBox="1"/>
          <p:nvPr/>
        </p:nvSpPr>
        <p:spPr>
          <a:xfrm>
            <a:off x="599440" y="682625"/>
            <a:ext cx="6096000" cy="229870"/>
          </a:xfrm>
          <a:prstGeom prst="rect">
            <a:avLst/>
          </a:prstGeom>
          <a:noFill/>
        </p:spPr>
        <p:txBody>
          <a:bodyPr wrap="square" rtlCol="0" anchor="t">
            <a:spAutoFit/>
          </a:bodyPr>
          <a:p>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TIPs</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选择重要时期发生</a:t>
            </a:r>
            <a:r>
              <a:rPr lang="zh-CN" altLang="en-US"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的，并且跟用户共同协作完成处置的典型事件样例</a:t>
            </a:r>
            <a:r>
              <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rPr>
              <a:t>}</a:t>
            </a:r>
            <a:endParaRPr lang="en-US" altLang="zh-CN" sz="900" dirty="0">
              <a:solidFill>
                <a:srgbClr val="4C61E7"/>
              </a:solidFill>
              <a:highlight>
                <a:srgbClr val="FFFF00"/>
              </a:highlight>
              <a:latin typeface="Arial" panose="020B0604020202020204" pitchFamily="34" charset="0"/>
              <a:ea typeface="黑体-简" panose="02000000000000000000" charset="-122"/>
              <a:cs typeface="微软雅黑" panose="020B0503020204020204" pitchFamily="34" charset="-120"/>
              <a:sym typeface="+mn-ea"/>
            </a:endParaRPr>
          </a:p>
        </p:txBody>
      </p:sp>
    </p:spTree>
    <p:custDataLst>
      <p:tags r:id="rId8"/>
    </p:custData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2" name="组合 11"/>
          <p:cNvGrpSpPr/>
          <p:nvPr/>
        </p:nvGrpSpPr>
        <p:grpSpPr>
          <a:xfrm>
            <a:off x="224790" y="289878"/>
            <a:ext cx="4279900" cy="327025"/>
            <a:chOff x="533" y="646"/>
            <a:chExt cx="6740" cy="515"/>
          </a:xfrm>
        </p:grpSpPr>
        <p:grpSp>
          <p:nvGrpSpPr>
            <p:cNvPr id="13" name="组合 12"/>
            <p:cNvGrpSpPr/>
            <p:nvPr/>
          </p:nvGrpSpPr>
          <p:grpSpPr>
            <a:xfrm rot="0">
              <a:off x="533" y="672"/>
              <a:ext cx="582" cy="420"/>
              <a:chOff x="533" y="672"/>
              <a:chExt cx="582" cy="420"/>
            </a:xfrm>
          </p:grpSpPr>
          <p:sp>
            <p:nvSpPr>
              <p:cNvPr id="14" name="燕尾形 86"/>
              <p:cNvSpPr/>
              <p:nvPr>
                <p:custDataLst>
                  <p:tags r:id="rId1"/>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6" name="燕尾形 103"/>
              <p:cNvSpPr/>
              <p:nvPr>
                <p:custDataLst>
                  <p:tags r:id="rId2"/>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3" name="textbox 158"/>
            <p:cNvSpPr/>
            <p:nvPr/>
          </p:nvSpPr>
          <p:spPr>
            <a:xfrm>
              <a:off x="1345" y="646"/>
              <a:ext cx="5928" cy="515"/>
            </a:xfrm>
            <a:prstGeom prst="rect">
              <a:avLst/>
            </a:prstGeom>
            <a:noFill/>
            <a:ln w="0" cap="flat">
              <a:noFill/>
              <a:prstDash val="solid"/>
              <a:miter lim="0"/>
            </a:ln>
          </p:spPr>
          <p:txBody>
            <a:bodyPr vert="horz" wrap="square" lIns="0" tIns="0" rIns="0" bIns="0"/>
            <a:p>
              <a:pPr algn="l" rtl="0" eaLnBrk="0">
                <a:lnSpc>
                  <a:spcPct val="78000"/>
                </a:lnSpc>
              </a:pPr>
              <a:endParaRPr sz="100" dirty="0">
                <a:solidFill>
                  <a:schemeClr val="tx1">
                    <a:lumMod val="85000"/>
                    <a:lumOff val="15000"/>
                  </a:schemeClr>
                </a:solidFill>
                <a:latin typeface="Arial Black" panose="020B0A04020102020204" pitchFamily="34" charset="0"/>
                <a:ea typeface="微软雅黑" panose="020B0503020204020204" charset="-122"/>
                <a:cs typeface="Arial" panose="020B0604020202020204"/>
              </a:endParaRPr>
            </a:p>
            <a:p>
              <a:pPr algn="l" rtl="0" eaLnBrk="0">
                <a:lnSpc>
                  <a:spcPct val="101000"/>
                </a:lnSpc>
              </a:pPr>
              <a:r>
                <a:rPr lang="zh-CN" altLang="en-US" sz="1900" b="1">
                  <a:solidFill>
                    <a:srgbClr val="262626"/>
                  </a:solidFill>
                  <a:latin typeface="Arial Black" panose="020B0A04020102020204" pitchFamily="34" charset="0"/>
                  <a:ea typeface="微软雅黑" panose="020B0503020204020204" charset="-122"/>
                  <a:cs typeface="Noto Sans SC"/>
                  <a:sym typeface="Noto Sans SC"/>
                </a:rPr>
                <a:t>安全水位可量化</a:t>
              </a:r>
              <a:endParaRPr lang="zh-CN" altLang="en-US" sz="1900" b="1">
                <a:solidFill>
                  <a:srgbClr val="262626"/>
                </a:solidFill>
                <a:latin typeface="Arial Black" panose="020B0A04020102020204" pitchFamily="34" charset="0"/>
                <a:ea typeface="微软雅黑" panose="020B0503020204020204" charset="-122"/>
                <a:cs typeface="Noto Sans SC"/>
                <a:sym typeface="Noto Sans SC"/>
              </a:endParaRPr>
            </a:p>
          </p:txBody>
        </p:sp>
      </p:grpSp>
      <p:pic>
        <p:nvPicPr>
          <p:cNvPr id="5" name="图片 4" descr="深信服 + 智安全"/>
          <p:cNvPicPr>
            <a:picLocks noChangeAspect="1"/>
          </p:cNvPicPr>
          <p:nvPr/>
        </p:nvPicPr>
        <p:blipFill>
          <a:blip r:embed="rId3"/>
          <a:srcRect l="5232" t="26576" r="4938" b="29565"/>
          <a:stretch>
            <a:fillRect/>
          </a:stretch>
        </p:blipFill>
        <p:spPr>
          <a:xfrm>
            <a:off x="10330815" y="273073"/>
            <a:ext cx="1629867" cy="360000"/>
          </a:xfrm>
          <a:prstGeom prst="rect">
            <a:avLst/>
          </a:prstGeom>
        </p:spPr>
      </p:pic>
      <p:sp>
        <p:nvSpPr>
          <p:cNvPr id="2" name="椭圆 1"/>
          <p:cNvSpPr/>
          <p:nvPr>
            <p:custDataLst>
              <p:tags r:id="rId4"/>
            </p:custDataLst>
          </p:nvPr>
        </p:nvSpPr>
        <p:spPr>
          <a:xfrm>
            <a:off x="4637220" y="3527151"/>
            <a:ext cx="2868025" cy="506420"/>
          </a:xfrm>
          <a:prstGeom prst="ellipse">
            <a:avLst/>
          </a:prstGeom>
          <a:gradFill>
            <a:gsLst>
              <a:gs pos="0">
                <a:schemeClr val="accent5">
                  <a:alpha val="0"/>
                </a:schemeClr>
              </a:gs>
              <a:gs pos="100000">
                <a:schemeClr val="accent5">
                  <a:alpha val="33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l"/>
            <a:endParaRPr lang="zh-CN" altLang="en-US" sz="1600">
              <a:solidFill>
                <a:schemeClr val="bg1"/>
              </a:solidFill>
              <a:latin typeface="+mj-ea"/>
              <a:ea typeface="+mj-ea"/>
            </a:endParaRPr>
          </a:p>
        </p:txBody>
      </p:sp>
      <p:sp>
        <p:nvSpPr>
          <p:cNvPr id="6" name="椭圆 5"/>
          <p:cNvSpPr/>
          <p:nvPr>
            <p:custDataLst>
              <p:tags r:id="rId5"/>
            </p:custDataLst>
          </p:nvPr>
        </p:nvSpPr>
        <p:spPr>
          <a:xfrm>
            <a:off x="4304569" y="3741455"/>
            <a:ext cx="3532265" cy="506420"/>
          </a:xfrm>
          <a:prstGeom prst="ellipse">
            <a:avLst/>
          </a:prstGeom>
          <a:gradFill>
            <a:gsLst>
              <a:gs pos="10000">
                <a:schemeClr val="accent5">
                  <a:alpha val="0"/>
                </a:schemeClr>
              </a:gs>
              <a:gs pos="100000">
                <a:schemeClr val="accent5">
                  <a:alpha val="12000"/>
                </a:schemeClr>
              </a:gs>
            </a:gsLst>
            <a:lin ang="5400000" scaled="1"/>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p>
            <a:pPr algn="l"/>
            <a:endParaRPr lang="zh-CN" altLang="en-US" sz="1600">
              <a:solidFill>
                <a:schemeClr val="bg1"/>
              </a:solidFill>
              <a:latin typeface="+mj-ea"/>
              <a:ea typeface="+mj-ea"/>
            </a:endParaRPr>
          </a:p>
        </p:txBody>
      </p:sp>
      <p:sp>
        <p:nvSpPr>
          <p:cNvPr id="7" name="椭圆 6"/>
          <p:cNvSpPr/>
          <p:nvPr>
            <p:custDataLst>
              <p:tags r:id="rId6"/>
            </p:custDataLst>
          </p:nvPr>
        </p:nvSpPr>
        <p:spPr>
          <a:xfrm>
            <a:off x="4171315" y="1600835"/>
            <a:ext cx="3742055" cy="3497580"/>
          </a:xfrm>
          <a:prstGeom prst="ellipse">
            <a:avLst/>
          </a:prstGeom>
          <a:noFill/>
          <a:ln>
            <a:gradFill>
              <a:gsLst>
                <a:gs pos="0">
                  <a:schemeClr val="accent5">
                    <a:alpha val="0"/>
                  </a:schemeClr>
                </a:gs>
                <a:gs pos="50000">
                  <a:schemeClr val="accent5">
                    <a:alpha val="40000"/>
                  </a:schemeClr>
                </a:gs>
                <a:gs pos="100000">
                  <a:schemeClr val="accent5">
                    <a:alpha val="0"/>
                  </a:schemeClr>
                </a:gs>
              </a:gsLst>
              <a:lin ang="5400000" scaled="1"/>
            </a:grad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5" name="平行四边形 14"/>
          <p:cNvSpPr/>
          <p:nvPr>
            <p:custDataLst>
              <p:tags r:id="rId7"/>
            </p:custDataLst>
          </p:nvPr>
        </p:nvSpPr>
        <p:spPr>
          <a:xfrm rot="5400000">
            <a:off x="6599217" y="3044169"/>
            <a:ext cx="874034" cy="188244"/>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9" name="平行四边形 18"/>
          <p:cNvSpPr/>
          <p:nvPr>
            <p:custDataLst>
              <p:tags r:id="rId8"/>
            </p:custDataLst>
          </p:nvPr>
        </p:nvSpPr>
        <p:spPr>
          <a:xfrm rot="16200000" flipH="1">
            <a:off x="4740853" y="3044169"/>
            <a:ext cx="874034" cy="188244"/>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0" name="平行四边形 19"/>
          <p:cNvSpPr/>
          <p:nvPr>
            <p:custDataLst>
              <p:tags r:id="rId9"/>
            </p:custDataLst>
          </p:nvPr>
        </p:nvSpPr>
        <p:spPr>
          <a:xfrm rot="16200000" flipH="1">
            <a:off x="4406283" y="3310289"/>
            <a:ext cx="794807" cy="69720"/>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3" name="平行四边形 22"/>
          <p:cNvSpPr/>
          <p:nvPr>
            <p:custDataLst>
              <p:tags r:id="rId10"/>
            </p:custDataLst>
          </p:nvPr>
        </p:nvSpPr>
        <p:spPr>
          <a:xfrm rot="5400000">
            <a:off x="6883889" y="3397290"/>
            <a:ext cx="794807" cy="69720"/>
          </a:xfrm>
          <a:prstGeom prst="parallelogram">
            <a:avLst/>
          </a:prstGeom>
          <a:gradFill flip="none" rotWithShape="0">
            <a:gsLst>
              <a:gs pos="100000">
                <a:schemeClr val="accent5">
                  <a:lumMod val="60000"/>
                  <a:lumOff val="40000"/>
                  <a:alpha val="0"/>
                </a:schemeClr>
              </a:gs>
              <a:gs pos="0">
                <a:schemeClr val="accent5">
                  <a:alpha val="2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4" name="平行四边形 23"/>
          <p:cNvSpPr/>
          <p:nvPr>
            <p:custDataLst>
              <p:tags r:id="rId11"/>
            </p:custDataLst>
          </p:nvPr>
        </p:nvSpPr>
        <p:spPr>
          <a:xfrm rot="5400000">
            <a:off x="6008123" y="2819630"/>
            <a:ext cx="1145942" cy="188244"/>
          </a:xfrm>
          <a:prstGeom prst="parallelogram">
            <a:avLst>
              <a:gd name="adj" fmla="val 39950"/>
            </a:avLst>
          </a:prstGeom>
          <a:gradFill flip="none" rotWithShape="0">
            <a:gsLst>
              <a:gs pos="100000">
                <a:schemeClr val="accent5">
                  <a:lumMod val="60000"/>
                  <a:lumOff val="40000"/>
                  <a:alpha val="0"/>
                </a:schemeClr>
              </a:gs>
              <a:gs pos="0">
                <a:schemeClr val="accent5">
                  <a:alpha val="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25" name="平行四边形 24"/>
          <p:cNvSpPr/>
          <p:nvPr>
            <p:custDataLst>
              <p:tags r:id="rId12"/>
            </p:custDataLst>
          </p:nvPr>
        </p:nvSpPr>
        <p:spPr>
          <a:xfrm rot="16200000" flipH="1">
            <a:off x="4879671" y="2950771"/>
            <a:ext cx="1555389" cy="255429"/>
          </a:xfrm>
          <a:prstGeom prst="parallelogram">
            <a:avLst>
              <a:gd name="adj" fmla="val 39950"/>
            </a:avLst>
          </a:prstGeom>
          <a:gradFill flip="none" rotWithShape="0">
            <a:gsLst>
              <a:gs pos="100000">
                <a:schemeClr val="accent5">
                  <a:lumMod val="60000"/>
                  <a:lumOff val="40000"/>
                  <a:alpha val="0"/>
                </a:schemeClr>
              </a:gs>
              <a:gs pos="0">
                <a:schemeClr val="accent5">
                  <a:alpha val="15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17" name="平行四边形 16"/>
          <p:cNvSpPr/>
          <p:nvPr>
            <p:custDataLst>
              <p:tags r:id="rId13"/>
            </p:custDataLst>
          </p:nvPr>
        </p:nvSpPr>
        <p:spPr>
          <a:xfrm rot="5400000" flipH="1" flipV="1">
            <a:off x="5363933" y="2786365"/>
            <a:ext cx="1532570" cy="255429"/>
          </a:xfrm>
          <a:prstGeom prst="parallelogram">
            <a:avLst>
              <a:gd name="adj" fmla="val 39950"/>
            </a:avLst>
          </a:prstGeom>
          <a:gradFill flip="none" rotWithShape="0">
            <a:gsLst>
              <a:gs pos="100000">
                <a:schemeClr val="accent5">
                  <a:lumMod val="60000"/>
                  <a:lumOff val="40000"/>
                  <a:alpha val="0"/>
                </a:schemeClr>
              </a:gs>
              <a:gs pos="0">
                <a:schemeClr val="accent5">
                  <a:alpha val="10000"/>
                </a:schemeClr>
              </a:gs>
            </a:gsLst>
            <a:lin ang="5400000" scaled="1"/>
            <a:tileRect/>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34" name="Oval 41+"/>
          <p:cNvSpPr/>
          <p:nvPr>
            <p:custDataLst>
              <p:tags r:id="rId14"/>
            </p:custDataLst>
          </p:nvPr>
        </p:nvSpPr>
        <p:spPr>
          <a:xfrm>
            <a:off x="4065905" y="1495425"/>
            <a:ext cx="3952875" cy="3696335"/>
          </a:xfrm>
          <a:prstGeom prst="ellipse">
            <a:avLst/>
          </a:prstGeom>
          <a:noFill/>
          <a:ln w="22225">
            <a:gradFill>
              <a:gsLst>
                <a:gs pos="0">
                  <a:schemeClr val="accent5">
                    <a:alpha val="0"/>
                  </a:schemeClr>
                </a:gs>
                <a:gs pos="50000">
                  <a:schemeClr val="accent5">
                    <a:alpha val="40000"/>
                  </a:schemeClr>
                </a:gs>
                <a:gs pos="100000">
                  <a:schemeClr val="accent5">
                    <a:alpha val="0"/>
                  </a:schemeClr>
                </a:gs>
              </a:gsLst>
              <a:lin ang="5400000" scaled="1"/>
            </a:gra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lt1"/>
              </a:solidFill>
              <a:latin typeface="+mj-ea"/>
              <a:ea typeface="+mj-ea"/>
            </a:endParaRPr>
          </a:p>
        </p:txBody>
      </p:sp>
      <p:sp>
        <p:nvSpPr>
          <p:cNvPr id="35" name="矩形 34"/>
          <p:cNvSpPr/>
          <p:nvPr>
            <p:custDataLst>
              <p:tags r:id="rId15"/>
            </p:custDataLst>
          </p:nvPr>
        </p:nvSpPr>
        <p:spPr>
          <a:xfrm>
            <a:off x="390525" y="1307820"/>
            <a:ext cx="3456000" cy="3600000"/>
          </a:xfrm>
          <a:prstGeom prst="rect">
            <a:avLst/>
          </a:prstGeom>
          <a:solidFill>
            <a:schemeClr val="accent5">
              <a:lumMod val="20000"/>
              <a:lumOff val="80000"/>
            </a:schemeClr>
          </a:solidFill>
        </p:spPr>
        <p:txBody>
          <a:bodyPr wrap="square" lIns="46990" tIns="46990" rIns="36195" bIns="46990" rtlCol="0" anchor="t" anchorCtr="0">
            <a:noAutofit/>
          </a:bodyPr>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资产覆盖范围内的入侵攻击全面做到主动防御</a:t>
            </a:r>
            <a:endParaRPr lang="zh-CN" altLang="en-US" sz="1200">
              <a:solidFill>
                <a:srgbClr val="374151"/>
              </a:solidFill>
              <a:latin typeface="Arial" panose="020B0604020202020204" pitchFamily="34" charset="0"/>
              <a:ea typeface="黑体-简" panose="02000000000000000000" charset="-122"/>
              <a:cs typeface="Noto Sans SC"/>
              <a:sym typeface="Noto Sans SC"/>
            </a:endParaRPr>
          </a:p>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安全告警主动分析和响应覆盖率达到</a:t>
            </a:r>
            <a:r>
              <a:rPr lang="en-US" altLang="zh-CN" sz="1200">
                <a:solidFill>
                  <a:srgbClr val="4C61E7"/>
                </a:solidFill>
                <a:latin typeface="Arial" panose="020B0604020202020204" pitchFamily="34" charset="0"/>
                <a:ea typeface="黑体-简" panose="02000000000000000000" charset="-122"/>
                <a:cs typeface="Noto Sans SC"/>
                <a:sym typeface="Noto Sans SC"/>
              </a:rPr>
              <a:t>{</a:t>
            </a:r>
            <a:r>
              <a:rPr lang="zh-CN" altLang="en-US" sz="1200">
                <a:solidFill>
                  <a:srgbClr val="4C61E7"/>
                </a:solidFill>
                <a:latin typeface="Arial" panose="020B0604020202020204" pitchFamily="34" charset="0"/>
                <a:ea typeface="黑体-简" panose="02000000000000000000" charset="-122"/>
                <a:cs typeface="Source Han Sans CN Normal" panose="020B0600000000000000" charset="-122"/>
                <a:sym typeface="+mn-ea"/>
              </a:rPr>
              <a:t>告警研判率</a:t>
            </a:r>
            <a:r>
              <a:rPr lang="en-US" altLang="zh-CN" sz="1200">
                <a:solidFill>
                  <a:srgbClr val="4C61E7"/>
                </a:solidFill>
                <a:latin typeface="Arial" panose="020B0604020202020204" pitchFamily="34" charset="0"/>
                <a:ea typeface="黑体-简" panose="02000000000000000000" charset="-122"/>
                <a:cs typeface="Noto Sans SC"/>
                <a:sym typeface="Noto Sans SC"/>
              </a:rPr>
              <a:t>}</a:t>
            </a:r>
            <a:endParaRPr lang="en-US" altLang="zh-CN" sz="1200">
              <a:solidFill>
                <a:srgbClr val="4C61E7"/>
              </a:solidFill>
              <a:latin typeface="Arial" panose="020B0604020202020204" pitchFamily="34" charset="0"/>
              <a:ea typeface="黑体-简" panose="02000000000000000000" charset="-122"/>
              <a:cs typeface="Noto Sans SC"/>
              <a:sym typeface="Noto Sans SC"/>
            </a:endParaRPr>
          </a:p>
          <a:p>
            <a:pPr indent="0" algn="ctr">
              <a:lnSpc>
                <a:spcPct val="150000"/>
              </a:lnSpc>
            </a:pPr>
            <a:r>
              <a:rPr lang="zh-CN" altLang="en-US" sz="1200">
                <a:solidFill>
                  <a:srgbClr val="374151"/>
                </a:solidFill>
                <a:latin typeface="Arial" panose="020B0604020202020204" pitchFamily="34" charset="0"/>
                <a:ea typeface="黑体-简" panose="02000000000000000000" charset="-122"/>
                <a:cs typeface="Noto Sans SC"/>
                <a:sym typeface="Noto Sans SC"/>
              </a:rPr>
              <a:t>安全运营各项关键指标达到国家标准</a:t>
            </a:r>
            <a:endParaRPr lang="en-US" sz="1200">
              <a:solidFill>
                <a:srgbClr val="374151"/>
              </a:solidFill>
              <a:latin typeface="Arial" panose="020B0604020202020204" pitchFamily="34" charset="0"/>
              <a:ea typeface="黑体-简" panose="02000000000000000000" charset="-122"/>
              <a:cs typeface="Noto Sans SC"/>
              <a:sym typeface="Noto Sans SC"/>
            </a:endParaRPr>
          </a:p>
          <a:p>
            <a:pPr indent="0" algn="ctr">
              <a:lnSpc>
                <a:spcPct val="150000"/>
              </a:lnSpc>
              <a:spcBef>
                <a:spcPct val="0"/>
              </a:spcBef>
              <a:spcAft>
                <a:spcPct val="0"/>
              </a:spcAft>
            </a:pPr>
            <a:endParaRPr lang="zh-CN" altLang="en-US" sz="1200" dirty="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37" name="矩形 36"/>
          <p:cNvSpPr/>
          <p:nvPr>
            <p:custDataLst>
              <p:tags r:id="rId16"/>
            </p:custDataLst>
          </p:nvPr>
        </p:nvSpPr>
        <p:spPr>
          <a:xfrm>
            <a:off x="8210653" y="1307820"/>
            <a:ext cx="3456000" cy="3600000"/>
          </a:xfrm>
          <a:prstGeom prst="rect">
            <a:avLst/>
          </a:prstGeom>
          <a:solidFill>
            <a:schemeClr val="accent6">
              <a:lumMod val="20000"/>
              <a:lumOff val="80000"/>
            </a:schemeClr>
          </a:solidFill>
        </p:spPr>
        <p:txBody>
          <a:bodyPr wrap="square" lIns="46990" tIns="46990" rIns="46990" bIns="46990" rtlCol="0" anchor="t" anchorCtr="0">
            <a:noAutofit/>
          </a:bodyPr>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服务上线以来安全水位线显著提升</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风险预防工作从无序被动响应变为有序主动开展</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r>
              <a:rPr lang="zh-CN" altLang="en-US" sz="1200">
                <a:solidFill>
                  <a:schemeClr val="tx1">
                    <a:lumMod val="85000"/>
                    <a:lumOff val="15000"/>
                  </a:schemeClr>
                </a:solidFill>
                <a:latin typeface="Arial" panose="020B0604020202020204" pitchFamily="34" charset="0"/>
                <a:ea typeface="黑体-简" panose="02000000000000000000" charset="-122"/>
                <a:cs typeface="+mn-ea"/>
              </a:rPr>
              <a:t>安全威胁从事后被动处置变为事前主动运营</a:t>
            </a: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a:p>
            <a:pPr algn="ctr">
              <a:lnSpc>
                <a:spcPct val="150000"/>
              </a:lnSpc>
              <a:spcBef>
                <a:spcPct val="0"/>
              </a:spcBef>
              <a:spcAft>
                <a:spcPct val="0"/>
              </a:spcAft>
            </a:pPr>
            <a:endParaRPr lang="zh-CN" altLang="en-US" sz="1200">
              <a:solidFill>
                <a:schemeClr val="tx1">
                  <a:lumMod val="85000"/>
                  <a:lumOff val="15000"/>
                </a:schemeClr>
              </a:solidFill>
              <a:latin typeface="Arial" panose="020B0604020202020204" pitchFamily="34" charset="0"/>
              <a:ea typeface="黑体-简" panose="02000000000000000000" charset="-122"/>
              <a:cs typeface="+mn-ea"/>
            </a:endParaRPr>
          </a:p>
        </p:txBody>
      </p:sp>
      <p:sp>
        <p:nvSpPr>
          <p:cNvPr id="38" name="箭头: V 形 20"/>
          <p:cNvSpPr/>
          <p:nvPr>
            <p:custDataLst>
              <p:tags r:id="rId17"/>
            </p:custDataLst>
          </p:nvPr>
        </p:nvSpPr>
        <p:spPr>
          <a:xfrm>
            <a:off x="3496102" y="990853"/>
            <a:ext cx="189995" cy="189995"/>
          </a:xfrm>
          <a:prstGeom prst="chevron">
            <a:avLst/>
          </a:prstGeom>
          <a:gradFill>
            <a:gsLst>
              <a:gs pos="99301">
                <a:schemeClr val="accent5">
                  <a:lumMod val="75000"/>
                  <a:alpha val="100000"/>
                </a:schemeClr>
              </a:gs>
              <a:gs pos="0">
                <a:schemeClr val="accent5">
                  <a:lumMod val="60000"/>
                  <a:lumOff val="40000"/>
                  <a:alpha val="100000"/>
                </a:schemeClr>
              </a:gs>
              <a:gs pos="68000">
                <a:schemeClr val="accent5">
                  <a:alpha val="100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solidFill>
              <a:latin typeface="+mj-ea"/>
              <a:ea typeface="+mj-ea"/>
            </a:endParaRPr>
          </a:p>
        </p:txBody>
      </p:sp>
      <p:sp>
        <p:nvSpPr>
          <p:cNvPr id="39" name="箭头: V 形 21"/>
          <p:cNvSpPr/>
          <p:nvPr>
            <p:custDataLst>
              <p:tags r:id="rId18"/>
            </p:custDataLst>
          </p:nvPr>
        </p:nvSpPr>
        <p:spPr>
          <a:xfrm flipH="1">
            <a:off x="8398603" y="990853"/>
            <a:ext cx="189995" cy="189995"/>
          </a:xfrm>
          <a:prstGeom prst="chevron">
            <a:avLst/>
          </a:prstGeom>
          <a:gradFill>
            <a:gsLst>
              <a:gs pos="99301">
                <a:schemeClr val="accent6">
                  <a:lumMod val="75000"/>
                  <a:alpha val="100000"/>
                </a:schemeClr>
              </a:gs>
              <a:gs pos="0">
                <a:schemeClr val="accent6">
                  <a:lumMod val="60000"/>
                  <a:lumOff val="40000"/>
                  <a:alpha val="100000"/>
                </a:schemeClr>
              </a:gs>
              <a:gs pos="68000">
                <a:schemeClr val="accent6">
                  <a:alpha val="100000"/>
                </a:schemeClr>
              </a:gs>
            </a:gsLst>
            <a:lin ang="2700000" scaled="1"/>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p>
            <a:pPr algn="ctr"/>
            <a:endParaRPr lang="zh-CN" altLang="en-US">
              <a:solidFill>
                <a:schemeClr val="tx1"/>
              </a:solidFill>
              <a:latin typeface="+mj-ea"/>
              <a:ea typeface="+mj-ea"/>
            </a:endParaRPr>
          </a:p>
        </p:txBody>
      </p:sp>
      <p:sp>
        <p:nvSpPr>
          <p:cNvPr id="40" name="标题"/>
          <p:cNvSpPr txBox="1"/>
          <p:nvPr>
            <p:custDataLst>
              <p:tags r:id="rId19"/>
            </p:custDataLst>
          </p:nvPr>
        </p:nvSpPr>
        <p:spPr>
          <a:xfrm>
            <a:off x="4298315" y="2682240"/>
            <a:ext cx="3475355" cy="1322705"/>
          </a:xfrm>
          <a:prstGeom prst="rect">
            <a:avLst/>
          </a:prstGeom>
          <a:noFill/>
          <a:effectLst/>
        </p:spPr>
        <p:txBody>
          <a:bodyPr wrap="square" lIns="0" tIns="0" rIns="0" bIns="0" rtlCol="0" anchor="ctr">
            <a:noAutofit/>
          </a:bodyPr>
          <a:lstStyle/>
          <a:p>
            <a:pPr lvl="0" algn="ctr">
              <a:lnSpc>
                <a:spcPct val="150000"/>
              </a:lnSpc>
              <a:buClrTx/>
              <a:buSzTx/>
              <a:buFontTx/>
            </a:pPr>
            <a:r>
              <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rPr>
              <a:t>安全水位可视</a:t>
            </a:r>
            <a:r>
              <a:rPr lang="en-US" altLang="zh-CN" sz="2000" b="1" spc="300" dirty="0">
                <a:ln w="0">
                  <a:noFill/>
                </a:ln>
                <a:solidFill>
                  <a:schemeClr val="tx1"/>
                </a:solidFill>
                <a:uFillTx/>
                <a:latin typeface="Arial" panose="020B0604020202020204" pitchFamily="34" charset="0"/>
                <a:ea typeface="黑体-简" panose="02000000000000000000" charset="-122"/>
                <a:cs typeface="+mn-ea"/>
                <a:sym typeface="+mn-ea"/>
              </a:rPr>
              <a:t>&amp;</a:t>
            </a:r>
            <a:r>
              <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rPr>
              <a:t>提升</a:t>
            </a:r>
            <a:endParaRPr lang="zh-CN" altLang="en-US" sz="2000" b="1" spc="300" dirty="0">
              <a:ln w="0">
                <a:noFill/>
              </a:ln>
              <a:solidFill>
                <a:schemeClr val="tx1"/>
              </a:solidFill>
              <a:uFillTx/>
              <a:latin typeface="Arial" panose="020B0604020202020204" pitchFamily="34" charset="0"/>
              <a:ea typeface="黑体-简" panose="02000000000000000000" charset="-122"/>
              <a:cs typeface="+mn-ea"/>
              <a:sym typeface="+mn-ea"/>
            </a:endParaRPr>
          </a:p>
          <a:p>
            <a:pPr lvl="0" algn="ctr">
              <a:lnSpc>
                <a:spcPct val="150000"/>
              </a:lnSpc>
              <a:buClrTx/>
              <a:buSzTx/>
              <a:buFontTx/>
            </a:pP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从</a:t>
            </a:r>
            <a:r>
              <a:rPr lang="zh-CN" altLang="en-US" sz="1400" b="1" spc="300" dirty="0">
                <a:ln w="0">
                  <a:noFill/>
                </a:ln>
                <a:solidFill>
                  <a:schemeClr val="accent2"/>
                </a:solidFill>
                <a:uFillTx/>
                <a:latin typeface="Arial" panose="020B0604020202020204" pitchFamily="34" charset="0"/>
                <a:ea typeface="黑体-简" panose="02000000000000000000" charset="-122"/>
                <a:cs typeface="+mn-ea"/>
                <a:sym typeface="+mn-ea"/>
              </a:rPr>
              <a:t>“基础合规”</a:t>
            </a: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跃升至</a:t>
            </a:r>
            <a:r>
              <a:rPr lang="zh-CN" altLang="en-US" sz="1400" b="1" spc="300" dirty="0">
                <a:ln w="0">
                  <a:noFill/>
                </a:ln>
                <a:solidFill>
                  <a:schemeClr val="accent6"/>
                </a:solidFill>
                <a:uFillTx/>
                <a:latin typeface="Arial" panose="020B0604020202020204" pitchFamily="34" charset="0"/>
                <a:ea typeface="黑体-简" panose="02000000000000000000" charset="-122"/>
                <a:cs typeface="+mn-ea"/>
                <a:sym typeface="+mn-ea"/>
              </a:rPr>
              <a:t>“主动防御”</a:t>
            </a:r>
            <a:endParaRPr lang="zh-CN" altLang="en-US" sz="1400" b="1" spc="300" dirty="0">
              <a:ln w="0">
                <a:noFill/>
              </a:ln>
              <a:solidFill>
                <a:schemeClr val="accent6">
                  <a:lumMod val="60000"/>
                  <a:lumOff val="40000"/>
                </a:schemeClr>
              </a:solidFill>
              <a:uFillTx/>
              <a:latin typeface="Arial" panose="020B0604020202020204" pitchFamily="34" charset="0"/>
              <a:ea typeface="黑体-简" panose="02000000000000000000" charset="-122"/>
              <a:cs typeface="+mn-ea"/>
              <a:sym typeface="+mn-ea"/>
            </a:endParaRPr>
          </a:p>
          <a:p>
            <a:pPr lvl="0" algn="ctr">
              <a:lnSpc>
                <a:spcPct val="150000"/>
              </a:lnSpc>
              <a:buClrTx/>
              <a:buSzTx/>
              <a:buFontTx/>
            </a:pPr>
            <a:r>
              <a:rPr lang="zh-CN" altLang="en-US" sz="1400" b="1" spc="300" dirty="0">
                <a:ln w="0">
                  <a:noFill/>
                </a:ln>
                <a:solidFill>
                  <a:schemeClr val="tx1"/>
                </a:solidFill>
                <a:uFillTx/>
                <a:latin typeface="Arial" panose="020B0604020202020204" pitchFamily="34" charset="0"/>
                <a:ea typeface="黑体-简" panose="02000000000000000000" charset="-122"/>
                <a:cs typeface="+mn-ea"/>
                <a:sym typeface="+mn-ea"/>
              </a:rPr>
              <a:t>部分场景已实现</a:t>
            </a:r>
            <a:r>
              <a:rPr lang="zh-CN" altLang="en-US" sz="1400" b="1" spc="300" dirty="0">
                <a:ln w="0">
                  <a:noFill/>
                </a:ln>
                <a:solidFill>
                  <a:srgbClr val="00B050"/>
                </a:solidFill>
                <a:uFillTx/>
                <a:latin typeface="Arial" panose="020B0604020202020204" pitchFamily="34" charset="0"/>
                <a:ea typeface="黑体-简" panose="02000000000000000000" charset="-122"/>
                <a:cs typeface="+mn-ea"/>
                <a:sym typeface="+mn-ea"/>
              </a:rPr>
              <a:t>“量化管理”</a:t>
            </a:r>
            <a:endParaRPr lang="zh-CN" altLang="en-US" sz="1400" b="1" spc="300" dirty="0">
              <a:ln w="0">
                <a:noFill/>
              </a:ln>
              <a:solidFill>
                <a:srgbClr val="00B050"/>
              </a:solidFill>
              <a:uFillTx/>
              <a:latin typeface="Arial" panose="020B0604020202020204" pitchFamily="34" charset="0"/>
              <a:ea typeface="黑体-简" panose="02000000000000000000" charset="-122"/>
              <a:cs typeface="+mn-ea"/>
              <a:sym typeface="+mn-ea"/>
            </a:endParaRPr>
          </a:p>
        </p:txBody>
      </p:sp>
      <p:graphicFrame>
        <p:nvGraphicFramePr>
          <p:cNvPr id="47" name="表格 46"/>
          <p:cNvGraphicFramePr/>
          <p:nvPr>
            <p:custDataLst>
              <p:tags r:id="rId20"/>
            </p:custDataLst>
          </p:nvPr>
        </p:nvGraphicFramePr>
        <p:xfrm>
          <a:off x="639445" y="2461260"/>
          <a:ext cx="3164205" cy="2286000"/>
        </p:xfrm>
        <a:graphic>
          <a:graphicData uri="http://schemas.openxmlformats.org/drawingml/2006/table">
            <a:tbl>
              <a:tblPr firstRow="1" lastCol="1" bandCol="1">
                <a:tableStyleId>{0126E9F6-41A6-44B7-8387-491034A24550}</a:tableStyleId>
              </a:tblPr>
              <a:tblGrid>
                <a:gridCol w="1179830"/>
                <a:gridCol w="1024890"/>
                <a:gridCol w="959485"/>
              </a:tblGrid>
              <a:tr h="365760">
                <a:tc>
                  <a:txBody>
                    <a:bodyPr/>
                    <a:p>
                      <a:pPr algn="ctr">
                        <a:buNone/>
                      </a:pPr>
                      <a:r>
                        <a:rPr lang="zh-CN" altLang="en-US" sz="1000">
                          <a:latin typeface="Arial" panose="020B0604020202020204" pitchFamily="34" charset="0"/>
                          <a:ea typeface="黑体-简" panose="02000000000000000000" charset="-122"/>
                        </a:rPr>
                        <a:t>关键指标</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a:solidFill>
                        <a:schemeClr val="accent5">
                          <a:lumMod val="60000"/>
                          <a:lumOff val="40000"/>
                        </a:schemeClr>
                      </a:solidFill>
                      <a:prstDash val="solid"/>
                    </a:lnB>
                    <a:solidFill>
                      <a:schemeClr val="accent5">
                        <a:lumMod val="60000"/>
                        <a:lumOff val="40000"/>
                      </a:schemeClr>
                    </a:solidFill>
                  </a:tcPr>
                </a:tc>
                <a:tc>
                  <a:txBody>
                    <a:bodyPr/>
                    <a:p>
                      <a:pPr algn="ctr">
                        <a:buNone/>
                      </a:pPr>
                      <a:r>
                        <a:rPr lang="zh-CN" altLang="en-US" sz="1000">
                          <a:latin typeface="Arial" panose="020B0604020202020204" pitchFamily="34" charset="0"/>
                          <a:ea typeface="黑体-简" panose="02000000000000000000" charset="-122"/>
                        </a:rPr>
                        <a:t>当前水平</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a:solidFill>
                        <a:schemeClr val="accent5">
                          <a:lumMod val="60000"/>
                          <a:lumOff val="40000"/>
                        </a:schemeClr>
                      </a:solidFill>
                      <a:prstDash val="solid"/>
                    </a:lnB>
                    <a:solidFill>
                      <a:schemeClr val="accent5">
                        <a:lumMod val="60000"/>
                        <a:lumOff val="40000"/>
                      </a:schemeClr>
                    </a:soli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国家</a:t>
                      </a:r>
                      <a:r>
                        <a:rPr lang="zh-CN" altLang="en-US" sz="1000">
                          <a:solidFill>
                            <a:srgbClr val="FFFF00"/>
                          </a:solidFill>
                          <a:latin typeface="Arial" panose="020B0604020202020204" pitchFamily="34" charset="0"/>
                          <a:ea typeface="黑体-简" panose="02000000000000000000" charset="-122"/>
                          <a:sym typeface="+mn-ea"/>
                        </a:rPr>
                        <a:t>参考</a:t>
                      </a:r>
                      <a:r>
                        <a:rPr lang="zh-CN" altLang="en-US" sz="1000">
                          <a:solidFill>
                            <a:srgbClr val="FFFF00"/>
                          </a:solidFill>
                          <a:latin typeface="Arial" panose="020B0604020202020204" pitchFamily="34" charset="0"/>
                          <a:ea typeface="黑体-简" panose="02000000000000000000" charset="-122"/>
                        </a:rPr>
                        <a:t>标准</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solidFill>
                      <a:schemeClr val="accent5">
                        <a:lumMod val="60000"/>
                        <a:lumOff val="40000"/>
                      </a:schemeClr>
                    </a:solidFill>
                  </a:tcPr>
                </a:tc>
              </a:tr>
              <a:tr h="365760">
                <a:tc>
                  <a:txBody>
                    <a:bodyPr/>
                    <a:p>
                      <a:pPr algn="ctr">
                        <a:buNone/>
                      </a:pPr>
                      <a:r>
                        <a:rPr lang="zh-CN" altLang="en-US" sz="1000">
                          <a:latin typeface="Arial" panose="020B0604020202020204" pitchFamily="34" charset="0"/>
                          <a:ea typeface="黑体-简" panose="02000000000000000000" charset="-122"/>
                        </a:rPr>
                        <a:t>资产覆盖率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{{asset_coverage_rate}}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威胁实时遏制率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{{threat_containment_rate}}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高危漏洞防护率</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{{high_risk_vulnerability_protection_rate}}</a:t>
                      </a:r>
                      <a:endPar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75%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MTTA</a:t>
                      </a:r>
                      <a:r>
                        <a:rPr lang="zh-CN" altLang="en-US" sz="1000">
                          <a:latin typeface="Arial" panose="020B0604020202020204" pitchFamily="34" charset="0"/>
                          <a:ea typeface="黑体-简" panose="02000000000000000000" charset="-122"/>
                        </a:rPr>
                        <a:t>（平均分析时间）</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{{average_analysis_time}}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30min</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MTTR</a:t>
                      </a:r>
                      <a:r>
                        <a:rPr lang="zh-CN" altLang="en-US" sz="1000">
                          <a:latin typeface="Arial" panose="020B0604020202020204" pitchFamily="34" charset="0"/>
                          <a:ea typeface="黑体-简" panose="02000000000000000000" charset="-122"/>
                        </a:rPr>
                        <a:t>（平均响应时间）</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{{average_response_time}}</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a:solidFill>
                        <a:schemeClr val="accent5">
                          <a:lumMod val="60000"/>
                          <a:lumOff val="40000"/>
                        </a:schemeClr>
                      </a:solidFill>
                      <a:prstDash val="solid"/>
                    </a:lnR>
                    <a:lnT w="12700">
                      <a:solidFill>
                        <a:schemeClr val="accent5">
                          <a:lumMod val="60000"/>
                          <a:lumOff val="40000"/>
                        </a:schemeClr>
                      </a:solidFill>
                      <a:prstDash val="solid"/>
                    </a:lnT>
                    <a:lnB w="12700">
                      <a:solidFill>
                        <a:schemeClr val="accent5">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8H</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60000"/>
                          <a:lumOff val="40000"/>
                        </a:schemeClr>
                      </a:solidFill>
                      <a:prstDash val="solid"/>
                    </a:lnL>
                    <a:lnR w="12700" cmpd="sng">
                      <a:solidFill>
                        <a:schemeClr val="accent5">
                          <a:lumMod val="60000"/>
                          <a:lumOff val="40000"/>
                        </a:schemeClr>
                      </a:solidFill>
                      <a:prstDash val="solid"/>
                    </a:lnR>
                    <a:lnT w="12700" cmpd="sng">
                      <a:solidFill>
                        <a:schemeClr val="accent5">
                          <a:lumMod val="60000"/>
                          <a:lumOff val="40000"/>
                        </a:schemeClr>
                      </a:solidFill>
                      <a:prstDash val="solid"/>
                    </a:lnT>
                    <a:lnB w="12700" cmpd="sng">
                      <a:solidFill>
                        <a:schemeClr val="accent5">
                          <a:lumMod val="60000"/>
                          <a:lumOff val="4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bl>
          </a:graphicData>
        </a:graphic>
      </p:graphicFrame>
      <p:graphicFrame>
        <p:nvGraphicFramePr>
          <p:cNvPr id="50" name="表格 49"/>
          <p:cNvGraphicFramePr/>
          <p:nvPr>
            <p:custDataLst>
              <p:tags r:id="rId21"/>
            </p:custDataLst>
          </p:nvPr>
        </p:nvGraphicFramePr>
        <p:xfrm>
          <a:off x="8281035" y="2461260"/>
          <a:ext cx="3164205" cy="2255520"/>
        </p:xfrm>
        <a:graphic>
          <a:graphicData uri="http://schemas.openxmlformats.org/drawingml/2006/table">
            <a:tbl>
              <a:tblPr firstRow="1" lastCol="1" bandCol="1">
                <a:tableStyleId>{0126E9F6-41A6-44B7-8387-491034A24550}</a:tableStyleId>
              </a:tblPr>
              <a:tblGrid>
                <a:gridCol w="1188085"/>
                <a:gridCol w="1016635"/>
                <a:gridCol w="959485"/>
              </a:tblGrid>
              <a:tr h="365760">
                <a:tc>
                  <a:txBody>
                    <a:bodyPr/>
                    <a:p>
                      <a:pPr algn="ctr">
                        <a:buNone/>
                      </a:pPr>
                      <a:r>
                        <a:rPr lang="zh-CN" altLang="en-US" sz="1000">
                          <a:latin typeface="Arial" panose="020B0604020202020204" pitchFamily="34" charset="0"/>
                          <a:ea typeface="黑体-简" panose="02000000000000000000" charset="-122"/>
                        </a:rPr>
                        <a:t>关键指标</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solidFill>
                      <a:schemeClr val="accent6">
                        <a:lumMod val="60000"/>
                        <a:lumOff val="40000"/>
                      </a:schemeClr>
                    </a:solidFill>
                  </a:tcPr>
                </a:tc>
                <a:tc>
                  <a:txBody>
                    <a:bodyPr/>
                    <a:p>
                      <a:pPr algn="ctr">
                        <a:buNone/>
                      </a:pPr>
                      <a:r>
                        <a:rPr lang="zh-CN" altLang="en-US" sz="1000">
                          <a:latin typeface="Arial" panose="020B0604020202020204" pitchFamily="34" charset="0"/>
                          <a:ea typeface="黑体-简" panose="02000000000000000000" charset="-122"/>
                        </a:rPr>
                        <a:t>当前水平</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solidFill>
                      <a:schemeClr val="accent6">
                        <a:lumMod val="60000"/>
                        <a:lumOff val="40000"/>
                      </a:schemeClr>
                    </a:soli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初始水平</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6">
                        <a:lumMod val="60000"/>
                        <a:lumOff val="40000"/>
                      </a:schemeClr>
                    </a:solidFill>
                  </a:tcPr>
                </a:tc>
              </a:tr>
              <a:tr h="365760">
                <a:tc>
                  <a:txBody>
                    <a:bodyPr/>
                    <a:p>
                      <a:pPr algn="ctr">
                        <a:buNone/>
                      </a:pPr>
                      <a:r>
                        <a:rPr lang="zh-CN" altLang="en-US" sz="1000">
                          <a:latin typeface="Arial" panose="020B0604020202020204" pitchFamily="34" charset="0"/>
                          <a:ea typeface="黑体-简" panose="02000000000000000000" charset="-122"/>
                        </a:rPr>
                        <a:t>资产覆盖率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{{asset_coverage_rate}}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en-US" altLang="zh-CN" sz="1000">
                          <a:latin typeface="Arial" panose="020B0604020202020204" pitchFamily="34" charset="0"/>
                          <a:ea typeface="黑体-简" panose="02000000000000000000" charset="-122"/>
                        </a:rPr>
                        <a:t>0%</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威胁实时遏制率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{{threat_containment_rate}}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仅依赖设备规则拦截</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zh-CN" altLang="en-US" sz="1000">
                          <a:latin typeface="Arial" panose="020B0604020202020204" pitchFamily="34" charset="0"/>
                          <a:ea typeface="黑体-简" panose="02000000000000000000" charset="-122"/>
                        </a:rPr>
                        <a:t>高危漏洞防护率</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{{high_risk_vulnerability_protection_rate}}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无数据</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MTTA</a:t>
                      </a:r>
                      <a:r>
                        <a:rPr lang="zh-CN" altLang="en-US" sz="1000">
                          <a:latin typeface="Arial" panose="020B0604020202020204" pitchFamily="34" charset="0"/>
                          <a:ea typeface="黑体-简" panose="02000000000000000000" charset="-122"/>
                        </a:rPr>
                        <a:t>（平均分析时间）</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{{average_analysis_time}}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未开展</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365760">
                <a:tc>
                  <a:txBody>
                    <a:bodyPr/>
                    <a:p>
                      <a:pPr algn="ctr">
                        <a:buNone/>
                      </a:pPr>
                      <a:r>
                        <a:rPr lang="en-US" altLang="zh-CN" sz="1000">
                          <a:latin typeface="Arial" panose="020B0604020202020204" pitchFamily="34" charset="0"/>
                          <a:ea typeface="黑体-简" panose="02000000000000000000" charset="-122"/>
                        </a:rPr>
                        <a:t>MTTR</a:t>
                      </a:r>
                      <a:r>
                        <a:rPr lang="zh-CN" altLang="en-US" sz="1000">
                          <a:latin typeface="Arial" panose="020B0604020202020204" pitchFamily="34" charset="0"/>
                          <a:ea typeface="黑体-简" panose="02000000000000000000" charset="-122"/>
                        </a:rPr>
                        <a:t>（平均响应时间）</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{{average_response_time}}</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tcPr>
                </a:tc>
                <a:tc>
                  <a:txBody>
                    <a:bodyPr/>
                    <a:p>
                      <a:pPr algn="ctr">
                        <a:buNone/>
                      </a:pPr>
                      <a:r>
                        <a:rPr lang="zh-CN" altLang="en-US" sz="1000">
                          <a:latin typeface="Arial" panose="020B0604020202020204" pitchFamily="34" charset="0"/>
                          <a:ea typeface="黑体-简" panose="02000000000000000000" charset="-122"/>
                        </a:rPr>
                        <a:t>事后被动响应</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bl>
          </a:graphicData>
        </a:graphic>
      </p:graphicFrame>
      <p:sp>
        <p:nvSpPr>
          <p:cNvPr id="8" name="椭圆 7"/>
          <p:cNvSpPr/>
          <p:nvPr>
            <p:custDataLst>
              <p:tags r:id="rId22"/>
            </p:custDataLst>
          </p:nvPr>
        </p:nvSpPr>
        <p:spPr>
          <a:xfrm>
            <a:off x="2584419" y="5137785"/>
            <a:ext cx="6861238" cy="1121173"/>
          </a:xfrm>
          <a:prstGeom prst="ellipse">
            <a:avLst/>
          </a:prstGeom>
          <a:gradFill>
            <a:gsLst>
              <a:gs pos="0">
                <a:schemeClr val="accent5">
                  <a:alpha val="0"/>
                </a:schemeClr>
              </a:gs>
              <a:gs pos="100000">
                <a:schemeClr val="accent5">
                  <a:alpha val="40000"/>
                </a:schemeClr>
              </a:gs>
            </a:gsLst>
            <a:lin ang="5400000" scaled="0"/>
          </a:gradFill>
          <a:ln w="41275">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8" name="标题"/>
          <p:cNvSpPr txBox="1"/>
          <p:nvPr>
            <p:custDataLst>
              <p:tags r:id="rId23"/>
            </p:custDataLst>
          </p:nvPr>
        </p:nvSpPr>
        <p:spPr>
          <a:xfrm>
            <a:off x="3183130" y="5256733"/>
            <a:ext cx="5665036" cy="951594"/>
          </a:xfrm>
          <a:prstGeom prst="rect">
            <a:avLst/>
          </a:prstGeom>
          <a:noFill/>
          <a:effectLst/>
        </p:spPr>
        <p:txBody>
          <a:bodyPr wrap="square" lIns="0" tIns="0" rIns="0" bIns="0" rtlCol="0" anchor="ctr">
            <a:noAutofit/>
          </a:bodyPr>
          <a:lstStyle/>
          <a:p>
            <a:pPr lvl="0" algn="ctr">
              <a:buClrTx/>
              <a:buSzTx/>
              <a:buFontTx/>
            </a:pP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产生的直接价值</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减少潜在风险</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mn-ea"/>
              </a:rPr>
              <a:t>{{closed_loop_vulnerability_count}}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个</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 + </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避免安全攻击损失</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mn-ea"/>
              </a:rPr>
              <a:t>{{threat_and_incident_count}}</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次</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 + </a:t>
            </a:r>
            <a:r>
              <a:rPr lang="zh-CN" altLang="en-US" b="1" spc="300" dirty="0">
                <a:ln w="0">
                  <a:noFill/>
                </a:ln>
                <a:solidFill>
                  <a:schemeClr val="tx1"/>
                </a:solidFill>
                <a:uFillTx/>
                <a:latin typeface="Arial" panose="020B0604020202020204" pitchFamily="34" charset="0"/>
                <a:ea typeface="黑体-简" panose="02000000000000000000" charset="-122"/>
                <a:cs typeface="+mn-ea"/>
                <a:sym typeface="+mn-ea"/>
              </a:rPr>
              <a:t>节省人力成本</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r>
              <a:rPr lang="en-US" altLang="zh-CN" b="1" spc="300" dirty="0">
                <a:ln w="0">
                  <a:noFill/>
                </a:ln>
                <a:solidFill>
                  <a:srgbClr val="4C61E7"/>
                </a:solidFill>
                <a:uFillTx/>
                <a:latin typeface="Arial" panose="020B0604020202020204" pitchFamily="34" charset="0"/>
                <a:ea typeface="黑体-简" panose="02000000000000000000" charset="-122"/>
                <a:cs typeface="+mn-ea"/>
                <a:sym typeface="Noto Sans SC"/>
              </a:rPr>
              <a:t>{{two_senior_security_engineer_cost}}</a:t>
            </a:r>
            <a:r>
              <a:rPr lang="en-US" altLang="zh-CN" b="1" spc="300" dirty="0">
                <a:ln w="0">
                  <a:noFill/>
                </a:ln>
                <a:solidFill>
                  <a:schemeClr val="tx1"/>
                </a:solidFill>
                <a:uFillTx/>
                <a:latin typeface="Arial" panose="020B0604020202020204" pitchFamily="34" charset="0"/>
                <a:ea typeface="黑体-简" panose="02000000000000000000" charset="-122"/>
                <a:cs typeface="+mn-ea"/>
                <a:sym typeface="+mn-ea"/>
              </a:rPr>
              <a:t>)</a:t>
            </a:r>
            <a:endParaRPr lang="en-US" altLang="zh-CN" b="1" spc="300" dirty="0">
              <a:ln w="0">
                <a:noFill/>
              </a:ln>
              <a:solidFill>
                <a:schemeClr val="tx1"/>
              </a:solidFill>
              <a:uFillTx/>
              <a:latin typeface="Arial" panose="020B0604020202020204" pitchFamily="34" charset="0"/>
              <a:ea typeface="黑体-简" panose="02000000000000000000" charset="-122"/>
              <a:cs typeface="+mn-ea"/>
              <a:sym typeface="+mn-ea"/>
            </a:endParaRPr>
          </a:p>
        </p:txBody>
      </p:sp>
      <p:sp>
        <p:nvSpPr>
          <p:cNvPr id="9" name="椭圆 8"/>
          <p:cNvSpPr/>
          <p:nvPr>
            <p:custDataLst>
              <p:tags r:id="rId24"/>
            </p:custDataLst>
          </p:nvPr>
        </p:nvSpPr>
        <p:spPr>
          <a:xfrm>
            <a:off x="1886583" y="5139005"/>
            <a:ext cx="8256910" cy="1305392"/>
          </a:xfrm>
          <a:prstGeom prst="ellipse">
            <a:avLst/>
          </a:prstGeom>
          <a:noFill/>
          <a:ln>
            <a:gradFill>
              <a:gsLst>
                <a:gs pos="0">
                  <a:schemeClr val="accent5">
                    <a:alpha val="0"/>
                  </a:schemeClr>
                </a:gs>
                <a:gs pos="100000">
                  <a:schemeClr val="accent5">
                    <a:alpha val="55000"/>
                  </a:schemeClr>
                </a:gs>
              </a:gsLst>
              <a:lin ang="5400000" scaled="1"/>
            </a:gra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1" name="任意多边形: 形状 20"/>
          <p:cNvSpPr/>
          <p:nvPr>
            <p:custDataLst>
              <p:tags r:id="rId25"/>
            </p:custDataLst>
          </p:nvPr>
        </p:nvSpPr>
        <p:spPr>
          <a:xfrm>
            <a:off x="1993942" y="5987510"/>
            <a:ext cx="1293192" cy="471527"/>
          </a:xfrm>
          <a:custGeom>
            <a:avLst/>
            <a:gdLst>
              <a:gd name="connsiteX0" fmla="*/ 2116 w 2120"/>
              <a:gd name="connsiteY0" fmla="*/ 557 h 773"/>
              <a:gd name="connsiteX1" fmla="*/ 2120 w 2120"/>
              <a:gd name="connsiteY1" fmla="*/ 773 h 773"/>
              <a:gd name="connsiteX2" fmla="*/ 0 w 2120"/>
              <a:gd name="connsiteY2" fmla="*/ 201 h 773"/>
              <a:gd name="connsiteX3" fmla="*/ 15 w 2120"/>
              <a:gd name="connsiteY3" fmla="*/ 0 h 773"/>
              <a:gd name="connsiteX4" fmla="*/ 2116 w 2120"/>
              <a:gd name="connsiteY4" fmla="*/ 557 h 773"/>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2120" h="773">
                <a:moveTo>
                  <a:pt x="2116" y="557"/>
                </a:moveTo>
                <a:lnTo>
                  <a:pt x="2120" y="773"/>
                </a:lnTo>
                <a:cubicBezTo>
                  <a:pt x="2120" y="773"/>
                  <a:pt x="252" y="516"/>
                  <a:pt x="0" y="201"/>
                </a:cubicBezTo>
                <a:lnTo>
                  <a:pt x="15" y="0"/>
                </a:lnTo>
                <a:cubicBezTo>
                  <a:pt x="15" y="0"/>
                  <a:pt x="159" y="270"/>
                  <a:pt x="2116" y="557"/>
                </a:cubicBezTo>
                <a:close/>
              </a:path>
            </a:pathLst>
          </a:custGeom>
          <a:gradFill>
            <a:gsLst>
              <a:gs pos="12000">
                <a:schemeClr val="accent5">
                  <a:alpha val="0"/>
                </a:schemeClr>
              </a:gs>
              <a:gs pos="100000">
                <a:schemeClr val="accent5">
                  <a:alpha val="49000"/>
                </a:schemeClr>
              </a:gs>
            </a:gsLst>
            <a:lin ang="0" scaled="0"/>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endParaRPr lang="zh-CN" altLang="en-US">
              <a:solidFill>
                <a:schemeClr val="tx1"/>
              </a:solidFill>
            </a:endParaRPr>
          </a:p>
        </p:txBody>
      </p:sp>
      <p:sp>
        <p:nvSpPr>
          <p:cNvPr id="22" name="任意多边形: 形状 21"/>
          <p:cNvSpPr/>
          <p:nvPr>
            <p:custDataLst>
              <p:tags r:id="rId26"/>
            </p:custDataLst>
          </p:nvPr>
        </p:nvSpPr>
        <p:spPr>
          <a:xfrm>
            <a:off x="8155515" y="5953350"/>
            <a:ext cx="2402165" cy="585596"/>
          </a:xfrm>
          <a:custGeom>
            <a:avLst/>
            <a:gdLst>
              <a:gd name="connsiteX0" fmla="*/ 3740 w 3740"/>
              <a:gd name="connsiteY0" fmla="*/ 0 h 960"/>
              <a:gd name="connsiteX1" fmla="*/ 3740 w 3740"/>
              <a:gd name="connsiteY1" fmla="*/ 234 h 960"/>
              <a:gd name="connsiteX2" fmla="*/ 11 w 3740"/>
              <a:gd name="connsiteY2" fmla="*/ 960 h 960"/>
              <a:gd name="connsiteX3" fmla="*/ 0 w 3740"/>
              <a:gd name="connsiteY3" fmla="*/ 758 h 960"/>
              <a:gd name="connsiteX4" fmla="*/ 3740 w 3740"/>
              <a:gd name="connsiteY4" fmla="*/ 0 h 960"/>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3740" h="960">
                <a:moveTo>
                  <a:pt x="3740" y="0"/>
                </a:moveTo>
                <a:lnTo>
                  <a:pt x="3740" y="234"/>
                </a:lnTo>
                <a:cubicBezTo>
                  <a:pt x="3740" y="234"/>
                  <a:pt x="2879" y="744"/>
                  <a:pt x="11" y="960"/>
                </a:cubicBezTo>
                <a:lnTo>
                  <a:pt x="0" y="758"/>
                </a:lnTo>
                <a:cubicBezTo>
                  <a:pt x="0" y="758"/>
                  <a:pt x="2513" y="657"/>
                  <a:pt x="3740" y="0"/>
                </a:cubicBezTo>
                <a:close/>
              </a:path>
            </a:pathLst>
          </a:custGeom>
          <a:gradFill>
            <a:gsLst>
              <a:gs pos="12000">
                <a:schemeClr val="accent5">
                  <a:lumMod val="60000"/>
                  <a:lumOff val="40000"/>
                  <a:alpha val="0"/>
                </a:schemeClr>
              </a:gs>
              <a:gs pos="100000">
                <a:schemeClr val="accent5">
                  <a:alpha val="49000"/>
                </a:schemeClr>
              </a:gs>
            </a:gsLst>
            <a:lin ang="0" scaled="0"/>
          </a:gradFill>
          <a:ln w="9525" cap="flat">
            <a:noFill/>
            <a:prstDash val="solid"/>
            <a:miter/>
          </a:ln>
        </p:spPr>
        <p:txBody>
          <a:bodyPr rot="0" spcFirstLastPara="0" vertOverflow="overflow" horzOverflow="overflow" vert="horz" wrap="square" lIns="91440" tIns="45720" rIns="91440" bIns="45720" numCol="1" spcCol="0" rtlCol="0" fromWordArt="0" anchor="ctr" anchorCtr="0" forceAA="0" compatLnSpc="1">
            <a:noAutofit/>
          </a:bodyPr>
          <a:lstStyle>
            <a:defPPr>
              <a:defRPr lang="zh-CN"/>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altLang="zh-CN">
                <a:solidFill>
                  <a:schemeClr val="tx1"/>
                </a:solidFill>
              </a:rPr>
              <a:t>   </a:t>
            </a:r>
            <a:endParaRPr lang="en-US" altLang="zh-CN">
              <a:solidFill>
                <a:schemeClr val="tx1"/>
              </a:solidFill>
            </a:endParaRPr>
          </a:p>
        </p:txBody>
      </p:sp>
      <p:sp>
        <p:nvSpPr>
          <p:cNvPr id="18" name="椭圆 17"/>
          <p:cNvSpPr/>
          <p:nvPr>
            <p:custDataLst>
              <p:tags r:id="rId27"/>
            </p:custDataLst>
          </p:nvPr>
        </p:nvSpPr>
        <p:spPr>
          <a:xfrm>
            <a:off x="1258897" y="5137785"/>
            <a:ext cx="9512282" cy="1487171"/>
          </a:xfrm>
          <a:prstGeom prst="ellipse">
            <a:avLst/>
          </a:prstGeom>
          <a:noFill/>
          <a:ln>
            <a:gradFill>
              <a:gsLst>
                <a:gs pos="66000">
                  <a:srgbClr val="376FFF">
                    <a:alpha val="0"/>
                  </a:srgbClr>
                </a:gs>
                <a:gs pos="14000">
                  <a:schemeClr val="accent5">
                    <a:alpha val="0"/>
                  </a:schemeClr>
                </a:gs>
                <a:gs pos="0">
                  <a:srgbClr val="376FFF">
                    <a:alpha val="16000"/>
                  </a:srgbClr>
                </a:gs>
                <a:gs pos="100000">
                  <a:schemeClr val="accent5">
                    <a:alpha val="20000"/>
                  </a:schemeClr>
                </a:gs>
              </a:gsLst>
              <a:lin ang="0" scaled="1"/>
            </a:grad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solidFill>
                <a:schemeClr val="lt1"/>
              </a:solidFill>
            </a:endParaRPr>
          </a:p>
        </p:txBody>
      </p:sp>
      <p:sp>
        <p:nvSpPr>
          <p:cNvPr id="27" name="textbox 158"/>
          <p:cNvSpPr/>
          <p:nvPr/>
        </p:nvSpPr>
        <p:spPr>
          <a:xfrm>
            <a:off x="4090670" y="922020"/>
            <a:ext cx="3822700" cy="327660"/>
          </a:xfrm>
          <a:prstGeom prst="rect">
            <a:avLst/>
          </a:prstGeom>
          <a:noFill/>
          <a:ln w="0" cap="flat">
            <a:noFill/>
            <a:prstDash val="solid"/>
            <a:miter lim="0"/>
          </a:ln>
        </p:spPr>
        <p:txBody>
          <a:bodyPr vert="horz" wrap="square" lIns="0" tIns="0" rIns="0" bIns="0" anchor="ctr" anchorCtr="0"/>
          <a:p>
            <a:pPr algn="ctr" rtl="0" eaLnBrk="0">
              <a:lnSpc>
                <a:spcPct val="100000"/>
              </a:lnSpc>
            </a:pPr>
            <a:r>
              <a:rPr lang="zh-CN" altLang="en-US" b="1" noProof="0" dirty="0">
                <a:solidFill>
                  <a:srgbClr val="0B4CBB"/>
                </a:solidFill>
                <a:uLnTx/>
                <a:latin typeface="Arial" panose="020B0604020202020204" pitchFamily="34" charset="0"/>
                <a:ea typeface="黑体-简" panose="02000000000000000000" charset="-122"/>
                <a:cs typeface="微软雅黑" panose="020B0503020204020204" charset="-122"/>
                <a:sym typeface="Calibri" panose="020F0502020204030204" charset="0"/>
              </a:rPr>
              <a:t>主动防御、量化运营</a:t>
            </a:r>
            <a:endParaRPr lang="zh-CN" altLang="en-US" b="1" noProof="0" dirty="0">
              <a:solidFill>
                <a:srgbClr val="0B4CBB"/>
              </a:solidFill>
              <a:uLnTx/>
              <a:latin typeface="Arial" panose="020B0604020202020204" pitchFamily="34" charset="0"/>
              <a:ea typeface="黑体-简" panose="02000000000000000000" charset="-122"/>
              <a:cs typeface="微软雅黑" panose="020B0503020204020204" charset="-122"/>
              <a:sym typeface="Calibri" panose="020F0502020204030204" charset="0"/>
            </a:endParaRPr>
          </a:p>
        </p:txBody>
      </p:sp>
      <p:cxnSp>
        <p:nvCxnSpPr>
          <p:cNvPr id="4" name="直接连接符 3"/>
          <p:cNvCxnSpPr/>
          <p:nvPr/>
        </p:nvCxnSpPr>
        <p:spPr>
          <a:xfrm>
            <a:off x="3302635" y="1244600"/>
            <a:ext cx="5545455" cy="0"/>
          </a:xfrm>
          <a:prstGeom prst="line">
            <a:avLst/>
          </a:prstGeom>
          <a:ln w="28575" cap="flat" cmpd="sng">
            <a:solidFill>
              <a:schemeClr val="accent1">
                <a:shade val="50000"/>
              </a:schemeClr>
            </a:solidFill>
            <a:prstDash val="solid"/>
            <a:miter lim="800000"/>
            <a:headEnd type="none"/>
            <a:tailEnd type="none"/>
          </a:ln>
        </p:spPr>
        <p:style>
          <a:lnRef idx="2">
            <a:schemeClr val="accent1"/>
          </a:lnRef>
          <a:fillRef idx="0">
            <a:srgbClr val="FFFFFF"/>
          </a:fillRef>
          <a:effectRef idx="0">
            <a:srgbClr val="FFFFFF"/>
          </a:effectRef>
          <a:fontRef idx="minor">
            <a:schemeClr val="tx1"/>
          </a:fontRef>
        </p:style>
      </p:cxnSp>
    </p:spTree>
    <p:custDataLst>
      <p:tags r:id="rId28"/>
    </p:custData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rPr>
              <a:t>关键问题与应对思路</a:t>
            </a:r>
            <a:endParaRPr lang="zh-CN" sz="1600" kern="0" spc="60" dirty="0">
              <a:solidFill>
                <a:srgbClr val="000000">
                  <a:alpha val="100000"/>
                </a:srgbClr>
              </a:solidFill>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lstStyle/>
          <a:p>
            <a:r>
              <a:rPr lang="zh-CN" altLang="en-US" sz="3200">
                <a:solidFill>
                  <a:srgbClr val="4C61E7"/>
                </a:solidFill>
                <a:latin typeface="Arial Black" panose="020B0A04020102020204" pitchFamily="34" charset="0"/>
                <a:ea typeface="微软雅黑" panose="020B0503020204020204" charset="-122"/>
              </a:rPr>
              <a:t>共同的挑战与应对思路</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03</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22960"/>
                <a:gridCol w="844550"/>
                <a:gridCol w="551815"/>
                <a:gridCol w="2082165"/>
                <a:gridCol w="1869440"/>
                <a:gridCol w="3914140"/>
                <a:gridCol w="11207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安全监测防护不足</a:t>
                      </a:r>
                      <a:endParaRPr lang="zh-CN" altLang="en-US" sz="1200" b="1" dirty="0">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1</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latin typeface="Arial" panose="020B0604020202020204" pitchFamily="34" charset="0"/>
                          <a:ea typeface="黑体-简" panose="02000000000000000000" charset="-122"/>
                          <a:cs typeface="微软雅黑" panose="020B0503020204020204" charset="-122"/>
                        </a:rPr>
                        <a:t>部分业务服务器EDR未安装覆盖（现网</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X.X.X.X</a:t>
                      </a:r>
                      <a:r>
                        <a:rPr lang="en-US" altLang="zh-CN" sz="1200" dirty="0">
                          <a:latin typeface="Arial" panose="020B0604020202020204" pitchFamily="34" charset="0"/>
                          <a:ea typeface="黑体-简" panose="02000000000000000000" charset="-122"/>
                          <a:cs typeface="微软雅黑" panose="020B0503020204020204" charset="-122"/>
                        </a:rPr>
                        <a:t>服务器网段仍有</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a:t>
                      </a:r>
                      <a:r>
                        <a:rPr lang="en-US" altLang="zh-CN" sz="1200" dirty="0">
                          <a:latin typeface="Arial" panose="020B0604020202020204" pitchFamily="34" charset="0"/>
                          <a:ea typeface="黑体-简" panose="02000000000000000000" charset="-122"/>
                          <a:cs typeface="微软雅黑" panose="020B0503020204020204" charset="-122"/>
                        </a:rPr>
                        <a:t>台活跃主机未覆盖EDR）</a:t>
                      </a: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en-US" altLang="zh-CN"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2</a:t>
                      </a:r>
                      <a:r>
                        <a:rPr lang="zh-CN" altLang="en-US" sz="1200" dirty="0">
                          <a:latin typeface="Arial" panose="020B0604020202020204" pitchFamily="34" charset="0"/>
                          <a:ea typeface="黑体-简" panose="02000000000000000000" charset="-122"/>
                          <a:cs typeface="微软雅黑" panose="020B0503020204020204" charset="-122"/>
                        </a:rPr>
                        <a:t>、</a:t>
                      </a:r>
                      <a:r>
                        <a:rPr lang="zh-CN" sz="1200" dirty="0">
                          <a:latin typeface="Arial" panose="020B0604020202020204" pitchFamily="34" charset="0"/>
                          <a:ea typeface="黑体-简" panose="02000000000000000000" charset="-122"/>
                          <a:cs typeface="微软雅黑" panose="020B0503020204020204" charset="-122"/>
                        </a:rPr>
                        <a:t>出口防火墙存在较多的</a:t>
                      </a:r>
                      <a:r>
                        <a:rPr lang="en-US" altLang="zh-CN" sz="1200" dirty="0">
                          <a:latin typeface="Arial" panose="020B0604020202020204" pitchFamily="34" charset="0"/>
                          <a:ea typeface="黑体-简" panose="02000000000000000000" charset="-122"/>
                          <a:cs typeface="微软雅黑" panose="020B0503020204020204" charset="-122"/>
                        </a:rPr>
                        <a:t>IP</a:t>
                      </a:r>
                      <a:r>
                        <a:rPr lang="zh-CN" altLang="en-US" sz="1200" dirty="0">
                          <a:latin typeface="Arial" panose="020B0604020202020204" pitchFamily="34" charset="0"/>
                          <a:ea typeface="黑体-简" panose="02000000000000000000" charset="-122"/>
                          <a:cs typeface="微软雅黑" panose="020B0503020204020204" charset="-122"/>
                        </a:rPr>
                        <a:t>或者域名白名单</a:t>
                      </a: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endParaRPr lang="zh-CN" altLang="en-US" sz="1200" dirty="0">
                        <a:latin typeface="Arial" panose="020B0604020202020204" pitchFamily="34" charset="0"/>
                        <a:ea typeface="黑体-简" panose="02000000000000000000" charset="-122"/>
                        <a:cs typeface="微软雅黑" panose="020B0503020204020204" charset="-122"/>
                      </a:endParaRPr>
                    </a:p>
                    <a:p>
                      <a:pPr algn="just" rtl="0" fontAlgn="auto">
                        <a:lnSpc>
                          <a:spcPct val="150000"/>
                        </a:lnSpc>
                        <a:spcBef>
                          <a:spcPts val="0"/>
                        </a:spcBef>
                        <a:buClrTx/>
                        <a:buSzTx/>
                        <a:buFont typeface="Arial" panose="020B0604020202020204" pitchFamily="34" charset="0"/>
                        <a:buNone/>
                      </a:pPr>
                      <a:r>
                        <a:rPr lang="en-US" altLang="zh-CN" sz="1200" dirty="0">
                          <a:latin typeface="Arial" panose="020B0604020202020204" pitchFamily="34" charset="0"/>
                          <a:ea typeface="黑体-简" panose="02000000000000000000" charset="-122"/>
                          <a:cs typeface="微软雅黑" panose="020B0503020204020204" charset="-122"/>
                        </a:rPr>
                        <a:t>3</a:t>
                      </a:r>
                      <a:r>
                        <a:rPr lang="zh-CN" altLang="en-US" sz="1200" dirty="0">
                          <a:latin typeface="Arial" panose="020B0604020202020204" pitchFamily="34" charset="0"/>
                          <a:ea typeface="黑体-简" panose="02000000000000000000" charset="-122"/>
                          <a:cs typeface="微软雅黑" panose="020B0503020204020204" charset="-122"/>
                        </a:rPr>
                        <a:t>、</a:t>
                      </a:r>
                      <a:r>
                        <a:rPr lang="en-US" altLang="zh-CN" sz="1200" dirty="0">
                          <a:solidFill>
                            <a:srgbClr val="4C61E7"/>
                          </a:solidFill>
                          <a:latin typeface="Arial" panose="020B0604020202020204" pitchFamily="34" charset="0"/>
                          <a:ea typeface="黑体-简" panose="02000000000000000000" charset="-122"/>
                          <a:cs typeface="微软雅黑" panose="020B0503020204020204" charset="-122"/>
                        </a:rPr>
                        <a:t>XXX</a:t>
                      </a:r>
                      <a:r>
                        <a:rPr lang="zh-CN" altLang="en-US" sz="1200" dirty="0">
                          <a:solidFill>
                            <a:srgbClr val="4C61E7"/>
                          </a:solidFill>
                          <a:latin typeface="Arial" panose="020B0604020202020204" pitchFamily="34" charset="0"/>
                          <a:ea typeface="黑体-简" panose="02000000000000000000" charset="-122"/>
                          <a:cs typeface="微软雅黑" panose="020B0503020204020204" charset="-122"/>
                        </a:rPr>
                        <a:t>系统</a:t>
                      </a:r>
                      <a:r>
                        <a:rPr lang="zh-CN" altLang="en-US" sz="1200" dirty="0">
                          <a:latin typeface="Arial" panose="020B0604020202020204" pitchFamily="34" charset="0"/>
                          <a:ea typeface="黑体-简" panose="02000000000000000000" charset="-122"/>
                          <a:cs typeface="微软雅黑" panose="020B0503020204020204" charset="-122"/>
                        </a:rPr>
                        <a:t>采用加密传输</a:t>
                      </a:r>
                      <a:endParaRPr lang="zh-CN" altLang="en-US"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主机防护缺失，业务主机一旦遭受安全攻击，对应的业务可能产生中断、数据泄露。</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）梳理提供现有覆盖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的主机清单，梳理现有服务器网段未安装覆盖</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的清单</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）核对推动覆盖业务服务器</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覆盖安装落地。</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b="0" dirty="0">
                          <a:solidFill>
                            <a:srgbClr val="4C61E7"/>
                          </a:solidFill>
                          <a:latin typeface="Arial" panose="020B0604020202020204" pitchFamily="34" charset="0"/>
                          <a:ea typeface="黑体-简" panose="02000000000000000000" charset="-122"/>
                          <a:cs typeface="黑体" panose="02010609060101010101" charset="-122"/>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3</a:t>
                      </a:r>
                      <a:r>
                        <a:rPr lang="zh-CN" altLang="en-US" sz="1200" b="0" dirty="0">
                          <a:latin typeface="Arial" panose="020B0604020202020204" pitchFamily="34" charset="0"/>
                          <a:ea typeface="黑体-简" panose="02000000000000000000" charset="-122"/>
                          <a:cs typeface="黑体" panose="02010609060101010101" charset="-122"/>
                        </a:rPr>
                        <a:t>）建议二次核对确认白名单清单，动态确认及调整，无需放置的及时去除</a:t>
                      </a:r>
                      <a:r>
                        <a:rPr lang="en-US" altLang="zh-CN" sz="1200" b="0" dirty="0">
                          <a:latin typeface="Arial" panose="020B0604020202020204" pitchFamily="34" charset="0"/>
                          <a:ea typeface="黑体-简" panose="02000000000000000000" charset="-122"/>
                          <a:cs typeface="黑体" panose="02010609060101010101" charset="-122"/>
                        </a:rPr>
                        <a:t>——</a:t>
                      </a:r>
                      <a:r>
                        <a:rPr lang="zh-CN" altLang="en-US" sz="1200" dirty="0">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已梳理待覆盖清单进行二次确认。</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33120"/>
                <a:gridCol w="834390"/>
                <a:gridCol w="551815"/>
                <a:gridCol w="2082165"/>
                <a:gridCol w="1869440"/>
                <a:gridCol w="3876040"/>
                <a:gridCol w="1158875"/>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钓鱼和社工病毒威胁感染概率大，人员安全意识待提升</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90805" indent="0" algn="l" rtl="0" eaLnBrk="0" fontAlgn="auto">
                        <a:lnSpc>
                          <a:spcPct val="100000"/>
                        </a:lnSpc>
                        <a:spcBef>
                          <a:spcPts val="600"/>
                        </a:spcBef>
                      </a:pPr>
                      <a:r>
                        <a:rPr lang="zh-CN" altLang="en-US" sz="1200" dirty="0">
                          <a:latin typeface="Arial" panose="020B0604020202020204" pitchFamily="34" charset="0"/>
                          <a:ea typeface="黑体-简" panose="02000000000000000000" charset="-122"/>
                          <a:cs typeface="黑体" panose="02010609060101010101" charset="-122"/>
                          <a:sym typeface="+mn-ea"/>
                        </a:rPr>
                        <a:t>当季度单位内部存在僵木蠕、钓鱼的威胁事件较为高发（达到</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起，钓鱼存在</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latin typeface="Arial" panose="020B0604020202020204" pitchFamily="34" charset="0"/>
                          <a:ea typeface="黑体-简" panose="02000000000000000000" charset="-122"/>
                          <a:cs typeface="黑体" panose="02010609060101010101" charset="-122"/>
                          <a:sym typeface="+mn-ea"/>
                        </a:rPr>
                        <a:t>起【</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起是银狐病毒</a:t>
                      </a:r>
                      <a:r>
                        <a:rPr lang="zh-CN" altLang="en-US" sz="1200" dirty="0">
                          <a:latin typeface="Arial" panose="020B0604020202020204" pitchFamily="34" charset="0"/>
                          <a:ea typeface="黑体-简" panose="02000000000000000000" charset="-122"/>
                          <a:cs typeface="黑体" panose="02010609060101010101" charset="-122"/>
                          <a:sym typeface="+mn-ea"/>
                        </a:rPr>
                        <a:t>】），终端感染银狐病毒钓鱼类风险较大，可能持续导致员工的财务损失。</a:t>
                      </a:r>
                      <a:endParaRPr lang="en-US" altLang="zh-CN" sz="1200" dirty="0">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PC</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终端遭受银狐或者钓鱼攻击，个人员工产生财产损失，主机失陷进而存在横向攻击</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Pacs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a:t>
                      </a:r>
                      <a:r>
                        <a:rPr lang="en-US" altLang="zh-CN"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ERAS</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核心业务服务器的风险。</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）完善主机定位方案，提供资产清单，通过导入资产清单到</a:t>
                      </a:r>
                      <a:r>
                        <a:rPr lang="en-US" altLang="zh-CN" sz="1200" dirty="0">
                          <a:latin typeface="Arial" panose="020B0604020202020204" pitchFamily="34" charset="0"/>
                          <a:ea typeface="黑体-简" panose="02000000000000000000" charset="-122"/>
                          <a:cs typeface="黑体" panose="02010609060101010101" charset="-122"/>
                          <a:sym typeface="+mn-ea"/>
                        </a:rPr>
                        <a:t>MSS</a:t>
                      </a:r>
                      <a:r>
                        <a:rPr lang="zh-CN" altLang="en-US" sz="1200" dirty="0">
                          <a:latin typeface="Arial" panose="020B0604020202020204" pitchFamily="34" charset="0"/>
                          <a:ea typeface="黑体-简" panose="02000000000000000000" charset="-122"/>
                          <a:cs typeface="黑体" panose="02010609060101010101" charset="-122"/>
                          <a:sym typeface="+mn-ea"/>
                        </a:rPr>
                        <a:t>平台，事件通告可直接定位到资产归属责任人</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r>
                        <a:rPr lang="en-US" altLang="zh-CN" sz="1200" dirty="0">
                          <a:latin typeface="Arial" panose="020B0604020202020204" pitchFamily="34" charset="0"/>
                          <a:ea typeface="黑体-简" panose="02000000000000000000" charset="-122"/>
                          <a:cs typeface="黑体" panose="02010609060101010101" charset="-122"/>
                          <a:sym typeface="+mn-ea"/>
                        </a:rPr>
                        <a:t>&amp;</a:t>
                      </a:r>
                      <a:r>
                        <a:rPr lang="zh-CN" altLang="en-US" sz="1200" dirty="0">
                          <a:latin typeface="Arial" panose="020B0604020202020204" pitchFamily="34" charset="0"/>
                          <a:ea typeface="黑体-简" panose="02000000000000000000" charset="-122"/>
                          <a:cs typeface="黑体" panose="02010609060101010101" charset="-122"/>
                          <a:sym typeface="+mn-ea"/>
                        </a:rPr>
                        <a:t>深信服（已完成）</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）核对推动</a:t>
                      </a:r>
                      <a:r>
                        <a:rPr lang="en-US" altLang="zh-CN" sz="1200" dirty="0">
                          <a:latin typeface="Arial" panose="020B0604020202020204" pitchFamily="34" charset="0"/>
                          <a:ea typeface="黑体-简" panose="02000000000000000000" charset="-122"/>
                          <a:cs typeface="黑体" panose="02010609060101010101" charset="-122"/>
                          <a:sym typeface="+mn-ea"/>
                        </a:rPr>
                        <a:t>PC</a:t>
                      </a:r>
                      <a:r>
                        <a:rPr lang="zh-CN" altLang="en-US" sz="1200" dirty="0">
                          <a:latin typeface="Arial" panose="020B0604020202020204" pitchFamily="34" charset="0"/>
                          <a:ea typeface="黑体-简" panose="02000000000000000000" charset="-122"/>
                          <a:cs typeface="黑体" panose="02010609060101010101" charset="-122"/>
                          <a:sym typeface="+mn-ea"/>
                        </a:rPr>
                        <a:t>主机安装</a:t>
                      </a:r>
                      <a:r>
                        <a:rPr lang="en-US" altLang="zh-CN" sz="1200" dirty="0">
                          <a:latin typeface="Arial" panose="020B0604020202020204" pitchFamily="34" charset="0"/>
                          <a:ea typeface="黑体-简" panose="02000000000000000000" charset="-122"/>
                          <a:cs typeface="黑体" panose="02010609060101010101" charset="-122"/>
                          <a:sym typeface="+mn-ea"/>
                        </a:rPr>
                        <a:t>EDR</a:t>
                      </a:r>
                      <a:r>
                        <a:rPr lang="zh-CN" altLang="en-US" sz="1200" dirty="0">
                          <a:latin typeface="Arial" panose="020B0604020202020204" pitchFamily="34" charset="0"/>
                          <a:ea typeface="黑体-简" panose="02000000000000000000" charset="-122"/>
                          <a:cs typeface="黑体" panose="02010609060101010101" charset="-122"/>
                          <a:sym typeface="+mn-ea"/>
                        </a:rPr>
                        <a:t>及覆盖安装及定期查杀机制落地。</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1</a:t>
                      </a:r>
                      <a:r>
                        <a:rPr lang="zh-CN" altLang="en-US" sz="1200" b="0" dirty="0">
                          <a:latin typeface="Arial" panose="020B0604020202020204" pitchFamily="34" charset="0"/>
                          <a:ea typeface="黑体-简" panose="02000000000000000000" charset="-122"/>
                          <a:cs typeface="黑体" panose="02010609060101010101" charset="-122"/>
                        </a:rPr>
                        <a:t>）增加钓鱼演练，模拟实战提升人员安全意识</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2</a:t>
                      </a:r>
                      <a:r>
                        <a:rPr lang="zh-CN" altLang="en-US" sz="1200" b="0" dirty="0">
                          <a:latin typeface="Arial" panose="020B0604020202020204" pitchFamily="34" charset="0"/>
                          <a:ea typeface="黑体-简" panose="02000000000000000000" charset="-122"/>
                          <a:cs typeface="黑体" panose="02010609060101010101" charset="-122"/>
                        </a:rPr>
                        <a:t>）每年开展增加安全意识培训，提升用户安全意识</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zh-CN" altLang="en-US" sz="1200" b="0" dirty="0">
                          <a:latin typeface="Arial" panose="020B0604020202020204" pitchFamily="34" charset="0"/>
                          <a:ea typeface="黑体-简" panose="02000000000000000000" charset="-122"/>
                          <a:cs typeface="黑体" panose="02010609060101010101" charset="-122"/>
                        </a:rPr>
                        <a:t>资产定位方案目前已初步落地。</a:t>
                      </a:r>
                      <a:endParaRPr lang="zh-CN" altLang="en-US"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defTabSz="914400" rtl="0" eaLnBrk="0">
              <a:lnSpc>
                <a:spcPct val="78000"/>
              </a:lnSpc>
              <a:spcBef>
                <a:spcPct val="0"/>
              </a:spcBef>
              <a:spcAft>
                <a:spcPct val="0"/>
              </a:spcAft>
            </a:pPr>
            <a:endParaRPr sz="1900" kern="1200" dirty="0">
              <a:solidFill>
                <a:schemeClr val="tx1"/>
              </a:solidFill>
              <a:latin typeface="Arial" panose="020B0604020202020204" pitchFamily="34" charset="0"/>
              <a:ea typeface="黑体-简" panose="02000000000000000000" charset="-122"/>
              <a:cs typeface="黑体" panose="02010609060101010101" charset="-122"/>
              <a:sym typeface="+mn-ea"/>
            </a:endParaRPr>
          </a:p>
          <a:p>
            <a:pPr algn="l" defTabSz="914400" rtl="0" eaLnBrk="0">
              <a:lnSpc>
                <a:spcPct val="101000"/>
              </a:lnSpc>
              <a:spcBef>
                <a:spcPct val="0"/>
              </a:spcBef>
              <a:spcAft>
                <a:spcPct val="0"/>
              </a:spcAft>
            </a:pPr>
            <a:endParaRPr sz="800" kern="1200" dirty="0">
              <a:solidFill>
                <a:schemeClr val="tx1"/>
              </a:solidFill>
              <a:latin typeface="Arial" panose="020B0604020202020204" pitchFamily="34" charset="0"/>
              <a:ea typeface="黑体-简" panose="02000000000000000000" charset="-122"/>
              <a:cs typeface="Arial" panose="020B0604020202020204"/>
              <a:sym typeface="+mn-ea"/>
            </a:endParaRPr>
          </a:p>
          <a:p>
            <a:pPr marL="12700" algn="l" defTabSz="914400" rtl="0" eaLnBrk="0">
              <a:lnSpc>
                <a:spcPct val="92000"/>
              </a:lnSpc>
              <a:spcBef>
                <a:spcPts val="5"/>
              </a:spcBef>
              <a:spcAft>
                <a:spcPct val="0"/>
              </a:spcAft>
            </a:pPr>
            <a:r>
              <a:rPr sz="1000" kern="0" spc="1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从业务价值分析安全挑战</a:t>
            </a:r>
            <a:r>
              <a:rPr lang="zh-CN"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及后续安全工作投入</a:t>
            </a:r>
            <a:r>
              <a:rPr sz="1000" kern="0" spc="13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rPr>
              <a:t>建议</a:t>
            </a:r>
            <a:endParaRPr lang="zh-CN" altLang="en-US" sz="1000" kern="0" spc="40" dirty="0">
              <a:solidFill>
                <a:srgbClr val="000000">
                  <a:alpha val="100000"/>
                </a:srgbClr>
              </a:solidFill>
              <a:latin typeface="Arial" panose="020B0604020202020204" pitchFamily="34" charset="0"/>
              <a:ea typeface="黑体-简" panose="02000000000000000000" charset="-122"/>
              <a:cs typeface="黑体" panose="02010609060101010101" charset="-122"/>
              <a:sym typeface="+mn-ea"/>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grpSp>
        <p:nvGrpSpPr>
          <p:cNvPr id="6" name="组合 5"/>
          <p:cNvGrpSpPr/>
          <p:nvPr/>
        </p:nvGrpSpPr>
        <p:grpSpPr>
          <a:xfrm rot="0">
            <a:off x="224790" y="306705"/>
            <a:ext cx="369570" cy="266700"/>
            <a:chOff x="533" y="672"/>
            <a:chExt cx="582" cy="420"/>
          </a:xfrm>
        </p:grpSpPr>
        <p:sp>
          <p:nvSpPr>
            <p:cNvPr id="7" name="燕尾形 86"/>
            <p:cNvSpPr/>
            <p:nvPr>
              <p:custDataLst>
                <p:tags r:id="rId2"/>
              </p:custDataLst>
            </p:nvPr>
          </p:nvSpPr>
          <p:spPr>
            <a:xfrm>
              <a:off x="533" y="672"/>
              <a:ext cx="326" cy="421"/>
            </a:xfrm>
            <a:prstGeom prst="chevron">
              <a:avLst>
                <a:gd name="adj" fmla="val 50000"/>
              </a:avLst>
            </a:prstGeom>
            <a:gradFill>
              <a:gsLst>
                <a:gs pos="0">
                  <a:srgbClr val="006CD9">
                    <a:alpha val="100000"/>
                  </a:srgbClr>
                </a:gs>
                <a:gs pos="100000">
                  <a:srgbClr val="006CD9">
                    <a:alpha val="75000"/>
                  </a:srgbClr>
                </a:gs>
              </a:gsLst>
              <a:lin ang="54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sp>
          <p:nvSpPr>
            <p:cNvPr id="10" name="燕尾形 103"/>
            <p:cNvSpPr/>
            <p:nvPr>
              <p:custDataLst>
                <p:tags r:id="rId3"/>
              </p:custDataLst>
            </p:nvPr>
          </p:nvSpPr>
          <p:spPr>
            <a:xfrm>
              <a:off x="789" y="672"/>
              <a:ext cx="326" cy="421"/>
            </a:xfrm>
            <a:prstGeom prst="chevron">
              <a:avLst>
                <a:gd name="adj" fmla="val 50000"/>
              </a:avLst>
            </a:prstGeom>
            <a:gradFill>
              <a:gsLst>
                <a:gs pos="0">
                  <a:srgbClr val="70AD47">
                    <a:alpha val="88000"/>
                  </a:srgbClr>
                </a:gs>
                <a:gs pos="100000">
                  <a:schemeClr val="accent6">
                    <a:lumMod val="85000"/>
                    <a:alpha val="63000"/>
                  </a:schemeClr>
                </a:gs>
              </a:gsLst>
              <a:lin ang="16200000" scaled="1"/>
            </a:gradFill>
            <a:ln w="12700" cap="flat">
              <a:noFill/>
              <a:miter lim="400000"/>
            </a:ln>
            <a:effectLst/>
          </p:spPr>
          <p:txBody>
            <a:bodyPr wrap="square" lIns="0" tIns="0" rIns="0" bIns="0" numCol="1" anchor="ctr">
              <a:noAutofit/>
            </a:bodyPr>
            <a:p>
              <a:pPr algn="ctr">
                <a:defRPr sz="1300">
                  <a:latin typeface="+mn-lt"/>
                  <a:ea typeface="+mn-ea"/>
                  <a:cs typeface="+mn-cs"/>
                  <a:sym typeface="Calibri" panose="020F0502020204030204"/>
                </a:defRPr>
              </a:pPr>
              <a:endParaRPr>
                <a:solidFill>
                  <a:srgbClr val="0B4CBB"/>
                </a:solidFill>
              </a:endParaRPr>
            </a:p>
          </p:txBody>
        </p:sp>
      </p:grpSp>
      <p:sp>
        <p:nvSpPr>
          <p:cNvPr id="11" name="textbox 158"/>
          <p:cNvSpPr/>
          <p:nvPr/>
        </p:nvSpPr>
        <p:spPr>
          <a:xfrm>
            <a:off x="740410" y="347980"/>
            <a:ext cx="5708015" cy="327025"/>
          </a:xfrm>
          <a:prstGeom prst="rect">
            <a:avLst/>
          </a:prstGeom>
          <a:noFill/>
          <a:ln w="0" cap="flat">
            <a:noFill/>
            <a:prstDash val="solid"/>
            <a:miter lim="0"/>
          </a:ln>
        </p:spPr>
        <p:txBody>
          <a:bodyPr vert="horz" wrap="square" lIns="0" tIns="0" rIns="0" bIns="0"/>
          <a:p>
            <a:pPr algn="l" rtl="0" eaLnBrk="0">
              <a:lnSpc>
                <a:spcPct val="78000"/>
              </a:lnSpc>
            </a:pPr>
            <a:r>
              <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rPr>
              <a:t>关键问题分析与解决方案</a:t>
            </a:r>
            <a:endParaRPr lang="zh-CN" altLang="en-US" sz="1900" b="1" noProof="0" dirty="0">
              <a:solidFill>
                <a:schemeClr val="tx1">
                  <a:lumMod val="85000"/>
                  <a:lumOff val="15000"/>
                </a:schemeClr>
              </a:solidFill>
              <a:uLnTx/>
              <a:latin typeface="Arial Black" panose="020B0A04020102020204" pitchFamily="34" charset="0"/>
              <a:ea typeface="微软雅黑" panose="020B0503020204020204" charset="-122"/>
              <a:sym typeface="Calibri" panose="020F0502020204030204" charset="0"/>
            </a:endParaRPr>
          </a:p>
        </p:txBody>
      </p:sp>
      <p:graphicFrame>
        <p:nvGraphicFramePr>
          <p:cNvPr id="16" name="Table 15"/>
          <p:cNvGraphicFramePr>
            <a:graphicFrameLocks noGrp="1"/>
          </p:cNvGraphicFramePr>
          <p:nvPr>
            <p:custDataLst>
              <p:tags r:id="rId4"/>
            </p:custDataLst>
          </p:nvPr>
        </p:nvGraphicFramePr>
        <p:xfrm>
          <a:off x="527050" y="1086485"/>
          <a:ext cx="11205845" cy="5049520"/>
        </p:xfrm>
        <a:graphic>
          <a:graphicData uri="http://schemas.openxmlformats.org/drawingml/2006/table">
            <a:tbl>
              <a:tblPr firstRow="1" firstCol="1" bandRow="1">
                <a:tableStyleId>{5A111915-BE36-4E01-A7E5-04B1672EAD32}</a:tableStyleId>
              </a:tblPr>
              <a:tblGrid>
                <a:gridCol w="833120"/>
                <a:gridCol w="1363345"/>
                <a:gridCol w="731520"/>
                <a:gridCol w="1384300"/>
                <a:gridCol w="1858645"/>
                <a:gridCol w="4184015"/>
                <a:gridCol w="850900"/>
              </a:tblGrid>
              <a:tr h="656590">
                <a:tc>
                  <a:txBody>
                    <a:bodyPr/>
                    <a:p>
                      <a:pPr algn="ctr">
                        <a:buNone/>
                      </a:pPr>
                      <a:r>
                        <a:rPr lang="zh-CN" altLang="en-US" sz="1200" dirty="0">
                          <a:latin typeface="Arial" panose="020B0604020202020204" pitchFamily="34" charset="0"/>
                          <a:ea typeface="黑体-简" panose="02000000000000000000" charset="-122"/>
                        </a:rPr>
                        <a:t>目标影响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安全隐患</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sz="1200" dirty="0">
                          <a:latin typeface="Arial" panose="020B0604020202020204" pitchFamily="34" charset="0"/>
                          <a:ea typeface="黑体-简" panose="02000000000000000000" charset="-122"/>
                        </a:rPr>
                        <a:t>优先级</a:t>
                      </a:r>
                      <a:endParaRPr lang="zh-CN"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问题描述</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风险影响</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安全加固建议</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c>
                  <a:txBody>
                    <a:bodyPr/>
                    <a:p>
                      <a:pPr algn="ctr">
                        <a:buNone/>
                      </a:pPr>
                      <a:r>
                        <a:rPr lang="zh-CN" altLang="en-US" sz="1200" dirty="0">
                          <a:latin typeface="Arial" panose="020B0604020202020204" pitchFamily="34" charset="0"/>
                          <a:ea typeface="黑体-简" panose="02000000000000000000" charset="-122"/>
                        </a:rPr>
                        <a:t>现有进展</a:t>
                      </a:r>
                      <a:endParaRPr lang="zh-CN" altLang="en-US" sz="1200" dirty="0">
                        <a:latin typeface="Arial" panose="020B0604020202020204" pitchFamily="34" charset="0"/>
                        <a:ea typeface="黑体-简" panose="02000000000000000000"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solidFill>
                      <a:srgbClr val="365FD9"/>
                    </a:solidFill>
                  </a:tcPr>
                </a:tc>
              </a:tr>
              <a:tr h="4392930">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业务保护、重保</a:t>
                      </a:r>
                      <a:endParaRPr lang="zh-CN" altLang="en-US"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latin typeface="Arial" panose="020B0604020202020204" pitchFamily="34" charset="0"/>
                          <a:ea typeface="黑体-简" panose="02000000000000000000" charset="-122"/>
                          <a:cs typeface="黑体" panose="02010609060101010101" charset="-122"/>
                          <a:sym typeface="+mn-ea"/>
                        </a:rPr>
                        <a:t>当前遗留部分业务（</a:t>
                      </a:r>
                      <a:r>
                        <a:rPr lang="en-US" altLang="zh-CN" sz="1200" b="1" dirty="0">
                          <a:solidFill>
                            <a:srgbClr val="4C61E7"/>
                          </a:solidFill>
                          <a:latin typeface="Arial" panose="020B0604020202020204" pitchFamily="34" charset="0"/>
                          <a:ea typeface="黑体-简" panose="02000000000000000000" charset="-122"/>
                          <a:cs typeface="黑体" panose="02010609060101010101" charset="-122"/>
                          <a:sym typeface="+mn-ea"/>
                        </a:rPr>
                        <a:t>XX</a:t>
                      </a:r>
                      <a:r>
                        <a:rPr lang="zh-CN" altLang="en-US" sz="1200" b="1" dirty="0">
                          <a:solidFill>
                            <a:srgbClr val="4C61E7"/>
                          </a:solidFill>
                          <a:latin typeface="Arial" panose="020B0604020202020204" pitchFamily="34" charset="0"/>
                          <a:ea typeface="黑体-简" panose="02000000000000000000" charset="-122"/>
                          <a:cs typeface="黑体" panose="02010609060101010101" charset="-122"/>
                          <a:sym typeface="+mn-ea"/>
                        </a:rPr>
                        <a:t>系统</a:t>
                      </a:r>
                      <a:r>
                        <a:rPr lang="zh-CN" altLang="en-US" sz="1200" b="1" dirty="0">
                          <a:latin typeface="Arial" panose="020B0604020202020204" pitchFamily="34" charset="0"/>
                          <a:ea typeface="黑体-简" panose="02000000000000000000" charset="-122"/>
                          <a:cs typeface="黑体" panose="02010609060101010101" charset="-122"/>
                          <a:sym typeface="+mn-ea"/>
                        </a:rPr>
                        <a:t>等）存在高危安全漏洞待闭环</a:t>
                      </a:r>
                      <a:endParaRPr lang="en-US" altLang="zh-CN" sz="1200" b="1" dirty="0">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重要</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p>
                      <a:pPr algn="ctr" fontAlgn="auto">
                        <a:lnSpc>
                          <a:spcPct val="150000"/>
                        </a:lnSpc>
                        <a:spcBef>
                          <a:spcPts val="0"/>
                        </a:spcBef>
                        <a:buNone/>
                      </a:pPr>
                      <a:r>
                        <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rPr>
                        <a:t>紧急</a:t>
                      </a:r>
                      <a:endParaRPr lang="zh-CN" altLang="en-US" sz="1200" b="1" dirty="0">
                        <a:solidFill>
                          <a:srgbClr val="FF0000"/>
                        </a:solidFill>
                        <a:latin typeface="Arial" panose="020B0604020202020204" pitchFamily="34" charset="0"/>
                        <a:ea typeface="黑体-简" panose="02000000000000000000" charset="-122"/>
                        <a:cs typeface="黑体" panose="02010609060101010101"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algn="just" rtl="0" eaLnBrk="0" fontAlgn="auto">
                        <a:lnSpc>
                          <a:spcPct val="106000"/>
                        </a:lnSpc>
                        <a:spcBef>
                          <a:spcPts val="130"/>
                        </a:spcBef>
                        <a:buClrTx/>
                        <a:buSzTx/>
                        <a:buFont typeface="Arial" panose="020B0604020202020204" pitchFamily="34" charset="0"/>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当前遗留存在</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高危漏洞（</a:t>
                      </a:r>
                      <a:r>
                        <a:rPr lang="en-US" altLang="zh-CN"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系统</a:t>
                      </a:r>
                      <a:r>
                        <a:rPr lang="zh-CN" altLang="en-US" sz="1200" b="1"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等业务）</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，其中包含</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高危可利用漏洞（</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rPr>
                        <a:t>个</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rPr>
                        <a:t>已防护）</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marL="25400" indent="0" algn="just" rtl="0" eaLnBrk="0">
                        <a:lnSpc>
                          <a:spcPct val="106000"/>
                        </a:lnSpc>
                        <a:spcBef>
                          <a:spcPts val="130"/>
                        </a:spcBef>
                        <a:buFont typeface="Arial" panose="020B0604020202020204" pitchFamily="34" charset="0"/>
                        <a:buNone/>
                      </a:pP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外网主机（</a:t>
                      </a:r>
                      <a:r>
                        <a:rPr lang="zh-CN" altLang="en-US" sz="1200" b="1"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如</a:t>
                      </a:r>
                      <a:r>
                        <a:rPr lang="en-US" altLang="zh-CN"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XX</a:t>
                      </a:r>
                      <a:r>
                        <a:rPr lang="zh-CN" altLang="en-US" sz="1200" b="1"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系统</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）存在的高危漏洞一旦被攻击利用，进而形成跳板对内网的</a:t>
                      </a:r>
                      <a:r>
                        <a:rPr lang="en-US" altLang="zh-CN"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XXX</a:t>
                      </a:r>
                      <a:r>
                        <a:rPr lang="zh-CN" altLang="en-US" sz="1200" kern="0" spc="-10" dirty="0">
                          <a:solidFill>
                            <a:srgbClr val="4C61E7">
                              <a:alpha val="100000"/>
                            </a:srgbClr>
                          </a:solidFill>
                          <a:latin typeface="Arial" panose="020B0604020202020204" pitchFamily="34" charset="0"/>
                          <a:ea typeface="黑体-简" panose="02000000000000000000" charset="-122"/>
                          <a:cs typeface="微软雅黑" panose="020B0503020204020204" charset="-122"/>
                          <a:sym typeface="+mn-ea"/>
                        </a:rPr>
                        <a:t>核心系统</a:t>
                      </a:r>
                      <a:r>
                        <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rPr>
                        <a:t>进行攻击，可能产生相关业务中断、数据泄露。</a:t>
                      </a:r>
                      <a:endParaRPr lang="zh-CN" altLang="en-US" sz="1200" kern="0" spc="-10" dirty="0">
                        <a:solidFill>
                          <a:srgbClr val="000000">
                            <a:alpha val="100000"/>
                          </a:srgbClr>
                        </a:solidFill>
                        <a:latin typeface="Arial" panose="020B0604020202020204" pitchFamily="34" charset="0"/>
                        <a:ea typeface="黑体-简" panose="02000000000000000000" charset="-122"/>
                        <a:cs typeface="微软雅黑" panose="020B0503020204020204" charset="-122"/>
                        <a:sym typeface="+mn-ea"/>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1</a:t>
                      </a:r>
                      <a:r>
                        <a:rPr lang="zh-CN" altLang="en-US" sz="1200" b="1" dirty="0">
                          <a:latin typeface="Arial" panose="020B0604020202020204" pitchFamily="34" charset="0"/>
                          <a:ea typeface="黑体-简" panose="02000000000000000000" charset="-122"/>
                          <a:cs typeface="黑体" panose="02010609060101010101" charset="-122"/>
                          <a:sym typeface="+mn-ea"/>
                        </a:rPr>
                        <a:t>、短期直接可落地方案（对齐落地）</a:t>
                      </a:r>
                      <a:endParaRPr lang="en-US" altLang="zh-CN"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1</a:t>
                      </a:r>
                      <a:r>
                        <a:rPr lang="zh-CN" altLang="en-US" sz="1200" dirty="0">
                          <a:latin typeface="Arial" panose="020B0604020202020204" pitchFamily="34" charset="0"/>
                          <a:ea typeface="黑体-简" panose="02000000000000000000" charset="-122"/>
                          <a:cs typeface="黑体" panose="02010609060101010101" charset="-122"/>
                          <a:sym typeface="+mn-ea"/>
                        </a:rPr>
                        <a:t>）围绕业务核心程度、是否对外、漏洞等级、修复难度，进一步提供修复优先级的漏洞清单</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2</a:t>
                      </a:r>
                      <a:r>
                        <a:rPr lang="zh-CN" altLang="en-US" sz="1200" dirty="0">
                          <a:latin typeface="Arial" panose="020B0604020202020204" pitchFamily="34" charset="0"/>
                          <a:ea typeface="黑体-简" panose="02000000000000000000" charset="-122"/>
                          <a:cs typeface="黑体" panose="02010609060101010101" charset="-122"/>
                          <a:sym typeface="+mn-ea"/>
                        </a:rPr>
                        <a:t>）根据修复落地漏洞清单，对齐修复方案和落地计划</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r>
                        <a:rPr lang="en-US" altLang="zh-CN" sz="1200" dirty="0">
                          <a:latin typeface="Arial" panose="020B0604020202020204" pitchFamily="34" charset="0"/>
                          <a:ea typeface="黑体-简" panose="02000000000000000000" charset="-122"/>
                          <a:cs typeface="黑体" panose="02010609060101010101" charset="-122"/>
                          <a:sym typeface="+mn-ea"/>
                        </a:rPr>
                        <a:t>&amp;</a:t>
                      </a:r>
                      <a:r>
                        <a:rPr lang="zh-CN" altLang="en-US" sz="1200" dirty="0">
                          <a:latin typeface="Arial" panose="020B0604020202020204" pitchFamily="34" charset="0"/>
                          <a:ea typeface="黑体-简" panose="02000000000000000000" charset="-122"/>
                          <a:cs typeface="黑体" panose="02010609060101010101" charset="-122"/>
                          <a:sym typeface="+mn-ea"/>
                        </a:rPr>
                        <a:t>深信服</a:t>
                      </a:r>
                      <a:endParaRPr lang="en-US" altLang="zh-CN" sz="1200" dirty="0">
                        <a:latin typeface="Arial" panose="020B0604020202020204" pitchFamily="34" charset="0"/>
                        <a:ea typeface="黑体-简" panose="02000000000000000000" charset="-122"/>
                        <a:cs typeface="黑体" panose="02010609060101010101" charset="-122"/>
                        <a:sym typeface="+mn-ea"/>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    </a:t>
                      </a:r>
                      <a:r>
                        <a:rPr lang="zh-CN" altLang="en-US" sz="1200" dirty="0">
                          <a:latin typeface="Arial" panose="020B0604020202020204" pitchFamily="34" charset="0"/>
                          <a:ea typeface="黑体-简" panose="02000000000000000000" charset="-122"/>
                          <a:cs typeface="黑体" panose="02010609060101010101" charset="-122"/>
                          <a:sym typeface="+mn-ea"/>
                        </a:rPr>
                        <a:t>修复方案参考：修改配置（如</a:t>
                      </a:r>
                      <a:r>
                        <a:rPr lang="en-US" altLang="zh-CN" sz="1200" dirty="0">
                          <a:solidFill>
                            <a:srgbClr val="4C61E7"/>
                          </a:solidFill>
                          <a:latin typeface="Arial" panose="020B0604020202020204" pitchFamily="34" charset="0"/>
                          <a:ea typeface="黑体-简" panose="02000000000000000000" charset="-122"/>
                          <a:cs typeface="黑体" panose="02010609060101010101" charset="-122"/>
                          <a:sym typeface="+mn-ea"/>
                        </a:rPr>
                        <a:t>XXX</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系统的未授权漏洞</a:t>
                      </a:r>
                      <a:r>
                        <a:rPr lang="zh-CN" altLang="en-US" sz="1200" dirty="0">
                          <a:latin typeface="Arial" panose="020B0604020202020204" pitchFamily="34" charset="0"/>
                          <a:ea typeface="黑体-简" panose="02000000000000000000" charset="-122"/>
                          <a:cs typeface="黑体" panose="02010609060101010101" charset="-122"/>
                          <a:sym typeface="+mn-ea"/>
                        </a:rPr>
                        <a:t>）、漏洞补丁升级</a:t>
                      </a:r>
                      <a:r>
                        <a:rPr lang="en-US" altLang="zh-CN" sz="1200" dirty="0">
                          <a:latin typeface="Arial" panose="020B0604020202020204" pitchFamily="34" charset="0"/>
                          <a:ea typeface="黑体-简" panose="02000000000000000000" charset="-122"/>
                          <a:cs typeface="黑体" panose="02010609060101010101" charset="-122"/>
                          <a:sym typeface="+mn-ea"/>
                        </a:rPr>
                        <a:t>&gt;</a:t>
                      </a:r>
                      <a:r>
                        <a:rPr lang="zh-CN" altLang="en-US" sz="1200" dirty="0">
                          <a:latin typeface="Arial" panose="020B0604020202020204" pitchFamily="34" charset="0"/>
                          <a:ea typeface="黑体-简" panose="02000000000000000000" charset="-122"/>
                          <a:cs typeface="黑体" panose="02010609060101010101" charset="-122"/>
                          <a:sym typeface="+mn-ea"/>
                        </a:rPr>
                        <a:t>防火墙策略防护</a:t>
                      </a:r>
                      <a:r>
                        <a:rPr lang="en-US" altLang="zh-CN" sz="1200" dirty="0">
                          <a:latin typeface="Arial" panose="020B0604020202020204" pitchFamily="34" charset="0"/>
                          <a:ea typeface="黑体-简" panose="02000000000000000000" charset="-122"/>
                          <a:cs typeface="黑体" panose="02010609060101010101" charset="-122"/>
                          <a:sym typeface="+mn-ea"/>
                        </a:rPr>
                        <a:t>&gt;EDR</a:t>
                      </a:r>
                      <a:r>
                        <a:rPr lang="zh-CN" altLang="en-US" sz="1200" dirty="0">
                          <a:latin typeface="Arial" panose="020B0604020202020204" pitchFamily="34" charset="0"/>
                          <a:ea typeface="黑体-简" panose="02000000000000000000" charset="-122"/>
                          <a:cs typeface="黑体" panose="02010609060101010101" charset="-122"/>
                          <a:sym typeface="+mn-ea"/>
                        </a:rPr>
                        <a:t>轻补丁防护</a:t>
                      </a:r>
                      <a:r>
                        <a:rPr lang="en-US" altLang="zh-CN" sz="1200" dirty="0">
                          <a:latin typeface="Arial" panose="020B0604020202020204" pitchFamily="34" charset="0"/>
                          <a:ea typeface="黑体-简" panose="02000000000000000000" charset="-122"/>
                          <a:cs typeface="黑体" panose="02010609060101010101" charset="-122"/>
                          <a:sym typeface="+mn-ea"/>
                        </a:rPr>
                        <a:t>&gt;</a:t>
                      </a:r>
                      <a:r>
                        <a:rPr lang="zh-CN" altLang="en-US" sz="1200" dirty="0">
                          <a:latin typeface="Arial" panose="020B0604020202020204" pitchFamily="34" charset="0"/>
                          <a:ea typeface="黑体-简" panose="02000000000000000000" charset="-122"/>
                          <a:cs typeface="黑体" panose="02010609060101010101" charset="-122"/>
                          <a:sym typeface="+mn-ea"/>
                        </a:rPr>
                        <a:t>端口策略</a:t>
                      </a:r>
                      <a:endParaRPr lang="zh-CN" altLang="en-US" sz="1200" dirty="0">
                        <a:latin typeface="Arial" panose="020B0604020202020204" pitchFamily="34" charset="0"/>
                        <a:ea typeface="黑体-简" panose="02000000000000000000" charset="-122"/>
                        <a:cs typeface="黑体" panose="02010609060101010101" charset="-122"/>
                        <a:sym typeface="+mn-ea"/>
                      </a:endParaRPr>
                    </a:p>
                    <a:p>
                      <a:pPr algn="just" fontAlgn="auto">
                        <a:lnSpc>
                          <a:spcPct val="150000"/>
                        </a:lnSpc>
                        <a:spcBef>
                          <a:spcPts val="0"/>
                        </a:spcBef>
                        <a:buNone/>
                      </a:pPr>
                      <a:r>
                        <a:rPr lang="en-US" altLang="zh-CN" sz="1200" dirty="0">
                          <a:latin typeface="Arial" panose="020B0604020202020204" pitchFamily="34" charset="0"/>
                          <a:ea typeface="黑体-简" panose="02000000000000000000" charset="-122"/>
                          <a:cs typeface="黑体" panose="02010609060101010101" charset="-122"/>
                          <a:sym typeface="+mn-ea"/>
                        </a:rPr>
                        <a:t>3</a:t>
                      </a:r>
                      <a:r>
                        <a:rPr lang="zh-CN" altLang="en-US" sz="1200" dirty="0">
                          <a:latin typeface="Arial" panose="020B0604020202020204" pitchFamily="34" charset="0"/>
                          <a:ea typeface="黑体-简" panose="02000000000000000000" charset="-122"/>
                          <a:cs typeface="黑体" panose="02010609060101010101" charset="-122"/>
                          <a:sym typeface="+mn-ea"/>
                        </a:rPr>
                        <a:t>）按照方案落地修复，反馈给</a:t>
                      </a:r>
                      <a:r>
                        <a:rPr lang="en-US" altLang="zh-CN" sz="1200" dirty="0">
                          <a:latin typeface="Arial" panose="020B0604020202020204" pitchFamily="34" charset="0"/>
                          <a:ea typeface="黑体-简" panose="02000000000000000000" charset="-122"/>
                          <a:cs typeface="黑体" panose="02010609060101010101" charset="-122"/>
                          <a:sym typeface="+mn-ea"/>
                        </a:rPr>
                        <a:t>MSS</a:t>
                      </a:r>
                      <a:r>
                        <a:rPr lang="zh-CN" altLang="en-US" sz="1200" dirty="0">
                          <a:latin typeface="Arial" panose="020B0604020202020204" pitchFamily="34" charset="0"/>
                          <a:ea typeface="黑体-简" panose="02000000000000000000" charset="-122"/>
                          <a:cs typeface="黑体" panose="02010609060101010101" charset="-122"/>
                          <a:sym typeface="+mn-ea"/>
                        </a:rPr>
                        <a:t>团队进行漏洞复测闭环</a:t>
                      </a:r>
                      <a:r>
                        <a:rPr lang="en-US" altLang="zh-CN" sz="1200" dirty="0">
                          <a:latin typeface="Arial" panose="020B0604020202020204" pitchFamily="34" charset="0"/>
                          <a:ea typeface="黑体-简" panose="02000000000000000000" charset="-122"/>
                          <a:cs typeface="黑体" panose="02010609060101010101" charset="-122"/>
                          <a:sym typeface="+mn-ea"/>
                        </a:rPr>
                        <a:t>——</a:t>
                      </a:r>
                      <a:r>
                        <a:rPr lang="zh-CN" altLang="en-US" sz="1200" dirty="0">
                          <a:solidFill>
                            <a:srgbClr val="4C61E7"/>
                          </a:solidFill>
                          <a:latin typeface="Arial" panose="020B0604020202020204" pitchFamily="34" charset="0"/>
                          <a:ea typeface="黑体-简" panose="02000000000000000000" charset="-122"/>
                          <a:cs typeface="黑体" panose="02010609060101010101" charset="-122"/>
                          <a:sym typeface="+mn-ea"/>
                        </a:rPr>
                        <a:t>客户单位</a:t>
                      </a: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endParaRPr lang="zh-CN" altLang="en-US" sz="1200" b="0"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1" dirty="0">
                          <a:latin typeface="Arial" panose="020B0604020202020204" pitchFamily="34" charset="0"/>
                          <a:ea typeface="黑体-简" panose="02000000000000000000" charset="-122"/>
                          <a:cs typeface="黑体" panose="02010609060101010101" charset="-122"/>
                          <a:sym typeface="+mn-ea"/>
                        </a:rPr>
                        <a:t>2</a:t>
                      </a:r>
                      <a:r>
                        <a:rPr lang="zh-CN" altLang="en-US" sz="1200" b="1" dirty="0">
                          <a:latin typeface="Arial" panose="020B0604020202020204" pitchFamily="34" charset="0"/>
                          <a:ea typeface="黑体-简" panose="02000000000000000000" charset="-122"/>
                          <a:cs typeface="黑体" panose="02010609060101010101" charset="-122"/>
                          <a:sym typeface="+mn-ea"/>
                        </a:rPr>
                        <a:t>、长期需要补充方案（待决策）</a:t>
                      </a:r>
                      <a:endParaRPr lang="zh-CN" altLang="en-US" sz="1200" b="1" dirty="0">
                        <a:latin typeface="Arial" panose="020B0604020202020204" pitchFamily="34" charset="0"/>
                        <a:ea typeface="黑体-简" panose="02000000000000000000" charset="-122"/>
                        <a:cs typeface="黑体" panose="02010609060101010101" charset="-122"/>
                      </a:endParaRPr>
                    </a:p>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c>
                  <a:txBody>
                    <a:bodyPr/>
                    <a:p>
                      <a:pPr algn="just" fontAlgn="auto">
                        <a:lnSpc>
                          <a:spcPct val="150000"/>
                        </a:lnSpc>
                        <a:spcBef>
                          <a:spcPts val="0"/>
                        </a:spcBef>
                        <a:buNone/>
                      </a:pPr>
                      <a:r>
                        <a:rPr lang="en-US" altLang="zh-CN" sz="1200" b="0" dirty="0">
                          <a:latin typeface="Arial" panose="020B0604020202020204" pitchFamily="34" charset="0"/>
                          <a:ea typeface="黑体-简" panose="02000000000000000000" charset="-122"/>
                          <a:cs typeface="黑体" panose="02010609060101010101" charset="-122"/>
                        </a:rPr>
                        <a:t>/</a:t>
                      </a:r>
                      <a:endParaRPr lang="en-US" altLang="zh-CN" sz="1200" b="0" dirty="0">
                        <a:latin typeface="Arial" panose="020B0604020202020204" pitchFamily="34" charset="0"/>
                        <a:ea typeface="黑体-简" panose="02000000000000000000" charset="-122"/>
                        <a:cs typeface="黑体" panose="02010609060101010101" charset="-122"/>
                      </a:endParaRPr>
                    </a:p>
                  </a:txBody>
                  <a:tcPr marL="63500" marR="63500" marT="63500" marB="63500" anchor="ctr">
                    <a:lnL w="9525">
                      <a:solidFill>
                        <a:schemeClr val="bg2"/>
                      </a:solidFill>
                      <a:prstDash val="solid"/>
                    </a:lnL>
                    <a:lnR w="9525">
                      <a:solidFill>
                        <a:schemeClr val="bg2"/>
                      </a:solidFill>
                      <a:prstDash val="solid"/>
                    </a:lnR>
                    <a:lnT w="9525">
                      <a:solidFill>
                        <a:schemeClr val="bg2"/>
                      </a:solidFill>
                      <a:prstDash val="solid"/>
                    </a:lnT>
                    <a:lnB w="9525">
                      <a:solidFill>
                        <a:schemeClr val="bg2"/>
                      </a:solidFill>
                      <a:prstDash val="solid"/>
                    </a:lnB>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algn="l"/>
            <a:r>
              <a:rPr lang="zh-CN" altLang="en-US" sz="16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rPr>
              <a:t>共同的重点事项开展计划</a:t>
            </a:r>
            <a:endParaRPr lang="zh-CN" altLang="en-US" sz="1600" b="0" u="none" strike="noStrike" kern="0" spc="60" dirty="0">
              <a:solidFill>
                <a:schemeClr val="dk1"/>
              </a:solidFill>
              <a:effectLst/>
              <a:uFillTx/>
              <a:latin typeface="Arial Black" panose="020B0A04020102020204" pitchFamily="34" charset="0"/>
              <a:ea typeface="微软雅黑" panose="020B0503020204020204"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5633720" cy="1224280"/>
          </a:xfrm>
        </p:spPr>
        <p:txBody>
          <a:bodyPr anchor="ctr" anchorCtr="0">
            <a:normAutofit/>
          </a:bodyPr>
          <a:lstStyle/>
          <a:p>
            <a:r>
              <a:rPr lang="zh-CN" altLang="en-US" sz="3200">
                <a:solidFill>
                  <a:srgbClr val="4C61E7"/>
                </a:solidFill>
                <a:latin typeface="Arial Black" panose="020B0A04020102020204" pitchFamily="34" charset="0"/>
                <a:ea typeface="微软雅黑" panose="020B0503020204020204" charset="-122"/>
              </a:rPr>
              <a:t>下阶段协同计划</a:t>
            </a:r>
            <a:endParaRPr lang="zh-CN" altLang="en-US" sz="3200">
              <a:solidFill>
                <a:srgbClr val="4C61E7"/>
              </a:solidFill>
              <a:latin typeface="Arial Black" panose="020B0A04020102020204" pitchFamily="34" charset="0"/>
              <a:ea typeface="微软雅黑" panose="020B0503020204020204" charset="-122"/>
            </a:endParaRPr>
          </a:p>
        </p:txBody>
      </p:sp>
      <p:sp>
        <p:nvSpPr>
          <p:cNvPr id="6" name="节编号"/>
          <p:cNvSpPr>
            <a:spLocks noGrp="1"/>
          </p:cNvSpPr>
          <p:nvPr>
            <p:ph type="body" sz="quarter" idx="13"/>
            <p:custDataLst>
              <p:tags r:id="rId3"/>
            </p:custDataLst>
          </p:nvPr>
        </p:nvSpPr>
        <p:spPr/>
        <p:txBody>
          <a:bodyPr>
            <a:normAutofit lnSpcReduction="20000"/>
          </a:bodyPr>
          <a:lstStyle/>
          <a:p>
            <a:r>
              <a:rPr lang="en-US" altLang="en-US">
                <a:solidFill>
                  <a:srgbClr val="4C61E7"/>
                </a:solidFill>
                <a:latin typeface="Arial" panose="020B0604020202020204" pitchFamily="34" charset="0"/>
                <a:ea typeface="黑体-简" panose="02000000000000000000" charset="-122"/>
              </a:rPr>
              <a:t>04</a:t>
            </a:r>
            <a:endParaRPr lang="en-US" altLang="en-US">
              <a:solidFill>
                <a:srgbClr val="4C61E7"/>
              </a:solidFill>
              <a:latin typeface="Arial" panose="020B0604020202020204" pitchFamily="34" charset="0"/>
              <a:ea typeface="黑体-简" panose="02000000000000000000"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8"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Black" panose="020B0A04020102020204" pitchFamily="34" charset="0"/>
              <a:ea typeface="微软雅黑" panose="020B0503020204020204" charset="-122"/>
              <a:cs typeface="Arial" panose="020B0604020202020204"/>
            </a:endParaRPr>
          </a:p>
          <a:p>
            <a:pPr marL="15875" algn="l" rtl="0" eaLnBrk="0">
              <a:lnSpc>
                <a:spcPct val="98000"/>
              </a:lnSpc>
            </a:pPr>
            <a:r>
              <a:rPr lang="zh-CN" altLang="en-US" sz="1900" kern="0" dirty="0">
                <a:solidFill>
                  <a:srgbClr val="4C61E7"/>
                </a:solidFill>
                <a:latin typeface="Arial Black" panose="020B0A04020102020204" pitchFamily="34" charset="0"/>
                <a:ea typeface="微软雅黑" panose="020B0503020204020204" charset="-122"/>
                <a:cs typeface="黑体" panose="02010609060101010101" charset="-122"/>
              </a:rPr>
              <a:t>下一阶段协作计划约定</a:t>
            </a:r>
            <a:endParaRPr lang="zh-CN" altLang="en-US" sz="1000" kern="0" spc="40" dirty="0">
              <a:solidFill>
                <a:srgbClr val="000000">
                  <a:alpha val="100000"/>
                </a:srgbClr>
              </a:solidFill>
              <a:latin typeface="Arial Black" panose="020B0A04020102020204" pitchFamily="34" charset="0"/>
              <a:ea typeface="微软雅黑" panose="020B0503020204020204" charset="-122"/>
              <a:cs typeface="黑体" panose="02010609060101010101" charset="-122"/>
            </a:endParaRPr>
          </a:p>
        </p:txBody>
      </p:sp>
      <p:pic>
        <p:nvPicPr>
          <p:cNvPr id="9" name="图片 8" descr="深信服 + 智安全"/>
          <p:cNvPicPr>
            <a:picLocks noChangeAspect="1"/>
          </p:cNvPicPr>
          <p:nvPr/>
        </p:nvPicPr>
        <p:blipFill>
          <a:blip r:embed="rId1"/>
          <a:srcRect l="5232" t="26576" r="4938" b="29565"/>
          <a:stretch>
            <a:fillRect/>
          </a:stretch>
        </p:blipFill>
        <p:spPr>
          <a:xfrm>
            <a:off x="10017125" y="238760"/>
            <a:ext cx="1629867" cy="360000"/>
          </a:xfrm>
          <a:prstGeom prst="rect">
            <a:avLst/>
          </a:prstGeom>
        </p:spPr>
      </p:pic>
      <p:pic>
        <p:nvPicPr>
          <p:cNvPr id="26" name="图片 25" descr="1755143421298"/>
          <p:cNvPicPr>
            <a:picLocks noChangeAspect="1"/>
          </p:cNvPicPr>
          <p:nvPr/>
        </p:nvPicPr>
        <p:blipFill>
          <a:blip r:embed="rId2"/>
          <a:stretch>
            <a:fillRect/>
          </a:stretch>
        </p:blipFill>
        <p:spPr>
          <a:xfrm>
            <a:off x="647700" y="5785485"/>
            <a:ext cx="10998835" cy="779145"/>
          </a:xfrm>
          <a:prstGeom prst="rect">
            <a:avLst/>
          </a:prstGeom>
        </p:spPr>
      </p:pic>
      <p:sp>
        <p:nvSpPr>
          <p:cNvPr id="27" name="文本框 26"/>
          <p:cNvSpPr txBox="1"/>
          <p:nvPr/>
        </p:nvSpPr>
        <p:spPr>
          <a:xfrm>
            <a:off x="860425" y="5890260"/>
            <a:ext cx="10523855" cy="570230"/>
          </a:xfrm>
          <a:prstGeom prst="rect">
            <a:avLst/>
          </a:prstGeom>
          <a:noFill/>
        </p:spPr>
        <p:txBody>
          <a:bodyPr wrap="square" rtlCol="0" anchor="t">
            <a:noAutofit/>
          </a:bodyPr>
          <a:p>
            <a:pPr indent="0" algn="l">
              <a:lnSpc>
                <a:spcPct val="117000"/>
              </a:lnSpc>
            </a:pPr>
            <a:r>
              <a:rPr lang="en-US" sz="1200" b="1">
                <a:solidFill>
                  <a:srgbClr val="0052CC"/>
                </a:solidFill>
                <a:latin typeface="Arial" panose="020B0604020202020204" pitchFamily="34" charset="0"/>
                <a:ea typeface="黑体-简" panose="02000000000000000000" charset="-122"/>
                <a:cs typeface="Noto Sans SC"/>
                <a:sym typeface="Noto Sans SC"/>
              </a:rPr>
              <a:t>我们的承诺：</a:t>
            </a:r>
            <a:r>
              <a:rPr lang="zh-CN" altLang="en-US" sz="1200" b="1">
                <a:solidFill>
                  <a:srgbClr val="0052CC"/>
                </a:solidFill>
                <a:latin typeface="Arial" panose="020B0604020202020204" pitchFamily="34" charset="0"/>
                <a:ea typeface="黑体-简" panose="02000000000000000000" charset="-122"/>
                <a:cs typeface="Noto Sans SC"/>
                <a:sym typeface="Noto Sans SC"/>
              </a:rPr>
              <a:t>数智化</a:t>
            </a:r>
            <a:r>
              <a:rPr lang="en-US" sz="1200" b="1">
                <a:solidFill>
                  <a:srgbClr val="0052CC"/>
                </a:solidFill>
                <a:latin typeface="Arial" panose="020B0604020202020204" pitchFamily="34" charset="0"/>
                <a:ea typeface="黑体-简" panose="02000000000000000000" charset="-122"/>
                <a:cs typeface="Noto Sans SC"/>
                <a:sym typeface="Noto Sans SC"/>
              </a:rPr>
              <a:t>转型的坚实后盾</a:t>
            </a:r>
            <a:endParaRPr lang="en-US" sz="1200" b="1" i="0" u="none" strike="noStrike">
              <a:solidFill>
                <a:srgbClr val="0052CC"/>
              </a:solidFill>
              <a:latin typeface="Arial" panose="020B0604020202020204" pitchFamily="34" charset="0"/>
              <a:ea typeface="黑体-简" panose="02000000000000000000" charset="-122"/>
              <a:cs typeface="Noto Sans SC"/>
              <a:sym typeface="Noto Sans SC"/>
            </a:endParaRPr>
          </a:p>
          <a:p>
            <a:pPr indent="0" algn="l">
              <a:lnSpc>
                <a:spcPct val="117000"/>
              </a:lnSpc>
            </a:pPr>
            <a:r>
              <a:rPr lang="en-US" sz="1200">
                <a:solidFill>
                  <a:srgbClr val="404040"/>
                </a:solidFill>
                <a:latin typeface="Arial" panose="020B0604020202020204" pitchFamily="34" charset="0"/>
                <a:ea typeface="黑体-简" panose="02000000000000000000" charset="-122"/>
                <a:cs typeface="Noto Sans SC"/>
                <a:sym typeface="Noto Sans SC"/>
              </a:rPr>
              <a:t>安全运营中心将继续以专业能力、创新技术和高度责任感，作为公司数字转型的坚实后盾，为</a:t>
            </a:r>
            <a:r>
              <a:rPr lang="en-US" sz="1200">
                <a:solidFill>
                  <a:srgbClr val="4C61E7"/>
                </a:solidFill>
                <a:latin typeface="Arial" panose="020B0604020202020204" pitchFamily="34" charset="0"/>
                <a:ea typeface="黑体-简" panose="02000000000000000000" charset="-122"/>
                <a:cs typeface="Noto Sans SC"/>
                <a:sym typeface="Noto Sans SC"/>
              </a:rPr>
              <a:t>{</a:t>
            </a:r>
            <a:r>
              <a:rPr lang="zh-CN" altLang="en-US" sz="1200">
                <a:solidFill>
                  <a:srgbClr val="4C61E7"/>
                </a:solidFill>
                <a:latin typeface="Arial" panose="020B0604020202020204" pitchFamily="34" charset="0"/>
                <a:ea typeface="黑体-简" panose="02000000000000000000" charset="-122"/>
                <a:cs typeface="Noto Sans SC"/>
                <a:sym typeface="Noto Sans SC"/>
              </a:rPr>
              <a:t>客户名称</a:t>
            </a:r>
            <a:r>
              <a:rPr lang="en-US" sz="1200">
                <a:solidFill>
                  <a:srgbClr val="4C61E7"/>
                </a:solidFill>
                <a:latin typeface="Arial" panose="020B0604020202020204" pitchFamily="34" charset="0"/>
                <a:ea typeface="黑体-简" panose="02000000000000000000" charset="-122"/>
                <a:cs typeface="Noto Sans SC"/>
                <a:sym typeface="Noto Sans SC"/>
              </a:rPr>
              <a:t>}</a:t>
            </a:r>
            <a:r>
              <a:rPr lang="en-US" sz="1200">
                <a:solidFill>
                  <a:srgbClr val="404040"/>
                </a:solidFill>
                <a:latin typeface="Arial" panose="020B0604020202020204" pitchFamily="34" charset="0"/>
                <a:ea typeface="黑体-简" panose="02000000000000000000" charset="-122"/>
                <a:cs typeface="Noto Sans SC"/>
                <a:sym typeface="Noto Sans SC"/>
              </a:rPr>
              <a:t>的未来稳健发展保驾护航。</a:t>
            </a:r>
            <a:endParaRPr lang="en-US" altLang="en-US" sz="1200" spc="90" dirty="0">
              <a:solidFill>
                <a:srgbClr val="404040"/>
              </a:solidFill>
              <a:latin typeface="Arial" panose="020B0604020202020204" pitchFamily="34" charset="0"/>
              <a:ea typeface="黑体-简" panose="02000000000000000000" charset="-122"/>
              <a:cs typeface="Noto Sans SC"/>
              <a:sym typeface="Noto Sans SC"/>
            </a:endParaRPr>
          </a:p>
        </p:txBody>
      </p:sp>
      <p:sp>
        <p:nvSpPr>
          <p:cNvPr id="17" name="textbox 746"/>
          <p:cNvSpPr/>
          <p:nvPr/>
        </p:nvSpPr>
        <p:spPr>
          <a:xfrm>
            <a:off x="647700" y="915670"/>
            <a:ext cx="5943600" cy="4700270"/>
          </a:xfrm>
          <a:prstGeom prst="rect">
            <a:avLst/>
          </a:prstGeom>
          <a:solidFill>
            <a:srgbClr val="EFF6FD">
              <a:alpha val="100000"/>
            </a:srgbClr>
          </a:solidFill>
          <a:ln w="0" cap="flat">
            <a:noFill/>
            <a:prstDash val="solid"/>
            <a:miter lim="0"/>
          </a:ln>
        </p:spPr>
        <p:txBody>
          <a:bodyPr vert="horz" wrap="square" lIns="0" tIns="0" rIns="0" bIns="0"/>
          <a:p>
            <a:pPr marL="127000" algn="l" defTabSz="914400" rtl="0" eaLnBrk="0">
              <a:lnSpc>
                <a:spcPct val="100000"/>
              </a:lnSpc>
              <a:spcBef>
                <a:spcPts val="975"/>
              </a:spcBef>
              <a:spcAft>
                <a:spcPct val="0"/>
              </a:spcAft>
            </a:pPr>
            <a:endParaRPr sz="1200" kern="0" spc="1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8" name="Text 2"/>
          <p:cNvSpPr/>
          <p:nvPr/>
        </p:nvSpPr>
        <p:spPr>
          <a:xfrm>
            <a:off x="760730" y="915670"/>
            <a:ext cx="1271270"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关键事项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sp>
        <p:nvSpPr>
          <p:cNvPr id="19" name="文本框 18"/>
          <p:cNvSpPr txBox="1"/>
          <p:nvPr/>
        </p:nvSpPr>
        <p:spPr>
          <a:xfrm>
            <a:off x="6692900" y="915670"/>
            <a:ext cx="4954270" cy="4700270"/>
          </a:xfrm>
          <a:prstGeom prst="rect">
            <a:avLst/>
          </a:prstGeom>
          <a:solidFill>
            <a:schemeClr val="accent6">
              <a:lumMod val="20000"/>
              <a:lumOff val="80000"/>
            </a:schemeClr>
          </a:solidFill>
        </p:spPr>
        <p:txBody>
          <a:bodyPr wrap="square" rtlCol="0" anchor="t">
            <a:noAutofit/>
          </a:bodyPr>
          <a:p>
            <a:pPr marL="11430" algn="l" defTabSz="914400" rtl="0" eaLnBrk="0">
              <a:lnSpc>
                <a:spcPct val="99000"/>
              </a:lnSpc>
              <a:spcBef>
                <a:spcPct val="0"/>
              </a:spcBef>
              <a:spcAft>
                <a:spcPct val="0"/>
              </a:spcAft>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20" name="Text 2"/>
          <p:cNvSpPr/>
          <p:nvPr/>
        </p:nvSpPr>
        <p:spPr>
          <a:xfrm>
            <a:off x="6820535" y="915670"/>
            <a:ext cx="1910715" cy="332740"/>
          </a:xfrm>
          <a:prstGeom prst="rect">
            <a:avLst/>
          </a:prstGeom>
          <a:noFill/>
        </p:spPr>
        <p:txBody>
          <a:bodyPr wrap="square" lIns="0" tIns="0" rIns="0" bIns="0" rtlCol="0" anchor="ctr" anchorCtr="0"/>
          <a:p>
            <a:pPr algn="l" defTabSz="914400" eaLnBrk="0">
              <a:lnSpc>
                <a:spcPct val="150000"/>
              </a:lnSpc>
              <a:spcBef>
                <a:spcPct val="0"/>
              </a:spcBef>
              <a:spcAft>
                <a:spcPct val="0"/>
              </a:spcAft>
              <a:buClrTx/>
              <a:buSzTx/>
              <a:buFontTx/>
            </a:pPr>
            <a:r>
              <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rPr>
              <a:t>需要客户方协作事项</a:t>
            </a:r>
            <a:endParaRPr lang="zh-CN" sz="1200" b="1" kern="0" dirty="0">
              <a:solidFill>
                <a:srgbClr val="30408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21" name="表格 20"/>
          <p:cNvGraphicFramePr/>
          <p:nvPr>
            <p:custDataLst>
              <p:tags r:id="rId3"/>
            </p:custDataLst>
          </p:nvPr>
        </p:nvGraphicFramePr>
        <p:xfrm>
          <a:off x="770890" y="1248410"/>
          <a:ext cx="5690870" cy="4218940"/>
        </p:xfrm>
        <a:graphic>
          <a:graphicData uri="http://schemas.openxmlformats.org/drawingml/2006/table">
            <a:tbl>
              <a:tblPr firstRow="1" lastCol="1" bandCol="1">
                <a:tableStyleId>{0126E9F6-41A6-44B7-8387-491034A24550}</a:tableStyleId>
              </a:tblPr>
              <a:tblGrid>
                <a:gridCol w="995680"/>
                <a:gridCol w="645795"/>
                <a:gridCol w="4049395"/>
              </a:tblGrid>
              <a:tr h="24384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计划完成时间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下一步工作计划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gradFill>
                      <a:gsLst>
                        <a:gs pos="50000">
                          <a:schemeClr val="accent5"/>
                        </a:gs>
                        <a:gs pos="0">
                          <a:schemeClr val="accent5">
                            <a:lumMod val="25000"/>
                            <a:lumOff val="75000"/>
                          </a:schemeClr>
                        </a:gs>
                        <a:gs pos="100000">
                          <a:schemeClr val="accent5">
                            <a:lumMod val="85000"/>
                          </a:schemeClr>
                        </a:gs>
                      </a:gsLst>
                      <a:lin ang="5400000" scaled="1"/>
                    </a:gradFill>
                  </a:tcPr>
                </a:tc>
              </a:tr>
              <a:tr h="548640">
                <a:tc>
                  <a:txBody>
                    <a:bodyPr/>
                    <a:p>
                      <a:pPr algn="ctr">
                        <a:buNone/>
                      </a:pPr>
                      <a:r>
                        <a:rPr lang="zh-CN" altLang="en-US" sz="1000">
                          <a:latin typeface="Arial" panose="020B0604020202020204" pitchFamily="34" charset="0"/>
                          <a:ea typeface="黑体-简" panose="02000000000000000000" charset="-122"/>
                        </a:rPr>
                        <a:t>暴露面扫描</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0430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defTabSz="914400">
                        <a:lnSpc>
                          <a:spcPct val="150000"/>
                        </a:lnSpc>
                        <a:spcBef>
                          <a:spcPct val="0"/>
                        </a:spcBef>
                        <a:spcAft>
                          <a:spcPct val="0"/>
                        </a:spcAft>
                        <a:buSzPct val="100000"/>
                        <a:buFont typeface="+mj-lt"/>
                        <a:buAutoNum type="arabicPeriod"/>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对最新的暴露面风险进行验证和确认，暴露面监测持续开展</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54405">
                <a:tc>
                  <a:txBody>
                    <a:bodyPr/>
                    <a:p>
                      <a:pPr algn="ctr">
                        <a:buNone/>
                      </a:pPr>
                      <a:r>
                        <a:rPr lang="zh-CN" altLang="en-US" sz="1000">
                          <a:latin typeface="Arial" panose="020B0604020202020204" pitchFamily="34" charset="0"/>
                          <a:ea typeface="黑体-简" panose="02000000000000000000" charset="-122"/>
                          <a:sym typeface="+mn-ea"/>
                        </a:rPr>
                        <a:t>勒索风险排查及</a:t>
                      </a:r>
                      <a:endParaRPr lang="zh-CN" altLang="en-US" sz="1000">
                        <a:latin typeface="Arial" panose="020B0604020202020204" pitchFamily="34" charset="0"/>
                        <a:ea typeface="黑体-简" panose="02000000000000000000" charset="-122"/>
                        <a:sym typeface="+mn-ea"/>
                      </a:endParaRPr>
                    </a:p>
                    <a:p>
                      <a:pPr algn="ctr">
                        <a:buNone/>
                      </a:pPr>
                      <a:r>
                        <a:rPr lang="zh-CN" altLang="en-US" sz="1000">
                          <a:latin typeface="Arial" panose="020B0604020202020204" pitchFamily="34" charset="0"/>
                          <a:ea typeface="黑体-简" panose="02000000000000000000" charset="-122"/>
                          <a:sym typeface="+mn-ea"/>
                        </a:rPr>
                        <a:t>脆弱性梳理</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对服务资产开展</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勒索风险排查</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，分析</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勒索风险</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情况</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推动处置。</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完善</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修复优先级清单</a:t>
                      </a:r>
                      <a:r>
                        <a:rPr lang="en-US" sz="1000" dirty="0">
                          <a:solidFill>
                            <a:srgbClr val="FF0000"/>
                          </a:solidFill>
                          <a:latin typeface="Arial" panose="020B0604020202020204" pitchFamily="34" charset="0"/>
                          <a:ea typeface="黑体-简" panose="02000000000000000000" charset="-122"/>
                          <a:cs typeface="微软雅黑" panose="020B0503020204020204" pitchFamily="34" charset="-120"/>
                        </a:rPr>
                        <a:t>，制定未闭环漏洞</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rPr>
                        <a:t>的消减建议计划。</a:t>
                      </a:r>
                      <a:endParaRPr lang="en-US" sz="1000" dirty="0">
                        <a:solidFill>
                          <a:srgbClr val="FF0000"/>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ClrTx/>
                        <a:buSzTx/>
                        <a:buFont typeface="+mj-lt"/>
                        <a:buAutoNum type="arabicPeriod"/>
                      </a:pP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rPr>
                        <a:t>持续监测弱口令情况，重点关注外网高权限及管理员账号的弱口令进行跟进修复。</a:t>
                      </a:r>
                      <a:endParaRPr 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1294765">
                <a:tc>
                  <a:txBody>
                    <a:bodyPr/>
                    <a:p>
                      <a:pPr algn="ctr">
                        <a:buClrTx/>
                        <a:buSzTx/>
                        <a:buFontTx/>
                        <a:buNone/>
                      </a:pPr>
                      <a:r>
                        <a:rPr lang="zh-CN" altLang="en-US" sz="1000">
                          <a:latin typeface="Arial" panose="020B0604020202020204" pitchFamily="34" charset="0"/>
                          <a:ea typeface="黑体-简" panose="02000000000000000000" charset="-122"/>
                          <a:sym typeface="+mn-ea"/>
                        </a:rPr>
                        <a:t>安全响应能力提升</a:t>
                      </a:r>
                      <a:endParaRPr lang="zh-CN" altLang="en-US" sz="1000">
                        <a:latin typeface="Arial" panose="020B0604020202020204" pitchFamily="34" charset="0"/>
                        <a:ea typeface="黑体-简" panose="02000000000000000000" charset="-122"/>
                        <a:sym typeface="+mn-ea"/>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0522</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marL="0" indent="0" algn="l" defTabSz="914400">
                        <a:lnSpc>
                          <a:spcPct val="150000"/>
                        </a:lnSpc>
                        <a:spcBef>
                          <a:spcPct val="0"/>
                        </a:spcBef>
                        <a:spcAft>
                          <a:spcPct val="0"/>
                        </a:spcAft>
                        <a:buNone/>
                      </a:pP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1.</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提供当前服务器主机</a:t>
                      </a:r>
                      <a:r>
                        <a:rPr lang="en-US" altLang="zh-CN"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rPr>
                        <a:t>覆盖的主机及检测到同网段未覆盖的主机清单；</a:t>
                      </a:r>
                      <a:endParaRPr lang="zh-CN" altLang="en-US" sz="1000" dirty="0">
                        <a:solidFill>
                          <a:srgbClr val="FF0000"/>
                        </a:solidFill>
                        <a:latin typeface="Arial" panose="020B0604020202020204" pitchFamily="34" charset="0"/>
                        <a:ea typeface="黑体-简" panose="02000000000000000000" charset="-122"/>
                        <a:cs typeface="微软雅黑" panose="020B0503020204020204" pitchFamily="34" charset="-120"/>
                        <a:sym typeface="+mn-ea"/>
                      </a:endParaRPr>
                    </a:p>
                    <a:p>
                      <a:pPr marL="0" indent="0" algn="l" defTabSz="914400">
                        <a:lnSpc>
                          <a:spcPct val="150000"/>
                        </a:lnSpc>
                        <a:spcBef>
                          <a:spcPct val="0"/>
                        </a:spcBef>
                        <a:spcAft>
                          <a:spcPct val="0"/>
                        </a:spcAft>
                        <a:buNone/>
                      </a:pP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2</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、协助推动服务器</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EDR</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覆盖，提升主机安全问题响应处置效率。</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0" algn="l" defTabSz="914400">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3、开展安全组件策略巡检及跟进调优。</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r h="973455">
                <a:tc>
                  <a:txBody>
                    <a:bodyPr/>
                    <a:p>
                      <a:pPr algn="ctr">
                        <a:buNone/>
                      </a:pPr>
                      <a:r>
                        <a:rPr lang="zh-CN" altLang="en-US" sz="1000">
                          <a:latin typeface="Arial" panose="020B0604020202020204" pitchFamily="34" charset="0"/>
                          <a:ea typeface="黑体-简" panose="02000000000000000000" charset="-122"/>
                        </a:rPr>
                        <a:t>安全运营机验证对齐</a:t>
                      </a:r>
                      <a:endParaRPr lang="zh-CN" altLang="en-US"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accent5">
                        <a:lumMod val="20000"/>
                        <a:lumOff val="80000"/>
                      </a:schemeClr>
                    </a:solidFill>
                  </a:tcPr>
                </a:tc>
                <a:tc>
                  <a:txBody>
                    <a:bodyPr/>
                    <a:p>
                      <a:pPr algn="ctr">
                        <a:buNone/>
                      </a:pPr>
                      <a:r>
                        <a:rPr lang="en-US" altLang="zh-CN" sz="1000">
                          <a:latin typeface="Arial" panose="020B0604020202020204" pitchFamily="34" charset="0"/>
                          <a:ea typeface="黑体-简" panose="02000000000000000000" charset="-122"/>
                        </a:rPr>
                        <a:t>530</a:t>
                      </a:r>
                      <a:endParaRPr lang="en-US" altLang="zh-CN" sz="1000">
                        <a:latin typeface="Arial" panose="020B0604020202020204" pitchFamily="34" charset="0"/>
                        <a:ea typeface="黑体-简" panose="02000000000000000000" charset="-122"/>
                      </a:endParaRPr>
                    </a:p>
                  </a:txBody>
                  <a:tcPr anchor="ctr" anchorCtr="0">
                    <a:lnL w="12700">
                      <a:solidFill>
                        <a:schemeClr val="accent5">
                          <a:lumMod val="40000"/>
                          <a:lumOff val="60000"/>
                        </a:schemeClr>
                      </a:solidFill>
                      <a:prstDash val="solid"/>
                    </a:lnL>
                    <a:lnR w="12700">
                      <a:solidFill>
                        <a:schemeClr val="accent5">
                          <a:lumMod val="40000"/>
                          <a:lumOff val="60000"/>
                        </a:schemeClr>
                      </a:solidFill>
                      <a:prstDash val="solid"/>
                    </a:lnR>
                    <a:lnT w="12700">
                      <a:solidFill>
                        <a:schemeClr val="accent5">
                          <a:lumMod val="40000"/>
                          <a:lumOff val="60000"/>
                        </a:schemeClr>
                      </a:solidFill>
                      <a:prstDash val="solid"/>
                    </a:lnT>
                    <a:lnB w="12700">
                      <a:solidFill>
                        <a:schemeClr val="accent5">
                          <a:lumMod val="40000"/>
                          <a:lumOff val="60000"/>
                        </a:schemeClr>
                      </a:solidFill>
                      <a:prstDash val="solid"/>
                    </a:lnB>
                    <a:lnTlToBr>
                      <a:noFill/>
                    </a:lnTlToBr>
                    <a:lnBlToTr>
                      <a:noFill/>
                    </a:lnBlToTr>
                    <a:solidFill>
                      <a:schemeClr val="tx2">
                        <a:lumMod val="20000"/>
                        <a:lumOff val="80000"/>
                      </a:schemeClr>
                    </a:solidFill>
                  </a:tcPr>
                </a:tc>
                <a:tc>
                  <a:txBody>
                    <a:bodyPr/>
                    <a:p>
                      <a:pPr algn="l">
                        <a:lnSpc>
                          <a:spcPct val="150000"/>
                        </a:lnSpc>
                        <a:buClrTx/>
                        <a:buSzTx/>
                        <a:buFontTx/>
                        <a:buNone/>
                      </a:pP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基于前期的协同优化项试点跑通情况进行复盘总结，对齐下一步运营迭代计划。</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txBody>
                  <a:tcPr anchor="ctr" anchorCtr="0">
                    <a:lnL w="12700">
                      <a:solidFill>
                        <a:schemeClr val="accent5">
                          <a:lumMod val="40000"/>
                          <a:lumOff val="60000"/>
                        </a:schemeClr>
                      </a:solidFill>
                      <a:prstDash val="solid"/>
                    </a:lnL>
                    <a:lnR w="12700" cmpd="sng">
                      <a:solidFill>
                        <a:schemeClr val="accent5">
                          <a:lumMod val="40000"/>
                          <a:lumOff val="60000"/>
                        </a:schemeClr>
                      </a:solidFill>
                      <a:prstDash val="solid"/>
                    </a:lnR>
                    <a:lnT w="12700" cmpd="sng">
                      <a:solidFill>
                        <a:schemeClr val="accent5">
                          <a:lumMod val="40000"/>
                          <a:lumOff val="60000"/>
                        </a:schemeClr>
                      </a:solidFill>
                      <a:prstDash val="solid"/>
                    </a:lnT>
                    <a:lnB w="12700" cmpd="sng">
                      <a:solidFill>
                        <a:schemeClr val="accent5">
                          <a:lumMod val="40000"/>
                          <a:lumOff val="60000"/>
                        </a:schemeClr>
                      </a:solidFill>
                      <a:prstDash val="solid"/>
                    </a:lnB>
                    <a:solidFill>
                      <a:schemeClr val="accent3">
                        <a:lumMod val="20000"/>
                        <a:lumOff val="80000"/>
                      </a:schemeClr>
                    </a:solidFill>
                  </a:tcPr>
                </a:tc>
              </a:tr>
            </a:tbl>
          </a:graphicData>
        </a:graphic>
      </p:graphicFrame>
      <p:graphicFrame>
        <p:nvGraphicFramePr>
          <p:cNvPr id="22" name="表格 21"/>
          <p:cNvGraphicFramePr/>
          <p:nvPr>
            <p:custDataLst>
              <p:tags r:id="rId4"/>
            </p:custDataLst>
          </p:nvPr>
        </p:nvGraphicFramePr>
        <p:xfrm>
          <a:off x="6820535" y="1249045"/>
          <a:ext cx="4748530" cy="4218305"/>
        </p:xfrm>
        <a:graphic>
          <a:graphicData uri="http://schemas.openxmlformats.org/drawingml/2006/table">
            <a:tbl>
              <a:tblPr firstRow="1" lastCol="1" bandCol="1">
                <a:tableStyleId>{0126E9F6-41A6-44B7-8387-491034A24550}</a:tableStyleId>
              </a:tblPr>
              <a:tblGrid>
                <a:gridCol w="1614805"/>
                <a:gridCol w="904240"/>
                <a:gridCol w="2229485"/>
              </a:tblGrid>
              <a:tr h="346710">
                <a:tc>
                  <a:txBody>
                    <a:bodyPr/>
                    <a:p>
                      <a:pPr algn="ctr">
                        <a:buNone/>
                      </a:pPr>
                      <a:r>
                        <a:rPr lang="zh-CN" altLang="en-US" sz="1000">
                          <a:latin typeface="Arial" panose="020B0604020202020204" pitchFamily="34" charset="0"/>
                          <a:ea typeface="黑体-简" panose="02000000000000000000" charset="-122"/>
                        </a:rPr>
                        <a:t>事项</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latin typeface="Arial" panose="020B0604020202020204" pitchFamily="34" charset="0"/>
                          <a:ea typeface="黑体-简" panose="02000000000000000000" charset="-122"/>
                        </a:rPr>
                        <a:t>计划时间</a:t>
                      </a:r>
                      <a:endParaRPr lang="zh-CN" altLang="en-US" sz="1000">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c>
                  <a:txBody>
                    <a:bodyPr/>
                    <a:p>
                      <a:pPr algn="ctr">
                        <a:buNone/>
                      </a:pPr>
                      <a:r>
                        <a:rPr lang="zh-CN" altLang="en-US" sz="1000">
                          <a:solidFill>
                            <a:srgbClr val="FFFF00"/>
                          </a:solidFill>
                          <a:latin typeface="Arial" panose="020B0604020202020204" pitchFamily="34" charset="0"/>
                          <a:ea typeface="黑体-简" panose="02000000000000000000" charset="-122"/>
                        </a:rPr>
                        <a:t>下一次沟通计划</a:t>
                      </a:r>
                      <a:endParaRPr lang="zh-CN" altLang="en-US" sz="1000">
                        <a:solidFill>
                          <a:srgbClr val="FFFF00"/>
                        </a:solidFill>
                        <a:latin typeface="Arial" panose="020B0604020202020204" pitchFamily="34" charset="0"/>
                        <a:ea typeface="黑体-简" panose="02000000000000000000" charset="-122"/>
                      </a:endParaRPr>
                    </a:p>
                  </a:txBody>
                  <a:tcPr anchor="ctr" anchorCtr="0">
                    <a:lnL w="12700" cmpd="sng">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gradFill>
                      <a:gsLst>
                        <a:gs pos="50000">
                          <a:schemeClr val="accent6"/>
                        </a:gs>
                        <a:gs pos="0">
                          <a:schemeClr val="accent6">
                            <a:lumMod val="25000"/>
                            <a:lumOff val="75000"/>
                          </a:schemeClr>
                        </a:gs>
                        <a:gs pos="100000">
                          <a:schemeClr val="accent6">
                            <a:lumMod val="85000"/>
                          </a:schemeClr>
                        </a:gs>
                      </a:gsLst>
                      <a:lin ang="5400000" scaled="1"/>
                    </a:gradFill>
                  </a:tcPr>
                </a:tc>
              </a:tr>
              <a:tr h="961390">
                <a:tc>
                  <a:txBody>
                    <a:bodyPr/>
                    <a:p>
                      <a:pPr algn="ctr">
                        <a:buNone/>
                      </a:pPr>
                      <a:r>
                        <a:rPr lang="zh-CN" altLang="en-US" sz="1000">
                          <a:latin typeface="Arial" panose="020B0604020202020204" pitchFamily="34" charset="0"/>
                          <a:ea typeface="黑体-简" panose="02000000000000000000" charset="-122"/>
                        </a:rPr>
                        <a:t>确认最新的所有互联网出口</a:t>
                      </a:r>
                      <a:r>
                        <a:rPr lang="en-US" altLang="zh-CN" sz="1000">
                          <a:latin typeface="Arial" panose="020B0604020202020204" pitchFamily="34" charset="0"/>
                          <a:ea typeface="黑体-简" panose="02000000000000000000" charset="-122"/>
                        </a:rPr>
                        <a:t>IP</a:t>
                      </a:r>
                      <a:r>
                        <a:rPr lang="zh-CN" altLang="en-US" sz="1000">
                          <a:latin typeface="Arial" panose="020B0604020202020204" pitchFamily="34" charset="0"/>
                          <a:ea typeface="黑体-简" panose="02000000000000000000" charset="-122"/>
                        </a:rPr>
                        <a:t>和根域名</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0428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508</a:t>
                      </a:r>
                      <a:r>
                        <a:rPr lang="zh-CN" altLang="en-US" sz="1000" b="0">
                          <a:solidFill>
                            <a:srgbClr val="000000"/>
                          </a:solidFill>
                          <a:latin typeface="Arial" panose="020B0604020202020204" pitchFamily="34" charset="0"/>
                          <a:ea typeface="黑体-简" panose="02000000000000000000" charset="-122"/>
                        </a:rPr>
                        <a:t>：对暴露面梳理结果进行沟通对齐</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1821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、配合反馈脆弱性修复情况进展</a:t>
                      </a:r>
                      <a:endParaRPr lang="zh-CN" altLang="en-US" sz="1000">
                        <a:latin typeface="Arial" panose="020B0604020202020204" pitchFamily="34" charset="0"/>
                        <a:ea typeface="黑体-简" panose="02000000000000000000" charset="-122"/>
                      </a:endParaRPr>
                    </a:p>
                    <a:p>
                      <a:pPr algn="ctr">
                        <a:buNone/>
                      </a:pPr>
                      <a:endParaRPr lang="zh-CN" altLang="en-US" sz="1000">
                        <a:latin typeface="Arial" panose="020B0604020202020204" pitchFamily="34" charset="0"/>
                        <a:ea typeface="黑体-简" panose="02000000000000000000" charset="-122"/>
                      </a:endParaRPr>
                    </a:p>
                    <a:p>
                      <a:pPr algn="ctr">
                        <a:buNone/>
                      </a:pPr>
                      <a:r>
                        <a:rPr lang="en-US" altLang="zh-CN" sz="1000">
                          <a:latin typeface="Arial" panose="020B0604020202020204" pitchFamily="34" charset="0"/>
                          <a:ea typeface="黑体-简" panose="02000000000000000000" charset="-122"/>
                        </a:rPr>
                        <a:t>2</a:t>
                      </a:r>
                      <a:r>
                        <a:rPr lang="zh-CN" altLang="en-US" sz="1000">
                          <a:latin typeface="Arial" panose="020B0604020202020204" pitchFamily="34" charset="0"/>
                          <a:ea typeface="黑体-简" panose="02000000000000000000" charset="-122"/>
                        </a:rPr>
                        <a:t>、对齐修复落地计划</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zh-CN" altLang="en-US" sz="1000">
                          <a:latin typeface="Arial" panose="020B0604020202020204" pitchFamily="34" charset="0"/>
                          <a:ea typeface="黑体-简" panose="02000000000000000000" charset="-122"/>
                        </a:rPr>
                        <a:t>0</a:t>
                      </a:r>
                      <a:r>
                        <a:rPr lang="en-US" altLang="zh-CN" sz="1000">
                          <a:latin typeface="Arial" panose="020B0604020202020204" pitchFamily="34" charset="0"/>
                          <a:ea typeface="黑体-简" panose="02000000000000000000" charset="-122"/>
                        </a:rPr>
                        <a:t>508</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ctr">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522</a:t>
                      </a:r>
                      <a:r>
                        <a:rPr lang="zh-CN" altLang="en-US" sz="1000" b="0">
                          <a:solidFill>
                            <a:srgbClr val="000000"/>
                          </a:solidFill>
                          <a:latin typeface="Arial" panose="020B0604020202020204" pitchFamily="34" charset="0"/>
                          <a:ea typeface="黑体-简" panose="02000000000000000000" charset="-122"/>
                        </a:rPr>
                        <a:t>：对漏洞扫描结果进行沟通，确认修复方案。 </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5680">
                <a:tc>
                  <a:txBody>
                    <a:bodyPr/>
                    <a:p>
                      <a:pPr algn="ctr">
                        <a:buNone/>
                      </a:pPr>
                      <a:r>
                        <a:rPr lang="en-US" altLang="zh-CN" sz="1000">
                          <a:latin typeface="Arial" panose="020B0604020202020204" pitchFamily="34" charset="0"/>
                          <a:ea typeface="黑体-简" panose="02000000000000000000" charset="-122"/>
                        </a:rPr>
                        <a:t>1</a:t>
                      </a:r>
                      <a:r>
                        <a:rPr lang="zh-CN" altLang="en-US" sz="1000">
                          <a:latin typeface="Arial" panose="020B0604020202020204" pitchFamily="34" charset="0"/>
                          <a:ea typeface="黑体-简" panose="02000000000000000000" charset="-122"/>
                        </a:rPr>
                        <a:t>、策略调优确认及授权</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0515</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ClrTx/>
                        <a:buSzTx/>
                        <a:buFontTx/>
                        <a:buNone/>
                      </a:pPr>
                      <a:r>
                        <a:rPr lang="zh-CN" altLang="en-US" sz="1000" b="0">
                          <a:solidFill>
                            <a:srgbClr val="000000"/>
                          </a:solidFill>
                          <a:latin typeface="Arial" panose="020B0604020202020204" pitchFamily="34" charset="0"/>
                          <a:ea typeface="黑体-简" panose="02000000000000000000" charset="-122"/>
                        </a:rPr>
                        <a:t>0522：对齐调优情况及结果</a:t>
                      </a:r>
                      <a:endParaRPr lang="zh-CN" altLang="en-US" sz="1000" b="0">
                        <a:solidFill>
                          <a:srgbClr val="000000"/>
                        </a:solidFill>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r h="996315">
                <a:tc>
                  <a:txBody>
                    <a:bodyPr/>
                    <a:p>
                      <a:pPr algn="ctr">
                        <a:buNone/>
                      </a:pPr>
                      <a:r>
                        <a:rPr lang="zh-CN" altLang="en-US" sz="1000">
                          <a:latin typeface="Arial" panose="020B0604020202020204" pitchFamily="34" charset="0"/>
                          <a:ea typeface="黑体-简" panose="02000000000000000000" charset="-122"/>
                        </a:rPr>
                        <a:t>推进主机</a:t>
                      </a:r>
                      <a:r>
                        <a:rPr lang="en-US" altLang="zh-CN" sz="1000">
                          <a:latin typeface="Arial" panose="020B0604020202020204" pitchFamily="34" charset="0"/>
                          <a:ea typeface="黑体-简" panose="02000000000000000000" charset="-122"/>
                        </a:rPr>
                        <a:t>EDR</a:t>
                      </a:r>
                      <a:r>
                        <a:rPr lang="zh-CN" altLang="en-US" sz="1000">
                          <a:latin typeface="Arial" panose="020B0604020202020204" pitchFamily="34" charset="0"/>
                          <a:ea typeface="黑体-简" panose="02000000000000000000" charset="-122"/>
                        </a:rPr>
                        <a:t>的覆盖</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40000"/>
                        <a:lumOff val="60000"/>
                      </a:schemeClr>
                    </a:solidFill>
                  </a:tcPr>
                </a:tc>
                <a:tc>
                  <a:txBody>
                    <a:bodyPr/>
                    <a:p>
                      <a:pPr algn="ctr">
                        <a:buNone/>
                      </a:pPr>
                      <a:r>
                        <a:rPr lang="en-US" altLang="zh-CN" sz="1000">
                          <a:latin typeface="Arial" panose="020B0604020202020204" pitchFamily="34" charset="0"/>
                          <a:ea typeface="黑体-简" panose="02000000000000000000" charset="-122"/>
                        </a:rPr>
                        <a:t>0530</a:t>
                      </a:r>
                      <a:endParaRPr lang="en-US" altLang="zh-CN"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a:solidFill>
                        <a:schemeClr val="accent6">
                          <a:lumMod val="60000"/>
                          <a:lumOff val="40000"/>
                        </a:schemeClr>
                      </a:solidFill>
                      <a:prstDash val="solid"/>
                    </a:lnR>
                    <a:lnT w="12700">
                      <a:solidFill>
                        <a:schemeClr val="accent6">
                          <a:lumMod val="60000"/>
                          <a:lumOff val="40000"/>
                        </a:schemeClr>
                      </a:solidFill>
                      <a:prstDash val="solid"/>
                    </a:lnT>
                    <a:lnB w="12700">
                      <a:solidFill>
                        <a:schemeClr val="accent6">
                          <a:lumMod val="60000"/>
                          <a:lumOff val="40000"/>
                        </a:schemeClr>
                      </a:solidFill>
                      <a:prstDash val="solid"/>
                    </a:lnB>
                    <a:lnTlToBr>
                      <a:noFill/>
                    </a:lnTlToBr>
                    <a:lnBlToTr>
                      <a:noFill/>
                    </a:lnBlToTr>
                    <a:solidFill>
                      <a:schemeClr val="accent6">
                        <a:lumMod val="20000"/>
                        <a:lumOff val="80000"/>
                      </a:schemeClr>
                    </a:solidFill>
                  </a:tcPr>
                </a:tc>
                <a:tc>
                  <a:txBody>
                    <a:bodyPr/>
                    <a:p>
                      <a:pPr algn="l">
                        <a:buNone/>
                      </a:pPr>
                      <a:r>
                        <a:rPr lang="zh-CN" altLang="en-US" sz="1000" b="0">
                          <a:solidFill>
                            <a:srgbClr val="000000"/>
                          </a:solidFill>
                          <a:latin typeface="Arial" panose="020B0604020202020204" pitchFamily="34" charset="0"/>
                          <a:ea typeface="黑体-简" panose="02000000000000000000" charset="-122"/>
                        </a:rPr>
                        <a:t>0</a:t>
                      </a:r>
                      <a:r>
                        <a:rPr lang="en-US" altLang="zh-CN" sz="1000" b="0">
                          <a:solidFill>
                            <a:srgbClr val="000000"/>
                          </a:solidFill>
                          <a:latin typeface="Arial" panose="020B0604020202020204" pitchFamily="34" charset="0"/>
                          <a:ea typeface="黑体-简" panose="02000000000000000000" charset="-122"/>
                        </a:rPr>
                        <a:t>605</a:t>
                      </a:r>
                      <a:r>
                        <a:rPr lang="zh-CN" altLang="en-US" sz="1000" b="0">
                          <a:solidFill>
                            <a:srgbClr val="000000"/>
                          </a:solidFill>
                          <a:latin typeface="Arial" panose="020B0604020202020204" pitchFamily="34" charset="0"/>
                          <a:ea typeface="黑体-简" panose="02000000000000000000" charset="-122"/>
                        </a:rPr>
                        <a:t>：对齐覆盖情况。</a:t>
                      </a:r>
                      <a:endParaRPr lang="zh-CN" altLang="en-US" sz="1000">
                        <a:latin typeface="Arial" panose="020B0604020202020204" pitchFamily="34" charset="0"/>
                        <a:ea typeface="黑体-简" panose="02000000000000000000" charset="-122"/>
                      </a:endParaRPr>
                    </a:p>
                  </a:txBody>
                  <a:tcPr anchor="ctr" anchorCtr="0">
                    <a:lnL w="12700">
                      <a:solidFill>
                        <a:schemeClr val="accent6">
                          <a:lumMod val="60000"/>
                          <a:lumOff val="40000"/>
                        </a:schemeClr>
                      </a:solidFill>
                      <a:prstDash val="solid"/>
                    </a:lnL>
                    <a:lnR w="12700" cmpd="sng">
                      <a:solidFill>
                        <a:schemeClr val="accent6">
                          <a:lumMod val="60000"/>
                          <a:lumOff val="40000"/>
                        </a:schemeClr>
                      </a:solidFill>
                      <a:prstDash val="solid"/>
                    </a:lnR>
                    <a:lnT w="12700" cmpd="sng">
                      <a:solidFill>
                        <a:schemeClr val="accent6">
                          <a:lumMod val="60000"/>
                          <a:lumOff val="40000"/>
                        </a:schemeClr>
                      </a:solidFill>
                      <a:prstDash val="solid"/>
                    </a:lnT>
                    <a:lnB w="12700" cmpd="sng">
                      <a:solidFill>
                        <a:schemeClr val="accent6">
                          <a:lumMod val="60000"/>
                          <a:lumOff val="40000"/>
                        </a:schemeClr>
                      </a:solidFill>
                      <a:prstDash val="solid"/>
                    </a:lnB>
                    <a:solidFill>
                      <a:schemeClr val="accent3">
                        <a:lumMod val="20000"/>
                        <a:lumOff val="80000"/>
                      </a:schemeClr>
                    </a:solidFill>
                  </a:tcPr>
                </a:tc>
              </a:tr>
            </a:tbl>
          </a:graphicData>
        </a:graphic>
      </p:graphicFrame>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2" name="Main title Main title"/>
          <p:cNvSpPr txBox="1"/>
          <p:nvPr>
            <p:custDataLst>
              <p:tags r:id="rId1"/>
            </p:custDataLst>
          </p:nvPr>
        </p:nvSpPr>
        <p:spPr>
          <a:xfrm>
            <a:off x="265418" y="194652"/>
            <a:ext cx="10123182" cy="381001"/>
          </a:xfrm>
          <a:prstGeom prst="rect">
            <a:avLst/>
          </a:prstGeom>
        </p:spPr>
        <p:txBody>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0" marR="0" lvl="0" indent="0" algn="l" defTabSz="825500" rtl="0" eaLnBrk="1" fontAlgn="auto" latinLnBrk="0" hangingPunct="1">
              <a:lnSpc>
                <a:spcPct val="100000"/>
              </a:lnSpc>
              <a:spcBef>
                <a:spcPts val="0"/>
              </a:spcBef>
              <a:spcAft>
                <a:spcPts val="0"/>
              </a:spcAft>
              <a:buClrTx/>
              <a:buSzTx/>
              <a:buFontTx/>
              <a:buNone/>
            </a:pPr>
            <a:r>
              <a:rPr lang="zh-CN" altLang="en-US" sz="2400" noProof="0" dirty="0">
                <a:solidFill>
                  <a:srgbClr val="4C61E7"/>
                </a:solidFill>
                <a:uLnTx/>
                <a:latin typeface="Arial Black" panose="020B0A04020102020204" pitchFamily="34" charset="0"/>
                <a:ea typeface="微软雅黑" panose="020B0503020204020204" charset="-122"/>
                <a:sym typeface="Calibri" panose="020F0502020204030204" charset="0"/>
              </a:rPr>
              <a:t>安全运营技术架构升级</a:t>
            </a:r>
            <a:endParaRPr lang="zh-CN" altLang="en-US" sz="2400" noProof="0" dirty="0">
              <a:solidFill>
                <a:srgbClr val="4C61E7"/>
              </a:solidFill>
              <a:uLnTx/>
              <a:latin typeface="Arial Black" panose="020B0A04020102020204" pitchFamily="34" charset="0"/>
              <a:ea typeface="微软雅黑" panose="020B0503020204020204" charset="-122"/>
              <a:sym typeface="Calibri" panose="020F0502020204030204" charset="0"/>
            </a:endParaRPr>
          </a:p>
        </p:txBody>
      </p:sp>
      <p:grpSp>
        <p:nvGrpSpPr>
          <p:cNvPr id="559" name="组合 558"/>
          <p:cNvGrpSpPr/>
          <p:nvPr/>
        </p:nvGrpSpPr>
        <p:grpSpPr>
          <a:xfrm>
            <a:off x="1922463" y="2857183"/>
            <a:ext cx="2002155" cy="1808163"/>
            <a:chOff x="17126" y="6499"/>
            <a:chExt cx="6306" cy="5695"/>
          </a:xfrm>
        </p:grpSpPr>
        <p:sp>
          <p:nvSpPr>
            <p:cNvPr id="560" name="圆角矩形 264"/>
            <p:cNvSpPr/>
            <p:nvPr>
              <p:custDataLst>
                <p:tags r:id="rId2"/>
              </p:custDataLst>
            </p:nvPr>
          </p:nvSpPr>
          <p:spPr>
            <a:xfrm>
              <a:off x="17237" y="6857"/>
              <a:ext cx="6177" cy="5337"/>
            </a:xfrm>
            <a:prstGeom prst="roundRect">
              <a:avLst>
                <a:gd name="adj" fmla="val 4717"/>
              </a:avLst>
            </a:prstGeom>
            <a:solidFill>
              <a:schemeClr val="accent1">
                <a:lumMod val="20000"/>
                <a:lumOff val="80000"/>
              </a:schemeClr>
            </a:solidFill>
            <a:ln w="12700" cap="flat" cmpd="sng" algn="ctr">
              <a:noFill/>
              <a:prstDash val="solid"/>
              <a:miter lim="800000"/>
            </a:ln>
            <a:effectLst/>
          </p:spPr>
          <p:txBody>
            <a:bodyPr anchor="ct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561" name="直接连接符 560"/>
            <p:cNvCxnSpPr/>
            <p:nvPr>
              <p:custDataLst>
                <p:tags r:id="rId3"/>
              </p:custDataLst>
            </p:nvPr>
          </p:nvCxnSpPr>
          <p:spPr>
            <a:xfrm rot="5400000">
              <a:off x="20965" y="8649"/>
              <a:ext cx="514" cy="5"/>
            </a:xfrm>
            <a:prstGeom prst="line">
              <a:avLst/>
            </a:prstGeom>
            <a:noFill/>
            <a:ln w="25400" cap="flat" cmpd="sng" algn="ctr">
              <a:solidFill>
                <a:srgbClr val="184199"/>
              </a:solidFill>
              <a:prstDash val="solid"/>
              <a:miter lim="800000"/>
            </a:ln>
            <a:effectLst/>
          </p:spPr>
        </p:cxnSp>
        <p:cxnSp>
          <p:nvCxnSpPr>
            <p:cNvPr id="562" name="直接连接符 561"/>
            <p:cNvCxnSpPr/>
            <p:nvPr>
              <p:custDataLst>
                <p:tags r:id="rId4"/>
              </p:custDataLst>
            </p:nvPr>
          </p:nvCxnSpPr>
          <p:spPr>
            <a:xfrm rot="16200000" flipH="1">
              <a:off x="18712" y="8747"/>
              <a:ext cx="706" cy="0"/>
            </a:xfrm>
            <a:prstGeom prst="line">
              <a:avLst/>
            </a:prstGeom>
            <a:noFill/>
            <a:ln w="25400" cap="flat" cmpd="sng" algn="ctr">
              <a:solidFill>
                <a:srgbClr val="184199"/>
              </a:solidFill>
              <a:prstDash val="solid"/>
              <a:miter lim="800000"/>
            </a:ln>
            <a:effectLst/>
          </p:spPr>
        </p:cxnSp>
        <p:grpSp>
          <p:nvGrpSpPr>
            <p:cNvPr id="563" name="组合 267"/>
            <p:cNvGrpSpPr/>
            <p:nvPr/>
          </p:nvGrpSpPr>
          <p:grpSpPr bwMode="auto">
            <a:xfrm rot="0">
              <a:off x="17718" y="9923"/>
              <a:ext cx="4724" cy="1458"/>
              <a:chOff x="6320702" y="3308854"/>
              <a:chExt cx="3316375" cy="917306"/>
            </a:xfrm>
          </p:grpSpPr>
          <p:pic>
            <p:nvPicPr>
              <p:cNvPr id="564" name="Picture 7" descr="C:\Users\Abject-3D\Desktop\VMWare Files\FINAL diagrams\Basic Virtualization\3D PNGs\DGRM_UpdateManager_OfflineVM_Q210_R1_Comm-(2)_6.png"/>
              <p:cNvPicPr>
                <a:picLocks noChangeAspect="1" noChangeArrowheads="1"/>
              </p:cNvPicPr>
              <p:nvPr>
                <p:custDataLst>
                  <p:tags r:id="rId5"/>
                </p:custDataLst>
              </p:nvPr>
            </p:nvPicPr>
            <p:blipFill>
              <a:blip r:embed="rId6" cstate="email"/>
              <a:srcRect/>
              <a:stretch>
                <a:fillRect/>
              </a:stretch>
            </p:blipFill>
            <p:spPr bwMode="auto">
              <a:xfrm>
                <a:off x="7226335" y="3548581"/>
                <a:ext cx="842013" cy="347144"/>
              </a:xfrm>
              <a:prstGeom prst="rect">
                <a:avLst/>
              </a:prstGeom>
              <a:noFill/>
              <a:ln w="9525">
                <a:noFill/>
                <a:miter lim="800000"/>
                <a:headEnd/>
                <a:tailEnd/>
              </a:ln>
            </p:spPr>
          </p:pic>
          <p:pic>
            <p:nvPicPr>
              <p:cNvPr id="565" name="Picture 7" descr="C:\Users\Abject-3D\Desktop\VMWare Files\FINAL diagrams\Basic Virtualization\3D PNGs\DGRM_UpdateManager_OfflineVM_Q210_R1_Comm-(2)_6.png"/>
              <p:cNvPicPr>
                <a:picLocks noChangeAspect="1" noChangeArrowheads="1"/>
              </p:cNvPicPr>
              <p:nvPr>
                <p:custDataLst>
                  <p:tags r:id="rId7"/>
                </p:custDataLst>
              </p:nvPr>
            </p:nvPicPr>
            <p:blipFill>
              <a:blip r:embed="rId8" cstate="email"/>
              <a:srcRect/>
              <a:stretch>
                <a:fillRect/>
              </a:stretch>
            </p:blipFill>
            <p:spPr bwMode="auto">
              <a:xfrm>
                <a:off x="6365550" y="3552935"/>
                <a:ext cx="853653" cy="340792"/>
              </a:xfrm>
              <a:prstGeom prst="rect">
                <a:avLst/>
              </a:prstGeom>
              <a:noFill/>
              <a:ln w="9525">
                <a:noFill/>
                <a:miter lim="800000"/>
                <a:headEnd/>
                <a:tailEnd/>
              </a:ln>
            </p:spPr>
          </p:pic>
          <p:sp>
            <p:nvSpPr>
              <p:cNvPr id="566" name="圆角矩形 3"/>
              <p:cNvSpPr>
                <a:spLocks noChangeArrowheads="1"/>
              </p:cNvSpPr>
              <p:nvPr>
                <p:custDataLst>
                  <p:tags r:id="rId9"/>
                </p:custDataLst>
              </p:nvPr>
            </p:nvSpPr>
            <p:spPr bwMode="auto">
              <a:xfrm>
                <a:off x="6320702" y="3858244"/>
                <a:ext cx="3305439" cy="367916"/>
              </a:xfrm>
              <a:prstGeom prst="roundRect">
                <a:avLst>
                  <a:gd name="adj" fmla="val 16667"/>
                </a:avLst>
              </a:prstGeom>
              <a:solidFill>
                <a:srgbClr val="5B9BD5">
                  <a:lumMod val="60000"/>
                  <a:lumOff val="40000"/>
                </a:srgbClr>
              </a:solidFill>
              <a:ln>
                <a:noFill/>
              </a:ln>
            </p:spPr>
            <p:txBody>
              <a:bodyPr/>
              <a:lstStyle>
                <a:lvl1pPr>
                  <a:lnSpc>
                    <a:spcPct val="90000"/>
                  </a:lnSpc>
                  <a:spcBef>
                    <a:spcPts val="1000"/>
                  </a:spcBef>
                  <a:buFont typeface="Arial" panose="020B0604020202020204" pitchFamily="34" charset="0"/>
                  <a:buChar char="•"/>
                  <a:defRPr kumimoji="1" sz="2800">
                    <a:solidFill>
                      <a:schemeClr val="tx1"/>
                    </a:solidFill>
                    <a:latin typeface="Impact" panose="020B0806030902050204" charset="0"/>
                    <a:ea typeface="微软雅黑" panose="020B0503020204020204" charset="-122"/>
                    <a:sym typeface="Impact" panose="020B0806030902050204" charset="0"/>
                  </a:defRPr>
                </a:lvl1pPr>
                <a:lvl2pPr marL="742950" indent="-285750">
                  <a:lnSpc>
                    <a:spcPct val="90000"/>
                  </a:lnSpc>
                  <a:spcBef>
                    <a:spcPts val="500"/>
                  </a:spcBef>
                  <a:buFont typeface="Arial" panose="020B0604020202020204" pitchFamily="34" charset="0"/>
                  <a:buChar char="•"/>
                  <a:defRPr kumimoji="1" sz="2400">
                    <a:solidFill>
                      <a:schemeClr val="tx1"/>
                    </a:solidFill>
                    <a:latin typeface="Impact" panose="020B0806030902050204" charset="0"/>
                    <a:ea typeface="微软雅黑" panose="020B0503020204020204" charset="-122"/>
                    <a:sym typeface="Impact" panose="020B0806030902050204" charset="0"/>
                  </a:defRPr>
                </a:lvl2pPr>
                <a:lvl3pPr marL="1143000" indent="-228600">
                  <a:lnSpc>
                    <a:spcPct val="90000"/>
                  </a:lnSpc>
                  <a:spcBef>
                    <a:spcPts val="500"/>
                  </a:spcBef>
                  <a:buFont typeface="Arial" panose="020B0604020202020204" pitchFamily="34" charset="0"/>
                  <a:buChar char="•"/>
                  <a:defRPr kumimoji="1" sz="2000">
                    <a:solidFill>
                      <a:schemeClr val="tx1"/>
                    </a:solidFill>
                    <a:latin typeface="Impact" panose="020B0806030902050204" charset="0"/>
                    <a:ea typeface="微软雅黑" panose="020B0503020204020204" charset="-122"/>
                    <a:sym typeface="Impact" panose="020B0806030902050204" charset="0"/>
                  </a:defRPr>
                </a:lvl3pPr>
                <a:lvl4pPr marL="16002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4pPr>
                <a:lvl5pPr marL="2057400" indent="-228600">
                  <a:lnSpc>
                    <a:spcPct val="90000"/>
                  </a:lnSpc>
                  <a:spcBef>
                    <a:spcPts val="500"/>
                  </a:spcBef>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5pPr>
                <a:lvl6pPr marL="25146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6pPr>
                <a:lvl7pPr marL="29718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7pPr>
                <a:lvl8pPr marL="34290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8pPr>
                <a:lvl9pPr marL="3886200" indent="-228600" eaLnBrk="0" fontAlgn="base" hangingPunct="0">
                  <a:lnSpc>
                    <a:spcPct val="90000"/>
                  </a:lnSpc>
                  <a:spcBef>
                    <a:spcPts val="500"/>
                  </a:spcBef>
                  <a:spcAft>
                    <a:spcPct val="0"/>
                  </a:spcAft>
                  <a:buFont typeface="Arial" panose="020B0604020202020204" pitchFamily="34" charset="0"/>
                  <a:buChar char="•"/>
                  <a:defRPr kumimoji="1">
                    <a:solidFill>
                      <a:schemeClr val="tx1"/>
                    </a:solidFill>
                    <a:latin typeface="Impact" panose="020B0806030902050204" charset="0"/>
                    <a:ea typeface="微软雅黑" panose="020B0503020204020204" charset="-122"/>
                    <a:sym typeface="Impact" panose="020B0806030902050204" charset="0"/>
                  </a:defRPr>
                </a:lvl9pPr>
              </a:lstStyle>
              <a:p>
                <a:pPr marL="0" marR="0" lvl="0" indent="0" defTabSz="914400" eaLnBrk="1" fontAlgn="auto" latinLnBrk="0" hangingPunct="1">
                  <a:lnSpc>
                    <a:spcPct val="100000"/>
                  </a:lnSpc>
                  <a:spcBef>
                    <a:spcPct val="0"/>
                  </a:spcBef>
                  <a:spcAft>
                    <a:spcPts val="0"/>
                  </a:spcAft>
                  <a:buClrTx/>
                  <a:buSzTx/>
                  <a:buFont typeface="Arial" panose="020B0604020202020204" pitchFamily="34" charset="0"/>
                  <a:buNone/>
                </a:pPr>
                <a:endParaRPr kumimoji="0" lang="zh-CN" altLang="en-US" sz="1000" b="0" i="0" u="none" strike="noStrike" kern="0" cap="none" spc="0" normalizeH="0" baseline="0" noProof="0">
                  <a:ln>
                    <a:noFill/>
                  </a:ln>
                  <a:solidFill>
                    <a:prstClr val="black"/>
                  </a:solidFill>
                  <a:effectLst/>
                  <a:uLnTx/>
                  <a:uFillTx/>
                  <a:latin typeface="Arial" panose="020B0604020202020204" pitchFamily="34" charset="0"/>
                  <a:ea typeface="宋体" panose="02010600030101010101" pitchFamily="2" charset="-122"/>
                  <a:sym typeface="Impact" panose="020B0806030902050204" charset="0"/>
                </a:endParaRPr>
              </a:p>
            </p:txBody>
          </p:sp>
          <p:pic>
            <p:nvPicPr>
              <p:cNvPr id="567" name="Picture 8" descr="ICON_Server_flat_Q408.png"/>
              <p:cNvPicPr>
                <a:picLocks noChangeAspect="1"/>
              </p:cNvPicPr>
              <p:nvPr>
                <p:custDataLst>
                  <p:tags r:id="rId10"/>
                </p:custDataLst>
              </p:nvPr>
            </p:nvPicPr>
            <p:blipFill>
              <a:blip r:embed="rId11" cstate="email"/>
              <a:srcRect/>
              <a:stretch>
                <a:fillRect/>
              </a:stretch>
            </p:blipFill>
            <p:spPr bwMode="auto">
              <a:xfrm>
                <a:off x="6484327" y="3889293"/>
                <a:ext cx="1304926" cy="312461"/>
              </a:xfrm>
              <a:prstGeom prst="rect">
                <a:avLst/>
              </a:prstGeom>
              <a:noFill/>
              <a:ln w="9525">
                <a:noFill/>
                <a:miter lim="800000"/>
                <a:headEnd/>
                <a:tailEnd/>
              </a:ln>
            </p:spPr>
          </p:pic>
          <p:pic>
            <p:nvPicPr>
              <p:cNvPr id="568" name="Picture 8" descr="ICON_Server_flat_Q408.png"/>
              <p:cNvPicPr>
                <a:picLocks noChangeAspect="1"/>
              </p:cNvPicPr>
              <p:nvPr>
                <p:custDataLst>
                  <p:tags r:id="rId12"/>
                </p:custDataLst>
              </p:nvPr>
            </p:nvPicPr>
            <p:blipFill>
              <a:blip r:embed="rId11" cstate="email"/>
              <a:srcRect/>
              <a:stretch>
                <a:fillRect/>
              </a:stretch>
            </p:blipFill>
            <p:spPr bwMode="auto">
              <a:xfrm>
                <a:off x="8149293" y="3884918"/>
                <a:ext cx="1304926" cy="312461"/>
              </a:xfrm>
              <a:prstGeom prst="rect">
                <a:avLst/>
              </a:prstGeom>
              <a:noFill/>
              <a:ln w="9525">
                <a:noFill/>
                <a:miter lim="800000"/>
                <a:headEnd/>
                <a:tailEnd/>
              </a:ln>
            </p:spPr>
          </p:pic>
          <p:pic>
            <p:nvPicPr>
              <p:cNvPr id="569" name="Picture 4"/>
              <p:cNvPicPr>
                <a:picLocks noChangeAspect="1" noChangeArrowheads="1"/>
              </p:cNvPicPr>
              <p:nvPr>
                <p:custDataLst>
                  <p:tags r:id="rId13"/>
                </p:custDataLst>
              </p:nvPr>
            </p:nvPicPr>
            <p:blipFill>
              <a:blip r:embed="rId14" cstate="email">
                <a:duotone>
                  <a:prstClr val="black"/>
                  <a:srgbClr val="4EBE53">
                    <a:tint val="45000"/>
                    <a:satMod val="400000"/>
                  </a:srgbClr>
                </a:duotone>
              </a:blip>
              <a:srcRect/>
              <a:stretch>
                <a:fillRect/>
              </a:stretch>
            </p:blipFill>
            <p:spPr bwMode="auto">
              <a:xfrm>
                <a:off x="6950419" y="3309872"/>
                <a:ext cx="493636" cy="352184"/>
              </a:xfrm>
              <a:prstGeom prst="rect">
                <a:avLst/>
              </a:prstGeom>
              <a:noFill/>
              <a:ln>
                <a:noFill/>
              </a:ln>
              <a:effectLst/>
            </p:spPr>
          </p:pic>
          <p:pic>
            <p:nvPicPr>
              <p:cNvPr id="570" name="Picture 4"/>
              <p:cNvPicPr>
                <a:picLocks noChangeAspect="1" noChangeArrowheads="1"/>
              </p:cNvPicPr>
              <p:nvPr>
                <p:custDataLst>
                  <p:tags r:id="rId15"/>
                </p:custDataLst>
              </p:nvPr>
            </p:nvPicPr>
            <p:blipFill>
              <a:blip r:embed="rId14" cstate="email">
                <a:duotone>
                  <a:prstClr val="black"/>
                  <a:srgbClr val="4EBE53">
                    <a:tint val="45000"/>
                    <a:satMod val="400000"/>
                  </a:srgbClr>
                </a:duotone>
              </a:blip>
              <a:srcRect/>
              <a:stretch>
                <a:fillRect/>
              </a:stretch>
            </p:blipFill>
            <p:spPr bwMode="auto">
              <a:xfrm>
                <a:off x="7543558" y="3318131"/>
                <a:ext cx="493636" cy="352184"/>
              </a:xfrm>
              <a:prstGeom prst="rect">
                <a:avLst/>
              </a:prstGeom>
              <a:noFill/>
              <a:ln>
                <a:noFill/>
              </a:ln>
              <a:effectLst/>
            </p:spPr>
          </p:pic>
          <p:pic>
            <p:nvPicPr>
              <p:cNvPr id="571" name="Picture 7" descr="C:\Users\Abject-3D\Desktop\VMWare Files\FINAL diagrams\Basic Virtualization\3D PNGs\DGRM_UpdateManager_OfflineVM_Q210_R1_Comm-(2)_6.png"/>
              <p:cNvPicPr>
                <a:picLocks noChangeAspect="1" noChangeArrowheads="1"/>
              </p:cNvPicPr>
              <p:nvPr>
                <p:custDataLst>
                  <p:tags r:id="rId16"/>
                </p:custDataLst>
              </p:nvPr>
            </p:nvPicPr>
            <p:blipFill>
              <a:blip r:embed="rId17" cstate="email"/>
              <a:srcRect/>
              <a:stretch>
                <a:fillRect/>
              </a:stretch>
            </p:blipFill>
            <p:spPr bwMode="auto">
              <a:xfrm>
                <a:off x="8776425" y="3545299"/>
                <a:ext cx="769784" cy="325706"/>
              </a:xfrm>
              <a:prstGeom prst="rect">
                <a:avLst/>
              </a:prstGeom>
              <a:noFill/>
              <a:ln w="9525">
                <a:noFill/>
                <a:miter lim="800000"/>
                <a:headEnd/>
                <a:tailEnd/>
              </a:ln>
            </p:spPr>
          </p:pic>
          <p:pic>
            <p:nvPicPr>
              <p:cNvPr id="572" name="Picture 7" descr="C:\Users\Abject-3D\Desktop\VMWare Files\FINAL diagrams\Basic Virtualization\3D PNGs\DGRM_UpdateManager_OfflineVM_Q210_R1_Comm-(2)_6.png"/>
              <p:cNvPicPr>
                <a:picLocks noChangeAspect="1" noChangeArrowheads="1"/>
              </p:cNvPicPr>
              <p:nvPr>
                <p:custDataLst>
                  <p:tags r:id="rId18"/>
                </p:custDataLst>
              </p:nvPr>
            </p:nvPicPr>
            <p:blipFill>
              <a:blip r:embed="rId19" cstate="email"/>
              <a:srcRect/>
              <a:stretch>
                <a:fillRect/>
              </a:stretch>
            </p:blipFill>
            <p:spPr bwMode="auto">
              <a:xfrm>
                <a:off x="8079804" y="3554677"/>
                <a:ext cx="887656" cy="303183"/>
              </a:xfrm>
              <a:prstGeom prst="rect">
                <a:avLst/>
              </a:prstGeom>
              <a:noFill/>
              <a:ln w="9525">
                <a:noFill/>
                <a:miter lim="800000"/>
                <a:headEnd/>
                <a:tailEnd/>
              </a:ln>
            </p:spPr>
          </p:pic>
          <p:pic>
            <p:nvPicPr>
              <p:cNvPr id="573" name="Picture 4"/>
              <p:cNvPicPr>
                <a:picLocks noChangeAspect="1" noChangeArrowheads="1"/>
              </p:cNvPicPr>
              <p:nvPr>
                <p:custDataLst>
                  <p:tags r:id="rId20"/>
                </p:custDataLst>
              </p:nvPr>
            </p:nvPicPr>
            <p:blipFill>
              <a:blip r:embed="rId14" cstate="email">
                <a:duotone>
                  <a:srgbClr val="FFC000">
                    <a:shade val="45000"/>
                    <a:satMod val="135000"/>
                  </a:srgbClr>
                  <a:prstClr val="white"/>
                </a:duotone>
              </a:blip>
              <a:srcRect/>
              <a:stretch>
                <a:fillRect/>
              </a:stretch>
            </p:blipFill>
            <p:spPr bwMode="auto">
              <a:xfrm>
                <a:off x="8618168" y="3318696"/>
                <a:ext cx="493636" cy="352184"/>
              </a:xfrm>
              <a:prstGeom prst="rect">
                <a:avLst/>
              </a:prstGeom>
              <a:noFill/>
              <a:ln>
                <a:noFill/>
              </a:ln>
              <a:effectLst/>
            </p:spPr>
          </p:pic>
          <p:pic>
            <p:nvPicPr>
              <p:cNvPr id="574" name="Picture 4"/>
              <p:cNvPicPr>
                <a:picLocks noChangeAspect="1" noChangeArrowheads="1"/>
              </p:cNvPicPr>
              <p:nvPr>
                <p:custDataLst>
                  <p:tags r:id="rId21"/>
                </p:custDataLst>
              </p:nvPr>
            </p:nvPicPr>
            <p:blipFill>
              <a:blip r:embed="rId14" cstate="email">
                <a:duotone>
                  <a:srgbClr val="FFC000">
                    <a:shade val="45000"/>
                    <a:satMod val="135000"/>
                  </a:srgbClr>
                  <a:prstClr val="white"/>
                </a:duotone>
              </a:blip>
              <a:srcRect/>
              <a:stretch>
                <a:fillRect/>
              </a:stretch>
            </p:blipFill>
            <p:spPr bwMode="auto">
              <a:xfrm>
                <a:off x="9143441" y="3318696"/>
                <a:ext cx="493636" cy="352184"/>
              </a:xfrm>
              <a:prstGeom prst="rect">
                <a:avLst/>
              </a:prstGeom>
              <a:noFill/>
              <a:ln>
                <a:noFill/>
              </a:ln>
              <a:effectLst/>
            </p:spPr>
          </p:pic>
          <p:pic>
            <p:nvPicPr>
              <p:cNvPr id="575" name="Picture 4"/>
              <p:cNvPicPr>
                <a:picLocks noChangeAspect="1" noChangeArrowheads="1"/>
              </p:cNvPicPr>
              <p:nvPr>
                <p:custDataLst>
                  <p:tags r:id="rId22"/>
                </p:custDataLst>
              </p:nvPr>
            </p:nvPicPr>
            <p:blipFill>
              <a:blip r:embed="rId14" cstate="email">
                <a:duotone>
                  <a:prstClr val="black"/>
                  <a:srgbClr val="4EBE53">
                    <a:tint val="45000"/>
                    <a:satMod val="400000"/>
                  </a:srgbClr>
                </a:duotone>
              </a:blip>
              <a:srcRect/>
              <a:stretch>
                <a:fillRect/>
              </a:stretch>
            </p:blipFill>
            <p:spPr bwMode="auto">
              <a:xfrm>
                <a:off x="6330978" y="3308854"/>
                <a:ext cx="493636" cy="352184"/>
              </a:xfrm>
              <a:prstGeom prst="rect">
                <a:avLst/>
              </a:prstGeom>
              <a:noFill/>
              <a:ln>
                <a:noFill/>
              </a:ln>
              <a:effectLst/>
            </p:spPr>
          </p:pic>
          <p:pic>
            <p:nvPicPr>
              <p:cNvPr id="576" name="Picture 4"/>
              <p:cNvPicPr>
                <a:picLocks noChangeAspect="1" noChangeArrowheads="1"/>
              </p:cNvPicPr>
              <p:nvPr>
                <p:custDataLst>
                  <p:tags r:id="rId23"/>
                </p:custDataLst>
              </p:nvPr>
            </p:nvPicPr>
            <p:blipFill>
              <a:blip r:embed="rId14" cstate="email">
                <a:duotone>
                  <a:srgbClr val="FFC000">
                    <a:shade val="45000"/>
                    <a:satMod val="135000"/>
                  </a:srgbClr>
                  <a:prstClr val="white"/>
                </a:duotone>
              </a:blip>
              <a:srcRect/>
              <a:stretch>
                <a:fillRect/>
              </a:stretch>
            </p:blipFill>
            <p:spPr bwMode="auto">
              <a:xfrm>
                <a:off x="8081860" y="3321898"/>
                <a:ext cx="493636" cy="352184"/>
              </a:xfrm>
              <a:prstGeom prst="rect">
                <a:avLst/>
              </a:prstGeom>
              <a:noFill/>
              <a:ln>
                <a:noFill/>
              </a:ln>
              <a:effectLst/>
            </p:spPr>
          </p:pic>
        </p:grpSp>
        <p:sp>
          <p:nvSpPr>
            <p:cNvPr id="577" name="矩形 285"/>
            <p:cNvSpPr>
              <a:spLocks noChangeArrowheads="1"/>
            </p:cNvSpPr>
            <p:nvPr>
              <p:custDataLst>
                <p:tags r:id="rId24"/>
              </p:custDataLst>
            </p:nvPr>
          </p:nvSpPr>
          <p:spPr bwMode="auto">
            <a:xfrm>
              <a:off x="17126" y="11604"/>
              <a:ext cx="1931" cy="506"/>
            </a:xfrm>
            <a:prstGeom prst="rect">
              <a:avLst/>
            </a:prstGeom>
            <a:noFill/>
            <a:ln w="9525">
              <a:noFill/>
              <a:miter lim="800000"/>
            </a:ln>
          </p:spPr>
          <p:txBody>
            <a:bodyPr wrap="square">
              <a:spAutoFit/>
            </a:bodyPr>
            <a:lstStyle/>
            <a:p>
              <a:pPr marL="228600" indent="-228600">
                <a:lnSpc>
                  <a:spcPct val="90000"/>
                </a:lnSpc>
                <a:spcBef>
                  <a:spcPts val="1000"/>
                </a:spcBef>
              </a:pPr>
              <a:r>
                <a:rPr kumimoji="1" lang="zh-CN" altLang="en-US" sz="500" b="1" dirty="0">
                  <a:solidFill>
                    <a:srgbClr val="184199"/>
                  </a:solidFill>
                  <a:latin typeface="Arial" panose="020B0604020202020204" pitchFamily="34" charset="0"/>
                  <a:ea typeface="黑体-简" panose="02000000000000000000" charset="-122"/>
                </a:rPr>
                <a:t>业务区</a:t>
              </a:r>
              <a:endParaRPr kumimoji="1" lang="zh-CN" altLang="en-US" sz="500" b="1" dirty="0">
                <a:solidFill>
                  <a:srgbClr val="184199"/>
                </a:solidFill>
                <a:latin typeface="Arial" panose="020B0604020202020204" pitchFamily="34" charset="0"/>
                <a:ea typeface="黑体-简" panose="02000000000000000000" charset="-122"/>
              </a:endParaRPr>
            </a:p>
          </p:txBody>
        </p:sp>
        <p:pic>
          <p:nvPicPr>
            <p:cNvPr id="578" name="图片 291"/>
            <p:cNvPicPr>
              <a:picLocks noChangeAspect="1"/>
            </p:cNvPicPr>
            <p:nvPr>
              <p:custDataLst>
                <p:tags r:id="rId25"/>
              </p:custDataLst>
            </p:nvPr>
          </p:nvPicPr>
          <p:blipFill>
            <a:blip r:embed="rId26" cstate="email"/>
            <a:srcRect/>
            <a:stretch>
              <a:fillRect/>
            </a:stretch>
          </p:blipFill>
          <p:spPr bwMode="auto">
            <a:xfrm>
              <a:off x="17921" y="10347"/>
              <a:ext cx="307" cy="334"/>
            </a:xfrm>
            <a:prstGeom prst="rect">
              <a:avLst/>
            </a:prstGeom>
            <a:noFill/>
            <a:ln w="9525">
              <a:noFill/>
              <a:miter lim="800000"/>
              <a:headEnd/>
              <a:tailEnd/>
            </a:ln>
          </p:spPr>
        </p:pic>
        <p:pic>
          <p:nvPicPr>
            <p:cNvPr id="579" name="图片 292"/>
            <p:cNvPicPr>
              <a:picLocks noChangeAspect="1"/>
            </p:cNvPicPr>
            <p:nvPr>
              <p:custDataLst>
                <p:tags r:id="rId27"/>
              </p:custDataLst>
            </p:nvPr>
          </p:nvPicPr>
          <p:blipFill>
            <a:blip r:embed="rId26" cstate="email"/>
            <a:srcRect/>
            <a:stretch>
              <a:fillRect/>
            </a:stretch>
          </p:blipFill>
          <p:spPr bwMode="auto">
            <a:xfrm>
              <a:off x="18828" y="10347"/>
              <a:ext cx="309" cy="334"/>
            </a:xfrm>
            <a:prstGeom prst="rect">
              <a:avLst/>
            </a:prstGeom>
            <a:noFill/>
            <a:ln w="9525">
              <a:noFill/>
              <a:miter lim="800000"/>
              <a:headEnd/>
              <a:tailEnd/>
            </a:ln>
          </p:spPr>
        </p:pic>
        <p:pic>
          <p:nvPicPr>
            <p:cNvPr id="580" name="图片 293"/>
            <p:cNvPicPr>
              <a:picLocks noChangeAspect="1"/>
            </p:cNvPicPr>
            <p:nvPr>
              <p:custDataLst>
                <p:tags r:id="rId28"/>
              </p:custDataLst>
            </p:nvPr>
          </p:nvPicPr>
          <p:blipFill>
            <a:blip r:embed="rId26" cstate="email"/>
            <a:srcRect/>
            <a:stretch>
              <a:fillRect/>
            </a:stretch>
          </p:blipFill>
          <p:spPr bwMode="auto">
            <a:xfrm>
              <a:off x="19658" y="10356"/>
              <a:ext cx="312" cy="336"/>
            </a:xfrm>
            <a:prstGeom prst="rect">
              <a:avLst/>
            </a:prstGeom>
            <a:noFill/>
            <a:ln w="9525">
              <a:noFill/>
              <a:miter lim="800000"/>
              <a:headEnd/>
              <a:tailEnd/>
            </a:ln>
          </p:spPr>
        </p:pic>
        <p:pic>
          <p:nvPicPr>
            <p:cNvPr id="581" name="图片 294"/>
            <p:cNvPicPr>
              <a:picLocks noChangeAspect="1"/>
            </p:cNvPicPr>
            <p:nvPr>
              <p:custDataLst>
                <p:tags r:id="rId29"/>
              </p:custDataLst>
            </p:nvPr>
          </p:nvPicPr>
          <p:blipFill>
            <a:blip r:embed="rId26" cstate="email"/>
            <a:srcRect/>
            <a:stretch>
              <a:fillRect/>
            </a:stretch>
          </p:blipFill>
          <p:spPr bwMode="auto">
            <a:xfrm>
              <a:off x="20429" y="10356"/>
              <a:ext cx="307" cy="339"/>
            </a:xfrm>
            <a:prstGeom prst="rect">
              <a:avLst/>
            </a:prstGeom>
            <a:noFill/>
            <a:ln w="9525">
              <a:noFill/>
              <a:miter lim="800000"/>
              <a:headEnd/>
              <a:tailEnd/>
            </a:ln>
          </p:spPr>
        </p:pic>
        <p:pic>
          <p:nvPicPr>
            <p:cNvPr id="582" name="图片 295"/>
            <p:cNvPicPr>
              <a:picLocks noChangeAspect="1"/>
            </p:cNvPicPr>
            <p:nvPr>
              <p:custDataLst>
                <p:tags r:id="rId30"/>
              </p:custDataLst>
            </p:nvPr>
          </p:nvPicPr>
          <p:blipFill>
            <a:blip r:embed="rId26" cstate="email"/>
            <a:srcRect/>
            <a:stretch>
              <a:fillRect/>
            </a:stretch>
          </p:blipFill>
          <p:spPr bwMode="auto">
            <a:xfrm>
              <a:off x="21196" y="10356"/>
              <a:ext cx="309" cy="339"/>
            </a:xfrm>
            <a:prstGeom prst="rect">
              <a:avLst/>
            </a:prstGeom>
            <a:noFill/>
            <a:ln w="9525">
              <a:noFill/>
              <a:miter lim="800000"/>
              <a:headEnd/>
              <a:tailEnd/>
            </a:ln>
          </p:spPr>
        </p:pic>
        <p:pic>
          <p:nvPicPr>
            <p:cNvPr id="583" name="图片 296"/>
            <p:cNvPicPr>
              <a:picLocks noChangeAspect="1"/>
            </p:cNvPicPr>
            <p:nvPr>
              <p:custDataLst>
                <p:tags r:id="rId31"/>
              </p:custDataLst>
            </p:nvPr>
          </p:nvPicPr>
          <p:blipFill>
            <a:blip r:embed="rId26" cstate="email"/>
            <a:srcRect/>
            <a:stretch>
              <a:fillRect/>
            </a:stretch>
          </p:blipFill>
          <p:spPr bwMode="auto">
            <a:xfrm>
              <a:off x="21894" y="10356"/>
              <a:ext cx="312" cy="339"/>
            </a:xfrm>
            <a:prstGeom prst="rect">
              <a:avLst/>
            </a:prstGeom>
            <a:noFill/>
            <a:ln w="9525">
              <a:noFill/>
              <a:miter lim="800000"/>
              <a:headEnd/>
              <a:tailEnd/>
            </a:ln>
          </p:spPr>
        </p:pic>
        <p:cxnSp>
          <p:nvCxnSpPr>
            <p:cNvPr id="584" name="直接连接符 583"/>
            <p:cNvCxnSpPr/>
            <p:nvPr>
              <p:custDataLst>
                <p:tags r:id="rId32"/>
              </p:custDataLst>
            </p:nvPr>
          </p:nvCxnSpPr>
          <p:spPr>
            <a:xfrm>
              <a:off x="19435" y="8025"/>
              <a:ext cx="1363" cy="0"/>
            </a:xfrm>
            <a:prstGeom prst="line">
              <a:avLst/>
            </a:prstGeom>
            <a:noFill/>
            <a:ln w="12700" cap="flat" cmpd="sng" algn="ctr">
              <a:solidFill>
                <a:srgbClr val="184199"/>
              </a:solidFill>
              <a:prstDash val="dash"/>
              <a:miter lim="800000"/>
            </a:ln>
            <a:effectLst/>
          </p:spPr>
        </p:cxnSp>
        <p:cxnSp>
          <p:nvCxnSpPr>
            <p:cNvPr id="585" name="直接连接符 584"/>
            <p:cNvCxnSpPr/>
            <p:nvPr>
              <p:custDataLst>
                <p:tags r:id="rId33"/>
              </p:custDataLst>
            </p:nvPr>
          </p:nvCxnSpPr>
          <p:spPr>
            <a:xfrm>
              <a:off x="19435" y="9244"/>
              <a:ext cx="1363" cy="0"/>
            </a:xfrm>
            <a:prstGeom prst="line">
              <a:avLst/>
            </a:prstGeom>
            <a:noFill/>
            <a:ln w="12700" cap="flat" cmpd="sng" algn="ctr">
              <a:solidFill>
                <a:srgbClr val="184199"/>
              </a:solidFill>
              <a:prstDash val="dash"/>
              <a:miter lim="800000"/>
            </a:ln>
            <a:effectLst/>
          </p:spPr>
        </p:cxnSp>
        <p:pic>
          <p:nvPicPr>
            <p:cNvPr id="586" name="图片 323"/>
            <p:cNvPicPr>
              <a:picLocks noChangeAspect="1"/>
            </p:cNvPicPr>
            <p:nvPr>
              <p:custDataLst>
                <p:tags r:id="rId34"/>
              </p:custDataLst>
            </p:nvPr>
          </p:nvPicPr>
          <p:blipFill>
            <a:blip r:embed="rId35" cstate="email"/>
            <a:srcRect/>
            <a:stretch>
              <a:fillRect/>
            </a:stretch>
          </p:blipFill>
          <p:spPr bwMode="auto">
            <a:xfrm>
              <a:off x="18664" y="7586"/>
              <a:ext cx="834" cy="810"/>
            </a:xfrm>
            <a:prstGeom prst="rect">
              <a:avLst/>
            </a:prstGeom>
            <a:noFill/>
            <a:ln w="9525">
              <a:noFill/>
              <a:miter lim="800000"/>
              <a:headEnd/>
              <a:tailEnd/>
            </a:ln>
          </p:spPr>
        </p:pic>
        <p:pic>
          <p:nvPicPr>
            <p:cNvPr id="587" name="图片 324"/>
            <p:cNvPicPr>
              <a:picLocks noChangeAspect="1"/>
            </p:cNvPicPr>
            <p:nvPr>
              <p:custDataLst>
                <p:tags r:id="rId36"/>
              </p:custDataLst>
            </p:nvPr>
          </p:nvPicPr>
          <p:blipFill>
            <a:blip r:embed="rId35" cstate="email"/>
            <a:srcRect/>
            <a:stretch>
              <a:fillRect/>
            </a:stretch>
          </p:blipFill>
          <p:spPr bwMode="auto">
            <a:xfrm>
              <a:off x="20791" y="7586"/>
              <a:ext cx="834" cy="810"/>
            </a:xfrm>
            <a:prstGeom prst="rect">
              <a:avLst/>
            </a:prstGeom>
            <a:noFill/>
            <a:ln w="9525">
              <a:noFill/>
              <a:miter lim="800000"/>
              <a:headEnd/>
              <a:tailEnd/>
            </a:ln>
          </p:spPr>
        </p:pic>
        <p:pic>
          <p:nvPicPr>
            <p:cNvPr id="588" name="图片 343"/>
            <p:cNvPicPr>
              <a:picLocks noChangeAspect="1"/>
            </p:cNvPicPr>
            <p:nvPr>
              <p:custDataLst>
                <p:tags r:id="rId37"/>
              </p:custDataLst>
            </p:nvPr>
          </p:nvPicPr>
          <p:blipFill>
            <a:blip r:embed="rId38" cstate="email"/>
            <a:srcRect/>
            <a:stretch>
              <a:fillRect/>
            </a:stretch>
          </p:blipFill>
          <p:spPr bwMode="auto">
            <a:xfrm>
              <a:off x="18723" y="8822"/>
              <a:ext cx="748" cy="737"/>
            </a:xfrm>
            <a:prstGeom prst="rect">
              <a:avLst/>
            </a:prstGeom>
            <a:noFill/>
            <a:ln w="9525">
              <a:noFill/>
              <a:miter lim="800000"/>
              <a:headEnd/>
              <a:tailEnd/>
            </a:ln>
          </p:spPr>
        </p:pic>
        <p:pic>
          <p:nvPicPr>
            <p:cNvPr id="589" name="图片 344"/>
            <p:cNvPicPr>
              <a:picLocks noChangeAspect="1"/>
            </p:cNvPicPr>
            <p:nvPr>
              <p:custDataLst>
                <p:tags r:id="rId39"/>
              </p:custDataLst>
            </p:nvPr>
          </p:nvPicPr>
          <p:blipFill>
            <a:blip r:embed="rId38" cstate="email"/>
            <a:srcRect/>
            <a:stretch>
              <a:fillRect/>
            </a:stretch>
          </p:blipFill>
          <p:spPr bwMode="auto">
            <a:xfrm>
              <a:off x="20838" y="8822"/>
              <a:ext cx="748" cy="737"/>
            </a:xfrm>
            <a:prstGeom prst="rect">
              <a:avLst/>
            </a:prstGeom>
            <a:noFill/>
            <a:ln w="9525">
              <a:noFill/>
              <a:miter lim="800000"/>
              <a:headEnd/>
              <a:tailEnd/>
            </a:ln>
          </p:spPr>
        </p:pic>
        <p:grpSp>
          <p:nvGrpSpPr>
            <p:cNvPr id="590" name="组合 397"/>
            <p:cNvGrpSpPr/>
            <p:nvPr/>
          </p:nvGrpSpPr>
          <p:grpSpPr bwMode="auto">
            <a:xfrm rot="0">
              <a:off x="21586" y="8998"/>
              <a:ext cx="1846" cy="842"/>
              <a:chOff x="9789635" y="4889149"/>
              <a:chExt cx="752717" cy="338181"/>
            </a:xfrm>
          </p:grpSpPr>
          <p:sp>
            <p:nvSpPr>
              <p:cNvPr id="591" name="TextBox 79"/>
              <p:cNvSpPr txBox="1">
                <a:spLocks noChangeArrowheads="1"/>
              </p:cNvSpPr>
              <p:nvPr>
                <p:custDataLst>
                  <p:tags r:id="rId40"/>
                </p:custDataLst>
              </p:nvPr>
            </p:nvSpPr>
            <p:spPr bwMode="auto">
              <a:xfrm>
                <a:off x="9899227" y="5033747"/>
                <a:ext cx="643125" cy="193583"/>
              </a:xfrm>
              <a:prstGeom prst="rect">
                <a:avLst/>
              </a:prstGeom>
              <a:noFill/>
              <a:ln w="9525">
                <a:noFill/>
                <a:miter lim="800000"/>
              </a:ln>
            </p:spPr>
            <p:txBody>
              <a:bodyPr wrap="square">
                <a:spAutoFit/>
              </a:bodyPr>
              <a:lstStyle/>
              <a:p>
                <a:pPr marL="228600" marR="0" lvl="0" indent="-228600" defTabSz="914400" eaLnBrk="1" fontAlgn="auto" latinLnBrk="0" hangingPunct="1">
                  <a:lnSpc>
                    <a:spcPct val="90000"/>
                  </a:lnSpc>
                  <a:spcBef>
                    <a:spcPts val="1000"/>
                  </a:spcBef>
                  <a:spcAft>
                    <a:spcPts val="0"/>
                  </a:spcAft>
                  <a:buClrTx/>
                  <a:buSzTx/>
                  <a:buFontTx/>
                  <a:buNone/>
                </a:pPr>
                <a:r>
                  <a:rPr kumimoji="1" lang="zh-CN" altLang="en-US" sz="450" b="1" i="0" u="none" strike="noStrike" kern="0" cap="none" spc="0" normalizeH="0" baseline="0" noProof="0">
                    <a:ln>
                      <a:noFill/>
                    </a:ln>
                    <a:solidFill>
                      <a:srgbClr val="C00000"/>
                    </a:solidFill>
                    <a:effectLst/>
                    <a:uLnTx/>
                    <a:uFillTx/>
                    <a:latin typeface="Arial" panose="020B0604020202020204" pitchFamily="34" charset="0"/>
                    <a:ea typeface="黑体-简" panose="02000000000000000000" charset="-122"/>
                  </a:rPr>
                  <a:t>探针</a:t>
                </a:r>
                <a:r>
                  <a:rPr kumimoji="1" lang="en-US" altLang="zh-CN" sz="450" b="1" i="0" u="none" strike="noStrike" kern="0" cap="none" spc="0" normalizeH="0" baseline="0" noProof="0">
                    <a:ln>
                      <a:noFill/>
                    </a:ln>
                    <a:solidFill>
                      <a:srgbClr val="C00000"/>
                    </a:solidFill>
                    <a:effectLst/>
                    <a:uLnTx/>
                    <a:uFillTx/>
                    <a:latin typeface="Arial" panose="020B0604020202020204" pitchFamily="34" charset="0"/>
                    <a:ea typeface="黑体-简" panose="02000000000000000000" charset="-122"/>
                  </a:rPr>
                  <a:t>STA</a:t>
                </a:r>
                <a:endParaRPr kumimoji="1" lang="zh-CN" altLang="en-US" sz="450" b="1" i="0" u="none" strike="noStrike" kern="0" cap="none" spc="0" normalizeH="0" baseline="0" noProof="0">
                  <a:ln>
                    <a:noFill/>
                  </a:ln>
                  <a:solidFill>
                    <a:srgbClr val="C00000"/>
                  </a:solidFill>
                  <a:effectLst/>
                  <a:uLnTx/>
                  <a:uFillTx/>
                  <a:latin typeface="Arial" panose="020B0604020202020204" pitchFamily="34" charset="0"/>
                  <a:ea typeface="黑体-简" panose="02000000000000000000" charset="-122"/>
                </a:endParaRPr>
              </a:p>
            </p:txBody>
          </p:sp>
          <p:pic>
            <p:nvPicPr>
              <p:cNvPr id="592" name="图片 399"/>
              <p:cNvPicPr>
                <a:picLocks noChangeAspect="1"/>
              </p:cNvPicPr>
              <p:nvPr>
                <p:custDataLst>
                  <p:tags r:id="rId41"/>
                </p:custDataLst>
              </p:nvPr>
            </p:nvPicPr>
            <p:blipFill>
              <a:blip r:embed="rId42" cstate="email"/>
              <a:srcRect/>
              <a:stretch>
                <a:fillRect/>
              </a:stretch>
            </p:blipFill>
            <p:spPr bwMode="auto">
              <a:xfrm>
                <a:off x="10006395" y="4889149"/>
                <a:ext cx="388999" cy="177146"/>
              </a:xfrm>
              <a:prstGeom prst="rect">
                <a:avLst/>
              </a:prstGeom>
              <a:noFill/>
              <a:ln w="9525">
                <a:noFill/>
                <a:miter lim="800000"/>
                <a:headEnd/>
                <a:tailEnd/>
              </a:ln>
            </p:spPr>
          </p:pic>
          <p:cxnSp>
            <p:nvCxnSpPr>
              <p:cNvPr id="593" name="直接连接符 592"/>
              <p:cNvCxnSpPr/>
              <p:nvPr>
                <p:custDataLst>
                  <p:tags r:id="rId43"/>
                </p:custDataLst>
              </p:nvPr>
            </p:nvCxnSpPr>
            <p:spPr>
              <a:xfrm>
                <a:off x="9789635" y="4990645"/>
                <a:ext cx="219145" cy="1586"/>
              </a:xfrm>
              <a:prstGeom prst="line">
                <a:avLst/>
              </a:prstGeom>
              <a:noFill/>
              <a:ln w="25400" cap="flat" cmpd="sng" algn="ctr">
                <a:solidFill>
                  <a:srgbClr val="184199"/>
                </a:solidFill>
                <a:prstDash val="solid"/>
                <a:miter lim="800000"/>
              </a:ln>
              <a:effectLst/>
            </p:spPr>
          </p:cxnSp>
        </p:grpSp>
        <p:sp>
          <p:nvSpPr>
            <p:cNvPr id="594" name="矩形 377"/>
            <p:cNvSpPr>
              <a:spLocks noChangeArrowheads="1"/>
            </p:cNvSpPr>
            <p:nvPr>
              <p:custDataLst>
                <p:tags r:id="rId44"/>
              </p:custDataLst>
            </p:nvPr>
          </p:nvSpPr>
          <p:spPr bwMode="auto">
            <a:xfrm>
              <a:off x="22112" y="10415"/>
              <a:ext cx="1161" cy="682"/>
            </a:xfrm>
            <a:prstGeom prst="rect">
              <a:avLst/>
            </a:prstGeom>
            <a:noFill/>
            <a:ln w="9525">
              <a:noFill/>
              <a:miter lim="800000"/>
            </a:ln>
          </p:spPr>
          <p:txBody>
            <a:bodyPr wrap="square">
              <a:noAutofit/>
            </a:bodyPr>
            <a:lstStyle/>
            <a:p>
              <a:pPr algn="ctr">
                <a:lnSpc>
                  <a:spcPct val="90000"/>
                </a:lnSpc>
                <a:spcBef>
                  <a:spcPts val="1000"/>
                </a:spcBef>
              </a:pPr>
              <a:r>
                <a:rPr kumimoji="1" lang="zh-CN" altLang="en-US" sz="450" b="1" dirty="0">
                  <a:solidFill>
                    <a:srgbClr val="C00000"/>
                  </a:solidFill>
                  <a:latin typeface="Arial" panose="020B0604020202020204" pitchFamily="34" charset="0"/>
                  <a:ea typeface="黑体-简" panose="02000000000000000000" charset="-122"/>
                </a:rPr>
                <a:t>EDR</a:t>
              </a:r>
              <a:endParaRPr kumimoji="1" lang="zh-CN" altLang="en-US" sz="450" b="1" dirty="0">
                <a:solidFill>
                  <a:srgbClr val="C00000"/>
                </a:solidFill>
                <a:latin typeface="Arial" panose="020B0604020202020204" pitchFamily="34" charset="0"/>
                <a:ea typeface="黑体-简" panose="02000000000000000000" charset="-122"/>
              </a:endParaRPr>
            </a:p>
          </p:txBody>
        </p:sp>
        <p:sp>
          <p:nvSpPr>
            <p:cNvPr id="595" name="任意形状 33"/>
            <p:cNvSpPr/>
            <p:nvPr>
              <p:custDataLst>
                <p:tags r:id="rId45"/>
              </p:custDataLst>
            </p:nvPr>
          </p:nvSpPr>
          <p:spPr>
            <a:xfrm>
              <a:off x="19488" y="6499"/>
              <a:ext cx="1610" cy="807"/>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596" name="矩形 242"/>
            <p:cNvSpPr>
              <a:spLocks noChangeArrowheads="1"/>
            </p:cNvSpPr>
            <p:nvPr>
              <p:custDataLst>
                <p:tags r:id="rId46"/>
              </p:custDataLst>
            </p:nvPr>
          </p:nvSpPr>
          <p:spPr bwMode="auto">
            <a:xfrm>
              <a:off x="19319" y="6755"/>
              <a:ext cx="1975" cy="506"/>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Arial" panose="020B0604020202020204" pitchFamily="34" charset="0"/>
                  <a:ea typeface="黑体-简" panose="02000000000000000000" charset="-122"/>
                </a:rPr>
                <a:t>Internet</a:t>
              </a:r>
              <a:endParaRPr kumimoji="1" lang="en-US" altLang="zh-CN" sz="500">
                <a:solidFill>
                  <a:prstClr val="white"/>
                </a:solidFill>
                <a:latin typeface="Arial" panose="020B0604020202020204" pitchFamily="34" charset="0"/>
                <a:ea typeface="黑体-简" panose="02000000000000000000" charset="-122"/>
              </a:endParaRPr>
            </a:p>
          </p:txBody>
        </p:sp>
      </p:grpSp>
      <p:sp>
        <p:nvSpPr>
          <p:cNvPr id="597" name="任意多边形 47"/>
          <p:cNvSpPr/>
          <p:nvPr>
            <p:custDataLst>
              <p:tags r:id="rId47"/>
            </p:custDataLst>
          </p:nvPr>
        </p:nvSpPr>
        <p:spPr>
          <a:xfrm rot="10800000">
            <a:off x="1321118" y="3015933"/>
            <a:ext cx="3204845" cy="775335"/>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solid"/>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8" name="任意多边形 46"/>
          <p:cNvSpPr/>
          <p:nvPr>
            <p:custDataLst>
              <p:tags r:id="rId48"/>
            </p:custDataLst>
          </p:nvPr>
        </p:nvSpPr>
        <p:spPr>
          <a:xfrm rot="10800000">
            <a:off x="1682750" y="3068638"/>
            <a:ext cx="2481580" cy="494030"/>
          </a:xfrm>
          <a:custGeom>
            <a:avLst/>
            <a:gdLst>
              <a:gd name="connsiteX0" fmla="*/ 8555392 w 17110784"/>
              <a:gd name="connsiteY0" fmla="*/ 3271968 h 3271968"/>
              <a:gd name="connsiteX1" fmla="*/ 0 w 17110784"/>
              <a:gd name="connsiteY1" fmla="*/ 1635984 h 3271968"/>
              <a:gd name="connsiteX2" fmla="*/ 8555392 w 17110784"/>
              <a:gd name="connsiteY2" fmla="*/ 0 h 3271968"/>
              <a:gd name="connsiteX3" fmla="*/ 17110784 w 17110784"/>
              <a:gd name="connsiteY3" fmla="*/ 1635984 h 3271968"/>
              <a:gd name="connsiteX4" fmla="*/ 8555392 w 17110784"/>
              <a:gd name="connsiteY4" fmla="*/ 3271968 h 3271968"/>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7110784" h="3271968">
                <a:moveTo>
                  <a:pt x="8555392" y="3271968"/>
                </a:moveTo>
                <a:cubicBezTo>
                  <a:pt x="3830376" y="3271968"/>
                  <a:pt x="0" y="2539513"/>
                  <a:pt x="0" y="1635984"/>
                </a:cubicBezTo>
                <a:cubicBezTo>
                  <a:pt x="0" y="732455"/>
                  <a:pt x="3830376" y="0"/>
                  <a:pt x="8555392" y="0"/>
                </a:cubicBezTo>
                <a:cubicBezTo>
                  <a:pt x="13280404" y="0"/>
                  <a:pt x="17110784" y="732455"/>
                  <a:pt x="17110784" y="1635984"/>
                </a:cubicBezTo>
                <a:cubicBezTo>
                  <a:pt x="17110784" y="2539513"/>
                  <a:pt x="13280404" y="3271968"/>
                  <a:pt x="8555392" y="3271968"/>
                </a:cubicBezTo>
                <a:close/>
              </a:path>
            </a:pathLst>
          </a:custGeom>
          <a:noFill/>
          <a:ln w="6350" cap="flat" cmpd="sng" algn="ctr">
            <a:gradFill>
              <a:gsLst>
                <a:gs pos="0">
                  <a:srgbClr val="00539F"/>
                </a:gs>
                <a:gs pos="100000">
                  <a:srgbClr val="00539F">
                    <a:alpha val="0"/>
                  </a:srgbClr>
                </a:gs>
              </a:gsLst>
              <a:lin ang="5400000" scaled="1"/>
            </a:gradFill>
            <a:prstDash val="dash"/>
            <a:miter lim="800000"/>
          </a:ln>
          <a:effectLst/>
        </p:spPr>
        <p:txBody>
          <a:bodyPr wrap="square" lIns="91422" tIns="45712" rIns="91422" bIns="45712" rtlCol="0" anchor="ctr">
            <a:noAutofit/>
          </a:bodyP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900" b="0" i="0" u="none" strike="noStrike" kern="0" cap="none" spc="0" normalizeH="0" baseline="0" noProof="0" dirty="0">
              <a:ln>
                <a:noFill/>
              </a:ln>
              <a:solidFill>
                <a:prstClr val="white"/>
              </a:solidFill>
              <a:effectLst/>
              <a:uLnTx/>
              <a:uFillTx/>
              <a:latin typeface="微软雅黑" panose="020B0503020204020204" charset="-122"/>
              <a:ea typeface="微软雅黑" panose="020B0503020204020204" charset="-122"/>
              <a:cs typeface="+mn-cs"/>
            </a:endParaRPr>
          </a:p>
        </p:txBody>
      </p:sp>
      <p:sp>
        <p:nvSpPr>
          <p:cNvPr id="599" name="下箭头 143"/>
          <p:cNvSpPr/>
          <p:nvPr/>
        </p:nvSpPr>
        <p:spPr>
          <a:xfrm rot="10800000">
            <a:off x="2893378" y="247618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0" name="下箭头 145"/>
          <p:cNvSpPr/>
          <p:nvPr/>
        </p:nvSpPr>
        <p:spPr>
          <a:xfrm rot="10800000">
            <a:off x="2483168" y="2472373"/>
            <a:ext cx="133985"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1" name="下箭头 146"/>
          <p:cNvSpPr/>
          <p:nvPr/>
        </p:nvSpPr>
        <p:spPr>
          <a:xfrm rot="10800000">
            <a:off x="3305493" y="247237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2" name="下箭头 57"/>
          <p:cNvSpPr/>
          <p:nvPr/>
        </p:nvSpPr>
        <p:spPr>
          <a:xfrm>
            <a:off x="3113723" y="2605088"/>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03" name="下箭头 58"/>
          <p:cNvSpPr/>
          <p:nvPr/>
        </p:nvSpPr>
        <p:spPr>
          <a:xfrm>
            <a:off x="2638108" y="2615883"/>
            <a:ext cx="134620" cy="57023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0" name="下箭头 146"/>
          <p:cNvSpPr/>
          <p:nvPr/>
        </p:nvSpPr>
        <p:spPr>
          <a:xfrm rot="10800000">
            <a:off x="1264285" y="266806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1" name="下箭头 57"/>
          <p:cNvSpPr/>
          <p:nvPr/>
        </p:nvSpPr>
        <p:spPr>
          <a:xfrm>
            <a:off x="1072515" y="336454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2" name="下箭头 146"/>
          <p:cNvSpPr/>
          <p:nvPr/>
        </p:nvSpPr>
        <p:spPr>
          <a:xfrm rot="10800000">
            <a:off x="4645343" y="2671238"/>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673" name="下箭头 57"/>
          <p:cNvSpPr/>
          <p:nvPr/>
        </p:nvSpPr>
        <p:spPr>
          <a:xfrm>
            <a:off x="4453573" y="3367723"/>
            <a:ext cx="134620" cy="1134000"/>
          </a:xfrm>
          <a:prstGeom prst="downArrow">
            <a:avLst/>
          </a:prstGeom>
          <a:gradFill>
            <a:gsLst>
              <a:gs pos="0">
                <a:srgbClr val="4472C4">
                  <a:lumMod val="5000"/>
                  <a:lumOff val="95000"/>
                  <a:alpha val="17000"/>
                </a:srgbClr>
              </a:gs>
              <a:gs pos="74000">
                <a:srgbClr val="4472C4">
                  <a:lumMod val="45000"/>
                  <a:lumOff val="55000"/>
                </a:srgbClr>
              </a:gs>
              <a:gs pos="83000">
                <a:srgbClr val="4472C4">
                  <a:lumMod val="45000"/>
                  <a:lumOff val="55000"/>
                </a:srgbClr>
              </a:gs>
              <a:gs pos="100000">
                <a:srgbClr val="4472C4">
                  <a:lumMod val="30000"/>
                  <a:lumOff val="70000"/>
                </a:srgbClr>
              </a:gs>
            </a:gsLst>
            <a:lin ang="5400000" scaled="1"/>
          </a:gradFill>
          <a:ln w="12700" cap="flat" cmpd="sng" algn="ctr">
            <a:noFill/>
            <a:prstDash val="solid"/>
            <a:miter lim="800000"/>
          </a:ln>
          <a:effectLst/>
        </p:spPr>
        <p:txBody>
          <a:bodyPr rtlCol="0" anchor="ctr"/>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1400" b="0" i="0" u="none" strike="noStrike" kern="0" cap="none" spc="0" normalizeH="0" baseline="0" noProof="0" dirty="0">
              <a:ln>
                <a:noFill/>
              </a:ln>
              <a:solidFill>
                <a:prstClr val="white"/>
              </a:solidFill>
              <a:effectLst/>
              <a:uLnTx/>
              <a:uFillTx/>
              <a:latin typeface="等线" panose="02010600030101010101" charset="-122"/>
              <a:ea typeface="微软雅黑" panose="020B0503020204020204" charset="-122"/>
              <a:cs typeface="+mn-cs"/>
            </a:endParaRPr>
          </a:p>
        </p:txBody>
      </p:sp>
      <p:sp>
        <p:nvSpPr>
          <p:cNvPr id="971" name="矩形 970"/>
          <p:cNvSpPr/>
          <p:nvPr/>
        </p:nvSpPr>
        <p:spPr>
          <a:xfrm>
            <a:off x="5740400" y="1158875"/>
            <a:ext cx="335280" cy="2218690"/>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en-US" altLang="zh-CN" sz="1400" b="1">
                <a:latin typeface="Arial" panose="020B0604020202020204" pitchFamily="34" charset="0"/>
                <a:ea typeface="黑体-简" panose="02000000000000000000" charset="-122"/>
              </a:rPr>
              <a:t>AI</a:t>
            </a:r>
            <a:endParaRPr lang="en-US" altLang="zh-CN" sz="1400" b="1">
              <a:latin typeface="Arial" panose="020B0604020202020204" pitchFamily="34" charset="0"/>
              <a:ea typeface="黑体-简" panose="02000000000000000000" charset="-122"/>
            </a:endParaRPr>
          </a:p>
          <a:p>
            <a:pPr algn="ctr"/>
            <a:r>
              <a:rPr lang="zh-CN" altLang="en-US" sz="1400" b="1">
                <a:latin typeface="Arial" panose="020B0604020202020204" pitchFamily="34" charset="0"/>
                <a:ea typeface="黑体-简" panose="02000000000000000000" charset="-122"/>
              </a:rPr>
              <a:t>安服技术创新</a:t>
            </a:r>
            <a:endParaRPr lang="zh-CN" altLang="en-US" sz="1400" b="1">
              <a:latin typeface="Arial" panose="020B0604020202020204" pitchFamily="34" charset="0"/>
              <a:ea typeface="黑体-简" panose="02000000000000000000" charset="-122"/>
            </a:endParaRPr>
          </a:p>
        </p:txBody>
      </p:sp>
      <p:sp>
        <p:nvSpPr>
          <p:cNvPr id="972" name="矩形 971"/>
          <p:cNvSpPr/>
          <p:nvPr/>
        </p:nvSpPr>
        <p:spPr>
          <a:xfrm>
            <a:off x="5740400" y="3562985"/>
            <a:ext cx="335280" cy="2964815"/>
          </a:xfrm>
          <a:prstGeom prst="rect">
            <a:avLst/>
          </a:prstGeom>
          <a:ln>
            <a:tailEnd type="arrow" w="med" len="med"/>
          </a:ln>
        </p:spPr>
        <p:style>
          <a:lnRef idx="0">
            <a:srgbClr val="FFFFFF"/>
          </a:lnRef>
          <a:fillRef idx="1">
            <a:schemeClr val="accent1"/>
          </a:fillRef>
          <a:effectRef idx="0">
            <a:srgbClr val="FFFFFF"/>
          </a:effectRef>
          <a:fontRef idx="minor">
            <a:schemeClr val="lt1"/>
          </a:fontRef>
        </p:style>
        <p:txBody>
          <a:bodyPr anchor="ctr" anchorCtr="0"/>
          <a:lstStyle/>
          <a:p>
            <a:pPr algn="ctr"/>
            <a:r>
              <a:rPr lang="zh-CN" altLang="en-US" sz="1400" b="1">
                <a:latin typeface="Arial" panose="020B0604020202020204" pitchFamily="34" charset="0"/>
                <a:ea typeface="黑体-简" panose="02000000000000000000" charset="-122"/>
              </a:rPr>
              <a:t>方案建议配置清单</a:t>
            </a:r>
            <a:endParaRPr lang="zh-CN" altLang="en-US" sz="1400" b="1">
              <a:latin typeface="Arial" panose="020B0604020202020204" pitchFamily="34" charset="0"/>
              <a:ea typeface="黑体-简" panose="02000000000000000000" charset="-122"/>
            </a:endParaRPr>
          </a:p>
        </p:txBody>
      </p:sp>
      <p:sp>
        <p:nvSpPr>
          <p:cNvPr id="974" name="文本框 973"/>
          <p:cNvSpPr txBox="1"/>
          <p:nvPr/>
        </p:nvSpPr>
        <p:spPr>
          <a:xfrm>
            <a:off x="6165850" y="1138555"/>
            <a:ext cx="5612765" cy="273050"/>
          </a:xfrm>
          <a:prstGeom prst="rect">
            <a:avLst/>
          </a:prstGeom>
          <a:noFill/>
        </p:spPr>
        <p:txBody>
          <a:bodyPr wrap="square" rtlCol="0">
            <a:noAutofit/>
          </a:bodyPr>
          <a:lstStyle/>
          <a:p>
            <a:pPr algn="l"/>
            <a:r>
              <a:rPr lang="en-US" sz="1200">
                <a:solidFill>
                  <a:schemeClr val="accent1"/>
                </a:solidFill>
                <a:latin typeface="Arial" panose="020B0604020202020204" pitchFamily="34" charset="0"/>
                <a:ea typeface="黑体-简" panose="02000000000000000000" charset="-122"/>
                <a:cs typeface="微软雅黑" panose="020B0503020204020204" charset="-122"/>
              </a:rPr>
              <a:t>AI</a:t>
            </a:r>
            <a:r>
              <a:rPr lang="zh-CN" altLang="en-US" sz="1200">
                <a:solidFill>
                  <a:schemeClr val="accent1"/>
                </a:solidFill>
                <a:latin typeface="Arial" panose="020B0604020202020204" pitchFamily="34" charset="0"/>
                <a:ea typeface="黑体-简" panose="02000000000000000000" charset="-122"/>
                <a:cs typeface="微软雅黑" panose="020B0503020204020204" charset="-122"/>
              </a:rPr>
              <a:t>赋能支持威胁检测、分析研判、智能处置等全栈效率提升，带来更强运营能力</a:t>
            </a:r>
            <a:endParaRPr lang="zh-CN" altLang="en-US" sz="1200">
              <a:solidFill>
                <a:schemeClr val="accent1"/>
              </a:solidFill>
              <a:latin typeface="Arial" panose="020B0604020202020204" pitchFamily="34" charset="0"/>
              <a:ea typeface="黑体-简" panose="02000000000000000000" charset="-122"/>
              <a:cs typeface="微软雅黑" panose="020B0503020204020204" charset="-122"/>
            </a:endParaRPr>
          </a:p>
        </p:txBody>
      </p:sp>
      <p:pic>
        <p:nvPicPr>
          <p:cNvPr id="976" name="图像" descr="图像"/>
          <p:cNvPicPr/>
          <p:nvPr>
            <p:custDataLst>
              <p:tags r:id="rId49"/>
            </p:custDataLst>
          </p:nvPr>
        </p:nvPicPr>
        <p:blipFill>
          <a:blip r:embed="rId50"/>
          <a:stretch>
            <a:fillRect/>
          </a:stretch>
        </p:blipFill>
        <p:spPr>
          <a:xfrm>
            <a:off x="6569710" y="1524635"/>
            <a:ext cx="360045" cy="360045"/>
          </a:xfrm>
          <a:prstGeom prst="rect">
            <a:avLst/>
          </a:prstGeom>
          <a:effectLst/>
        </p:spPr>
      </p:pic>
      <p:sp>
        <p:nvSpPr>
          <p:cNvPr id="977" name="文本框 976"/>
          <p:cNvSpPr txBox="1"/>
          <p:nvPr>
            <p:custDataLst>
              <p:tags r:id="rId51"/>
            </p:custDataLst>
          </p:nvPr>
        </p:nvSpPr>
        <p:spPr>
          <a:xfrm>
            <a:off x="6280785" y="184975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Arial" panose="020B0604020202020204" pitchFamily="34" charset="0"/>
                <a:ea typeface="黑体-简" panose="02000000000000000000" charset="-122"/>
                <a:sym typeface="+mn-ea"/>
              </a:rPr>
              <a:t>检测类大模型</a:t>
            </a:r>
            <a:endParaRPr lang="zh-CN" altLang="en-US" sz="900" b="1">
              <a:solidFill>
                <a:schemeClr val="tx1"/>
              </a:solidFill>
              <a:effectLst/>
              <a:latin typeface="Arial" panose="020B0604020202020204" pitchFamily="34" charset="0"/>
              <a:ea typeface="黑体-简" panose="02000000000000000000" charset="-122"/>
              <a:sym typeface="+mn-ea"/>
            </a:endParaRPr>
          </a:p>
        </p:txBody>
      </p:sp>
      <p:pic>
        <p:nvPicPr>
          <p:cNvPr id="979" name="图像" descr="图像"/>
          <p:cNvPicPr/>
          <p:nvPr>
            <p:custDataLst>
              <p:tags r:id="rId52"/>
            </p:custDataLst>
          </p:nvPr>
        </p:nvPicPr>
        <p:blipFill>
          <a:blip r:embed="rId50"/>
          <a:stretch>
            <a:fillRect/>
          </a:stretch>
        </p:blipFill>
        <p:spPr>
          <a:xfrm>
            <a:off x="6569075" y="2132330"/>
            <a:ext cx="360000" cy="360000"/>
          </a:xfrm>
          <a:prstGeom prst="rect">
            <a:avLst/>
          </a:prstGeom>
          <a:effectLst/>
        </p:spPr>
      </p:pic>
      <p:sp>
        <p:nvSpPr>
          <p:cNvPr id="980" name="文本框 979"/>
          <p:cNvSpPr txBox="1"/>
          <p:nvPr>
            <p:custDataLst>
              <p:tags r:id="rId53"/>
            </p:custDataLst>
          </p:nvPr>
        </p:nvSpPr>
        <p:spPr>
          <a:xfrm>
            <a:off x="6280150" y="2468245"/>
            <a:ext cx="942340"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zh-CN" altLang="en-US" sz="900" b="1">
                <a:solidFill>
                  <a:schemeClr val="tx1"/>
                </a:solidFill>
                <a:effectLst/>
                <a:latin typeface="Arial" panose="020B0604020202020204" pitchFamily="34" charset="0"/>
                <a:ea typeface="黑体-简" panose="02000000000000000000" charset="-122"/>
                <a:sym typeface="+mn-ea"/>
              </a:rPr>
              <a:t>运营类大模型</a:t>
            </a:r>
            <a:endParaRPr lang="zh-CN" altLang="en-US" sz="900" b="1">
              <a:solidFill>
                <a:schemeClr val="tx1"/>
              </a:solidFill>
              <a:effectLst/>
              <a:latin typeface="Arial" panose="020B0604020202020204" pitchFamily="34" charset="0"/>
              <a:ea typeface="黑体-简" panose="02000000000000000000" charset="-122"/>
              <a:sym typeface="+mn-ea"/>
            </a:endParaRPr>
          </a:p>
        </p:txBody>
      </p:sp>
      <p:pic>
        <p:nvPicPr>
          <p:cNvPr id="982" name="图片 981"/>
          <p:cNvPicPr/>
          <p:nvPr/>
        </p:nvPicPr>
        <p:blipFill>
          <a:blip r:embed="rId54"/>
          <a:stretch>
            <a:fillRect/>
          </a:stretch>
        </p:blipFill>
        <p:spPr>
          <a:xfrm>
            <a:off x="6569075" y="2733040"/>
            <a:ext cx="360000" cy="360000"/>
          </a:xfrm>
          <a:prstGeom prst="rect">
            <a:avLst/>
          </a:prstGeom>
        </p:spPr>
      </p:pic>
      <p:sp>
        <p:nvSpPr>
          <p:cNvPr id="983" name="文本框 982"/>
          <p:cNvSpPr txBox="1"/>
          <p:nvPr>
            <p:custDataLst>
              <p:tags r:id="rId55"/>
            </p:custDataLst>
          </p:nvPr>
        </p:nvSpPr>
        <p:spPr>
          <a:xfrm>
            <a:off x="6202680" y="3128010"/>
            <a:ext cx="1180465" cy="229870"/>
          </a:xfrm>
          <a:prstGeom prst="rect">
            <a:avLst/>
          </a:prstGeom>
          <a:noFill/>
        </p:spPr>
        <p:txBody>
          <a:bodyPr wrap="square" rtlCol="0">
            <a:spAutoFit/>
          </a:bodyPr>
          <a:lstStyle/>
          <a:p>
            <a:pPr lvl="0" algn="ctr">
              <a:lnSpc>
                <a:spcPct val="100000"/>
              </a:lnSpc>
              <a:spcBef>
                <a:spcPts val="0"/>
              </a:spcBef>
              <a:spcAft>
                <a:spcPts val="0"/>
              </a:spcAft>
              <a:buClrTx/>
              <a:buSzTx/>
              <a:buFontTx/>
            </a:pPr>
            <a:r>
              <a:rPr lang="en-US" altLang="zh-CN" sz="900" b="1">
                <a:solidFill>
                  <a:schemeClr val="tx1"/>
                </a:solidFill>
                <a:effectLst/>
                <a:latin typeface="Arial" panose="020B0604020202020204" pitchFamily="34" charset="0"/>
                <a:ea typeface="黑体-简" panose="02000000000000000000" charset="-122"/>
                <a:sym typeface="+mn-ea"/>
              </a:rPr>
              <a:t>MSS</a:t>
            </a:r>
            <a:r>
              <a:rPr lang="zh-CN" altLang="en-US" sz="900" b="1">
                <a:solidFill>
                  <a:schemeClr val="tx1"/>
                </a:solidFill>
                <a:effectLst/>
                <a:latin typeface="Arial" panose="020B0604020202020204" pitchFamily="34" charset="0"/>
                <a:ea typeface="黑体-简" panose="02000000000000000000" charset="-122"/>
                <a:sym typeface="+mn-ea"/>
              </a:rPr>
              <a:t>数字化助理</a:t>
            </a:r>
            <a:endParaRPr lang="zh-CN" altLang="en-US" sz="900" b="1">
              <a:solidFill>
                <a:schemeClr val="tx1"/>
              </a:solidFill>
              <a:effectLst/>
              <a:latin typeface="Arial" panose="020B0604020202020204" pitchFamily="34" charset="0"/>
              <a:ea typeface="黑体-简" panose="02000000000000000000" charset="-122"/>
              <a:sym typeface="+mn-ea"/>
            </a:endParaRPr>
          </a:p>
        </p:txBody>
      </p:sp>
      <p:sp>
        <p:nvSpPr>
          <p:cNvPr id="984" name="文本框 983"/>
          <p:cNvSpPr txBox="1"/>
          <p:nvPr/>
        </p:nvSpPr>
        <p:spPr>
          <a:xfrm>
            <a:off x="7234555" y="1508760"/>
            <a:ext cx="3063875" cy="570865"/>
          </a:xfrm>
          <a:prstGeom prst="rect">
            <a:avLst/>
          </a:prstGeom>
          <a:noFill/>
        </p:spPr>
        <p:txBody>
          <a:bodyPr wrap="square" rtlCol="0" anchor="ctr" anchorCtr="0">
            <a:noAutofit/>
          </a:bodyPr>
          <a:lstStyle/>
          <a:p>
            <a:pPr algn="l"/>
            <a:r>
              <a:rPr lang="zh-CN" altLang="en-US" sz="1000" dirty="0">
                <a:latin typeface="Arial Black" panose="020B0A04020102020204" pitchFamily="34" charset="0"/>
                <a:ea typeface="微软雅黑" panose="020B0503020204020204" charset="-122"/>
                <a:sym typeface="+mn-ea"/>
              </a:rPr>
              <a:t>从全网日志中，精准识别各类</a:t>
            </a:r>
            <a:r>
              <a:rPr lang="zh-CN" altLang="en-US" sz="1000" b="1" dirty="0">
                <a:latin typeface="Arial Black" panose="020B0A04020102020204" pitchFamily="34" charset="0"/>
                <a:ea typeface="微软雅黑" panose="020B0503020204020204" charset="-122"/>
                <a:sym typeface="+mn-ea"/>
              </a:rPr>
              <a:t>常见/新型的勒索变种攻击、0DAY漏洞利用、webshell投递等攻击行为。</a:t>
            </a:r>
            <a:endParaRPr kumimoji="1" lang="zh-CN" altLang="en-US" sz="1000" b="1" dirty="0">
              <a:solidFill>
                <a:schemeClr val="tx1"/>
              </a:solidFill>
              <a:latin typeface="Arial Black" panose="020B0A04020102020204" pitchFamily="34" charset="0"/>
              <a:ea typeface="微软雅黑" panose="020B0503020204020204" charset="-122"/>
              <a:sym typeface="+mn-ea"/>
            </a:endParaRPr>
          </a:p>
        </p:txBody>
      </p:sp>
      <p:sp>
        <p:nvSpPr>
          <p:cNvPr id="985" name="文本框 984"/>
          <p:cNvSpPr txBox="1"/>
          <p:nvPr/>
        </p:nvSpPr>
        <p:spPr>
          <a:xfrm>
            <a:off x="7251065" y="2103120"/>
            <a:ext cx="3063875" cy="502920"/>
          </a:xfrm>
          <a:prstGeom prst="rect">
            <a:avLst/>
          </a:prstGeom>
          <a:noFill/>
        </p:spPr>
        <p:txBody>
          <a:bodyPr wrap="square" rtlCol="0" anchor="ctr" anchorCtr="0">
            <a:noAutofit/>
          </a:bodyPr>
          <a:lstStyle/>
          <a:p>
            <a:pPr algn="l"/>
            <a:r>
              <a:rPr kumimoji="1" lang="en-US" altLang="zh-CN" sz="1000">
                <a:solidFill>
                  <a:schemeClr val="tx1"/>
                </a:solidFill>
                <a:latin typeface="Arial" panose="020B0604020202020204" pitchFamily="34" charset="0"/>
                <a:ea typeface="黑体-简" panose="02000000000000000000" charset="-122"/>
                <a:sym typeface="+mn-ea"/>
              </a:rPr>
              <a:t>AI</a:t>
            </a:r>
            <a:r>
              <a:rPr kumimoji="1" lang="zh-CN" altLang="en-US" sz="1000">
                <a:solidFill>
                  <a:schemeClr val="tx1"/>
                </a:solidFill>
                <a:latin typeface="Arial" panose="020B0604020202020204" pitchFamily="34" charset="0"/>
                <a:ea typeface="黑体-简" panose="02000000000000000000" charset="-122"/>
                <a:sym typeface="+mn-ea"/>
              </a:rPr>
              <a:t>安服技术创新，</a:t>
            </a:r>
            <a:r>
              <a:rPr kumimoji="1" lang="zh-CN" altLang="en-US" sz="1000" b="1">
                <a:solidFill>
                  <a:schemeClr val="tx1"/>
                </a:solidFill>
                <a:latin typeface="Arial" panose="020B0604020202020204" pitchFamily="34" charset="0"/>
                <a:ea typeface="黑体-简" panose="02000000000000000000" charset="-122"/>
                <a:sym typeface="+mn-ea"/>
              </a:rPr>
              <a:t>全量告警逐条研判定性，各类强</a:t>
            </a:r>
            <a:r>
              <a:rPr kumimoji="1" lang="en-US" altLang="zh-CN" sz="1000" b="1">
                <a:solidFill>
                  <a:schemeClr val="tx1"/>
                </a:solidFill>
                <a:latin typeface="Arial" panose="020B0604020202020204" pitchFamily="34" charset="0"/>
                <a:ea typeface="黑体-简" panose="02000000000000000000" charset="-122"/>
                <a:sym typeface="+mn-ea"/>
              </a:rPr>
              <a:t>/</a:t>
            </a:r>
            <a:r>
              <a:rPr kumimoji="1" lang="zh-CN" altLang="en-US" sz="1000" b="1">
                <a:solidFill>
                  <a:schemeClr val="tx1"/>
                </a:solidFill>
                <a:latin typeface="Arial" panose="020B0604020202020204" pitchFamily="34" charset="0"/>
                <a:ea typeface="黑体-简" panose="02000000000000000000" charset="-122"/>
                <a:sym typeface="+mn-ea"/>
              </a:rPr>
              <a:t>弱威胁信号均需经过审核，威胁不漏过。</a:t>
            </a:r>
            <a:endParaRPr kumimoji="1" lang="zh-CN" altLang="en-US" sz="1000" b="1">
              <a:solidFill>
                <a:schemeClr val="tx1"/>
              </a:solidFill>
              <a:latin typeface="Arial" panose="020B0604020202020204" pitchFamily="34" charset="0"/>
              <a:ea typeface="黑体-简" panose="02000000000000000000" charset="-122"/>
              <a:sym typeface="+mn-ea"/>
            </a:endParaRPr>
          </a:p>
        </p:txBody>
      </p:sp>
      <p:sp>
        <p:nvSpPr>
          <p:cNvPr id="986" name="文本框 985"/>
          <p:cNvSpPr txBox="1"/>
          <p:nvPr/>
        </p:nvSpPr>
        <p:spPr>
          <a:xfrm>
            <a:off x="7234555" y="2698115"/>
            <a:ext cx="3063875" cy="504190"/>
          </a:xfrm>
          <a:prstGeom prst="rect">
            <a:avLst/>
          </a:prstGeom>
          <a:noFill/>
        </p:spPr>
        <p:txBody>
          <a:bodyPr wrap="square" rtlCol="0" anchor="ctr" anchorCtr="0">
            <a:noAutofit/>
          </a:bodyPr>
          <a:lstStyle/>
          <a:p>
            <a:pPr lvl="0" algn="l">
              <a:buClrTx/>
              <a:buSzTx/>
              <a:buFontTx/>
            </a:pPr>
            <a:r>
              <a:rPr kumimoji="1" lang="en-US" altLang="zh-CN" sz="1000">
                <a:solidFill>
                  <a:schemeClr val="tx1"/>
                </a:solidFill>
                <a:latin typeface="Arial" panose="020B0604020202020204" pitchFamily="34" charset="0"/>
                <a:ea typeface="黑体-简" panose="02000000000000000000" charset="-122"/>
                <a:sym typeface="+mn-ea"/>
              </a:rPr>
              <a:t>AI</a:t>
            </a:r>
            <a:r>
              <a:rPr kumimoji="1" lang="zh-CN" altLang="en-US" sz="1000">
                <a:solidFill>
                  <a:schemeClr val="tx1"/>
                </a:solidFill>
                <a:latin typeface="Arial" panose="020B0604020202020204" pitchFamily="34" charset="0"/>
                <a:ea typeface="黑体-简" panose="02000000000000000000" charset="-122"/>
                <a:sym typeface="+mn-ea"/>
              </a:rPr>
              <a:t>数字化助理，</a:t>
            </a:r>
            <a:r>
              <a:rPr kumimoji="1" lang="zh-CN" altLang="en-US" sz="1000" b="1">
                <a:solidFill>
                  <a:schemeClr val="tx1"/>
                </a:solidFill>
                <a:latin typeface="Arial" panose="020B0604020202020204" pitchFamily="34" charset="0"/>
                <a:ea typeface="黑体-简" panose="02000000000000000000" charset="-122"/>
                <a:sym typeface="+mn-ea"/>
              </a:rPr>
              <a:t>提升各类疑难问题处理效率及质量</a:t>
            </a:r>
            <a:r>
              <a:rPr kumimoji="1" lang="zh-CN" altLang="en-US" sz="1000">
                <a:solidFill>
                  <a:schemeClr val="tx1"/>
                </a:solidFill>
                <a:latin typeface="Arial" panose="020B0604020202020204" pitchFamily="34" charset="0"/>
                <a:ea typeface="黑体-简" panose="02000000000000000000" charset="-122"/>
                <a:sym typeface="+mn-ea"/>
              </a:rPr>
              <a:t>，降低问题响应时长，提升各类问题处置效率。</a:t>
            </a:r>
            <a:endParaRPr kumimoji="1" lang="zh-CN" altLang="en-US" sz="1000">
              <a:solidFill>
                <a:schemeClr val="tx1"/>
              </a:solidFill>
              <a:latin typeface="Arial" panose="020B0604020202020204" pitchFamily="34" charset="0"/>
              <a:ea typeface="黑体-简" panose="02000000000000000000" charset="-122"/>
              <a:sym typeface="+mn-ea"/>
            </a:endParaRPr>
          </a:p>
        </p:txBody>
      </p:sp>
      <p:sp>
        <p:nvSpPr>
          <p:cNvPr id="987" name="矩形 986"/>
          <p:cNvSpPr/>
          <p:nvPr/>
        </p:nvSpPr>
        <p:spPr>
          <a:xfrm>
            <a:off x="6202680" y="1414145"/>
            <a:ext cx="5511800" cy="1943735"/>
          </a:xfrm>
          <a:prstGeom prst="rect">
            <a:avLst/>
          </a:prstGeom>
          <a:noFill/>
          <a:ln>
            <a:solidFill>
              <a:srgbClr val="4E984F"/>
            </a:solidFill>
            <a:prstDash val="sysDash"/>
          </a:ln>
          <a:effectLst>
            <a:outerShdw blurRad="50800" dist="38100" dir="2700000" algn="tl" rotWithShape="0">
              <a:prstClr val="black">
                <a:alpha val="40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pPr>
            <a:endParaRPr kumimoji="0" lang="zh-CN" altLang="en-US" sz="1400" b="0" i="0" u="none" strike="noStrike" kern="1200" cap="none" spc="0" normalizeH="0" baseline="0" noProof="0">
              <a:ln>
                <a:noFill/>
              </a:ln>
              <a:solidFill>
                <a:prstClr val="white"/>
              </a:solidFill>
              <a:effectLst/>
              <a:uLnTx/>
              <a:uFillTx/>
              <a:latin typeface="Arial" panose="020B0604020202020204"/>
              <a:ea typeface="微软雅黑" panose="020B0503020204020204" charset="-122"/>
              <a:cs typeface="+mn-cs"/>
            </a:endParaRPr>
          </a:p>
        </p:txBody>
      </p:sp>
      <p:pic>
        <p:nvPicPr>
          <p:cNvPr id="23" name="图片 22" descr="深信服 + 智安全"/>
          <p:cNvPicPr>
            <a:picLocks noChangeAspect="1"/>
          </p:cNvPicPr>
          <p:nvPr/>
        </p:nvPicPr>
        <p:blipFill>
          <a:blip r:embed="rId56"/>
          <a:srcRect l="5232" t="26576" r="4938" b="29565"/>
          <a:stretch>
            <a:fillRect/>
          </a:stretch>
        </p:blipFill>
        <p:spPr>
          <a:xfrm>
            <a:off x="10017125" y="238760"/>
            <a:ext cx="1629867" cy="360000"/>
          </a:xfrm>
          <a:prstGeom prst="rect">
            <a:avLst/>
          </a:prstGeom>
        </p:spPr>
      </p:pic>
      <p:sp>
        <p:nvSpPr>
          <p:cNvPr id="24" name="文本框 23"/>
          <p:cNvSpPr txBox="1"/>
          <p:nvPr/>
        </p:nvSpPr>
        <p:spPr>
          <a:xfrm>
            <a:off x="10440035" y="1633220"/>
            <a:ext cx="1054735"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pPr>
            <a:r>
              <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监测范围</a:t>
            </a:r>
            <a:r>
              <a:rPr kumimoji="0" lang="en-US" altLang="zh-CN"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更全</a:t>
            </a:r>
            <a:endPar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endParaRPr>
          </a:p>
        </p:txBody>
      </p:sp>
      <p:sp>
        <p:nvSpPr>
          <p:cNvPr id="25" name="文本框 24"/>
          <p:cNvSpPr txBox="1"/>
          <p:nvPr/>
        </p:nvSpPr>
        <p:spPr>
          <a:xfrm>
            <a:off x="10440035" y="219360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pPr>
            <a:r>
              <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覆盖资产</a:t>
            </a:r>
            <a:r>
              <a:rPr kumimoji="0" lang="en-US" altLang="zh-CN"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更广</a:t>
            </a:r>
            <a:endPar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endParaRPr>
          </a:p>
        </p:txBody>
      </p:sp>
      <p:sp>
        <p:nvSpPr>
          <p:cNvPr id="26" name="文本框 25"/>
          <p:cNvSpPr txBox="1"/>
          <p:nvPr/>
        </p:nvSpPr>
        <p:spPr>
          <a:xfrm>
            <a:off x="10439400" y="2789238"/>
            <a:ext cx="1055370" cy="321945"/>
          </a:xfrm>
          <a:prstGeom prst="rect">
            <a:avLst/>
          </a:prstGeom>
          <a:noFill/>
        </p:spPr>
        <p:txBody>
          <a:bodyPr wrap="square" rtlCol="0">
            <a:spAutoFit/>
          </a:bodyPr>
          <a:lstStyle>
            <a:defPPr>
              <a:defRPr lang="zh-CN"/>
            </a:defPPr>
            <a:lvl1pPr>
              <a:lnSpc>
                <a:spcPct val="150000"/>
              </a:lnSpc>
              <a:defRPr kumimoji="0" sz="1200" b="1" i="0" u="none" strike="noStrike" cap="none" spc="0" normalizeH="0" baseline="0">
                <a:ln>
                  <a:noFill/>
                </a:ln>
                <a:effectLst/>
                <a:uLnTx/>
                <a:uFillTx/>
              </a:defRPr>
            </a:lvl1pPr>
          </a:lstStyle>
          <a:p>
            <a:pPr marL="0" marR="0" lvl="0" indent="0" algn="l" defTabSz="914400" rtl="0" eaLnBrk="1" fontAlgn="auto" latinLnBrk="0" hangingPunct="1">
              <a:lnSpc>
                <a:spcPct val="150000"/>
              </a:lnSpc>
              <a:spcBef>
                <a:spcPts val="0"/>
              </a:spcBef>
              <a:spcAft>
                <a:spcPts val="0"/>
              </a:spcAft>
              <a:buClrTx/>
              <a:buSzTx/>
              <a:buFontTx/>
              <a:buNone/>
            </a:pPr>
            <a:r>
              <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处置闭环</a:t>
            </a:r>
            <a:r>
              <a:rPr kumimoji="0" lang="en-US" altLang="zh-CN"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  </a:t>
            </a:r>
            <a:r>
              <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rPr>
              <a:t>更快</a:t>
            </a:r>
            <a:endParaRPr kumimoji="0" lang="zh-CN" altLang="en-US" sz="1000" b="1" i="0" u="none" strike="noStrike" kern="1200" cap="none" spc="0" normalizeH="0" baseline="0" noProof="0" dirty="0">
              <a:ln>
                <a:noFill/>
              </a:ln>
              <a:solidFill>
                <a:srgbClr val="4E984F"/>
              </a:solidFill>
              <a:effectLst/>
              <a:uLnTx/>
              <a:uFillTx/>
              <a:latin typeface="Arial" panose="020B0604020202020204" pitchFamily="34" charset="0"/>
              <a:ea typeface="黑体-简" panose="02000000000000000000" charset="-122"/>
              <a:cs typeface="+mn-cs"/>
            </a:endParaRPr>
          </a:p>
        </p:txBody>
      </p:sp>
      <p:graphicFrame>
        <p:nvGraphicFramePr>
          <p:cNvPr id="27" name="表格 26"/>
          <p:cNvGraphicFramePr/>
          <p:nvPr>
            <p:custDataLst>
              <p:tags r:id="rId57"/>
            </p:custDataLst>
          </p:nvPr>
        </p:nvGraphicFramePr>
        <p:xfrm>
          <a:off x="6202680" y="3562985"/>
          <a:ext cx="5511800" cy="2964815"/>
        </p:xfrm>
        <a:graphic>
          <a:graphicData uri="http://schemas.openxmlformats.org/drawingml/2006/table">
            <a:tbl>
              <a:tblPr firstRow="1" bandRow="1"/>
              <a:tblGrid>
                <a:gridCol w="757555"/>
                <a:gridCol w="3792220"/>
                <a:gridCol w="962025"/>
              </a:tblGrid>
              <a:tr h="23685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Arial" panose="020B0604020202020204" pitchFamily="34" charset="0"/>
                          <a:ea typeface="黑体-简" panose="02000000000000000000" charset="-122"/>
                          <a:cs typeface="+mn-cs"/>
                        </a:rPr>
                        <a:t>配置项</a:t>
                      </a:r>
                      <a:endParaRPr lang="zh-CN" altLang="en-US" sz="1000" b="1" kern="1200" dirty="0">
                        <a:solidFill>
                          <a:schemeClr val="lt1"/>
                        </a:solidFill>
                        <a:latin typeface="Arial" panose="020B0604020202020204" pitchFamily="34" charset="0"/>
                        <a:ea typeface="黑体-简" panose="02000000000000000000"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Arial" panose="020B0604020202020204" pitchFamily="34" charset="0"/>
                          <a:ea typeface="黑体-简" panose="02000000000000000000" charset="-122"/>
                          <a:cs typeface="+mn-cs"/>
                        </a:rPr>
                        <a:t>核心能力支持</a:t>
                      </a:r>
                      <a:endParaRPr lang="zh-CN" altLang="en-US" sz="1000" b="1" kern="1200" dirty="0">
                        <a:solidFill>
                          <a:schemeClr val="lt1"/>
                        </a:solidFill>
                        <a:latin typeface="Arial" panose="020B0604020202020204" pitchFamily="34" charset="0"/>
                        <a:ea typeface="黑体-简" panose="02000000000000000000"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b="1" kern="1200" dirty="0">
                          <a:solidFill>
                            <a:schemeClr val="lt1"/>
                          </a:solidFill>
                          <a:latin typeface="Arial" panose="020B0604020202020204" pitchFamily="34" charset="0"/>
                          <a:ea typeface="黑体-简" panose="02000000000000000000" charset="-122"/>
                          <a:cs typeface="+mn-cs"/>
                        </a:rPr>
                        <a:t>采购类型</a:t>
                      </a:r>
                      <a:endParaRPr lang="zh-CN" altLang="en-US" sz="1000" b="1" kern="1200" dirty="0">
                        <a:solidFill>
                          <a:schemeClr val="lt1"/>
                        </a:solidFill>
                        <a:latin typeface="Arial" panose="020B0604020202020204" pitchFamily="34" charset="0"/>
                        <a:ea typeface="黑体-简" panose="02000000000000000000"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solidFill>
                      <a:schemeClr val="accent1">
                        <a:lumMod val="75000"/>
                      </a:schemeClr>
                    </a:solidFill>
                  </a:tcPr>
                </a:tc>
              </a:tr>
              <a:tr h="788670">
                <a:tc>
                  <a:txBody>
                    <a:bodyPr/>
                    <a:lstStyle/>
                    <a:p>
                      <a:pPr indent="0" algn="ctr">
                        <a:buNone/>
                      </a:pPr>
                      <a:r>
                        <a:rPr lang="en-US" altLang="zh-CN" sz="1000" dirty="0">
                          <a:latin typeface="Arial" panose="020B0604020202020204" pitchFamily="34" charset="0"/>
                          <a:ea typeface="黑体-简" panose="02000000000000000000" charset="-122"/>
                          <a:cs typeface="微软雅黑" panose="020B0503020204020204" charset="-122"/>
                        </a:rPr>
                        <a:t>SaaS XDR</a:t>
                      </a:r>
                      <a:endParaRPr lang="en-US" altLang="zh-CN" sz="1000" dirty="0">
                        <a:latin typeface="Arial" panose="020B0604020202020204" pitchFamily="34" charset="0"/>
                        <a:ea typeface="黑体-简" panose="02000000000000000000" charset="-122"/>
                        <a:cs typeface="微软雅黑" panose="020B0503020204020204" charset="-122"/>
                      </a:endParaRPr>
                    </a:p>
                    <a:p>
                      <a:pPr indent="0" algn="ctr">
                        <a:buNone/>
                      </a:pPr>
                      <a:r>
                        <a:rPr lang="en-US" altLang="zh-CN" sz="1000" dirty="0">
                          <a:latin typeface="Arial" panose="020B0604020202020204" pitchFamily="34" charset="0"/>
                          <a:ea typeface="黑体-简" panose="02000000000000000000" charset="-122"/>
                          <a:cs typeface="微软雅黑" panose="020B0503020204020204" charset="-122"/>
                        </a:rPr>
                        <a:t>(</a:t>
                      </a:r>
                      <a:r>
                        <a:rPr lang="zh-CN" altLang="en-US" sz="1000" dirty="0">
                          <a:latin typeface="Arial" panose="020B0604020202020204" pitchFamily="34" charset="0"/>
                          <a:ea typeface="黑体-简" panose="02000000000000000000" charset="-122"/>
                          <a:cs typeface="微软雅黑" panose="020B0503020204020204" charset="-122"/>
                        </a:rPr>
                        <a:t>包含运营大模型）</a:t>
                      </a:r>
                      <a:endParaRPr lang="zh-CN" altLang="en-US" sz="1000" dirty="0">
                        <a:latin typeface="Arial" panose="020B0604020202020204" pitchFamily="34" charset="0"/>
                        <a:ea typeface="黑体-简" panose="02000000000000000000"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Arial" panose="020B0604020202020204" pitchFamily="34" charset="0"/>
                          <a:ea typeface="黑体-简" panose="02000000000000000000" charset="-122"/>
                          <a:cs typeface="微软雅黑" panose="020B0503020204020204" charset="-122"/>
                        </a:rPr>
                        <a:t>云化安全运营平台，聚合本地流量和主机日志汇总分析，实现完整入侵链条的可视化呈现，联动边界和终端组件实现智能处置；</a:t>
                      </a:r>
                      <a:r>
                        <a:rPr lang="en-US" altLang="zh-CN" sz="1000" b="0" i="0" spc="0" dirty="0">
                          <a:solidFill>
                            <a:srgbClr val="000000"/>
                          </a:solidFill>
                          <a:effectLst/>
                          <a:latin typeface="Arial" panose="020B0604020202020204" pitchFamily="34" charset="0"/>
                          <a:ea typeface="黑体-简" panose="02000000000000000000" charset="-122"/>
                        </a:rPr>
                        <a:t>GPT</a:t>
                      </a:r>
                      <a:r>
                        <a:rPr lang="zh-CN" altLang="en-US" sz="1000" b="0" i="0" spc="0" dirty="0">
                          <a:solidFill>
                            <a:srgbClr val="000000"/>
                          </a:solidFill>
                          <a:effectLst/>
                          <a:latin typeface="Arial" panose="020B0604020202020204" pitchFamily="34" charset="0"/>
                          <a:ea typeface="黑体-简" panose="02000000000000000000" charset="-122"/>
                        </a:rPr>
                        <a:t>赋能全量告警（事件）</a:t>
                      </a:r>
                      <a:r>
                        <a:rPr lang="en-US" altLang="zh-CN" sz="1000" b="0" i="0" spc="0" dirty="0">
                          <a:solidFill>
                            <a:srgbClr val="000000"/>
                          </a:solidFill>
                          <a:effectLst/>
                          <a:latin typeface="Arial" panose="020B0604020202020204" pitchFamily="34" charset="0"/>
                          <a:ea typeface="黑体-简" panose="02000000000000000000" charset="-122"/>
                        </a:rPr>
                        <a:t>AI</a:t>
                      </a:r>
                      <a:r>
                        <a:rPr lang="zh-CN" altLang="en-US" sz="1000" b="0" i="0" spc="0" dirty="0">
                          <a:solidFill>
                            <a:srgbClr val="000000"/>
                          </a:solidFill>
                          <a:effectLst/>
                          <a:latin typeface="Arial" panose="020B0604020202020204" pitchFamily="34" charset="0"/>
                          <a:ea typeface="黑体-简" panose="02000000000000000000" charset="-122"/>
                        </a:rPr>
                        <a:t>智能研判分析、定性，辅助决策的智能响应、智能推荐处置预案，</a:t>
                      </a:r>
                      <a:r>
                        <a:rPr lang="en-US" altLang="zh-CN" sz="1000" b="0" i="0" spc="0" dirty="0">
                          <a:solidFill>
                            <a:srgbClr val="000000"/>
                          </a:solidFill>
                          <a:effectLst/>
                          <a:latin typeface="Arial" panose="020B0604020202020204" pitchFamily="34" charset="0"/>
                          <a:ea typeface="黑体-简" panose="02000000000000000000" charset="-122"/>
                        </a:rPr>
                        <a:t>GPT</a:t>
                      </a:r>
                      <a:r>
                        <a:rPr lang="zh-CN" altLang="en-US" sz="1000" b="0" i="0" spc="0" dirty="0">
                          <a:solidFill>
                            <a:srgbClr val="000000"/>
                          </a:solidFill>
                          <a:effectLst/>
                          <a:latin typeface="Arial" panose="020B0604020202020204" pitchFamily="34" charset="0"/>
                          <a:ea typeface="黑体-简" panose="02000000000000000000" charset="-122"/>
                        </a:rPr>
                        <a:t>辅助运营助手辅助高效排查、统计及问答等。</a:t>
                      </a:r>
                      <a:endParaRPr lang="zh-CN" altLang="en-US" sz="1000" dirty="0">
                        <a:effectLst/>
                        <a:latin typeface="Arial" panose="020B0604020202020204" pitchFamily="34" charset="0"/>
                        <a:ea typeface="黑体-简" panose="02000000000000000000"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p>
                      <a:pPr indent="0" algn="ctr">
                        <a:buNone/>
                      </a:pPr>
                      <a:r>
                        <a:rPr lang="zh-CN" altLang="en-US" sz="1000" dirty="0">
                          <a:latin typeface="Arial" panose="020B0604020202020204" pitchFamily="34" charset="0"/>
                          <a:ea typeface="黑体-简" panose="02000000000000000000" charset="-122"/>
                        </a:rPr>
                        <a:t>续期</a:t>
                      </a:r>
                      <a:r>
                        <a:rPr lang="en-US" altLang="zh-CN" sz="1000" dirty="0">
                          <a:latin typeface="Arial" panose="020B0604020202020204" pitchFamily="34" charset="0"/>
                          <a:ea typeface="黑体-简" panose="02000000000000000000" charset="-122"/>
                        </a:rPr>
                        <a:t>/</a:t>
                      </a:r>
                      <a:r>
                        <a:rPr lang="zh-CN" altLang="en-US" sz="1000" dirty="0">
                          <a:latin typeface="Arial" panose="020B0604020202020204" pitchFamily="34" charset="0"/>
                          <a:ea typeface="黑体-简" panose="02000000000000000000" charset="-122"/>
                        </a:rPr>
                        <a:t>新购</a:t>
                      </a:r>
                      <a:endParaRPr lang="zh-CN" altLang="en-US" sz="1000" dirty="0">
                        <a:latin typeface="Arial" panose="020B0604020202020204" pitchFamily="34" charset="0"/>
                        <a:ea typeface="黑体-简" panose="02000000000000000000"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Arial" panose="020B0604020202020204" pitchFamily="34" charset="0"/>
                          <a:ea typeface="黑体-简" panose="02000000000000000000" charset="-122"/>
                          <a:cs typeface="微软雅黑" panose="020B0503020204020204" charset="-122"/>
                        </a:rPr>
                        <a:t>安全托管服务</a:t>
                      </a:r>
                      <a:r>
                        <a:rPr lang="en-US" altLang="zh-CN" sz="1000" dirty="0">
                          <a:highlight>
                            <a:srgbClr val="FFFF00"/>
                          </a:highlight>
                          <a:latin typeface="Arial" panose="020B0604020202020204" pitchFamily="34" charset="0"/>
                          <a:ea typeface="黑体-简" panose="02000000000000000000" charset="-122"/>
                          <a:cs typeface="微软雅黑" panose="020B0503020204020204" charset="-122"/>
                        </a:rPr>
                        <a:t>MSS*X</a:t>
                      </a:r>
                      <a:r>
                        <a:rPr lang="zh-CN" altLang="en-US" sz="1000" dirty="0">
                          <a:highlight>
                            <a:srgbClr val="FFFF00"/>
                          </a:highlight>
                          <a:latin typeface="Arial" panose="020B0604020202020204" pitchFamily="34" charset="0"/>
                          <a:ea typeface="黑体-简" panose="02000000000000000000" charset="-122"/>
                          <a:cs typeface="微软雅黑" panose="020B0503020204020204" charset="-122"/>
                        </a:rPr>
                        <a:t>资产</a:t>
                      </a:r>
                      <a:endParaRPr lang="zh-CN" altLang="en-US" sz="1000" dirty="0">
                        <a:highlight>
                          <a:srgbClr val="FFFF00"/>
                        </a:highlight>
                        <a:latin typeface="Arial" panose="020B0604020202020204" pitchFamily="34" charset="0"/>
                        <a:ea typeface="黑体-简" panose="02000000000000000000" charset="-122"/>
                        <a:cs typeface="微软雅黑" panose="020B0503020204020204"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Arial" panose="020B0604020202020204" pitchFamily="34" charset="0"/>
                          <a:ea typeface="黑体-简" panose="02000000000000000000" charset="-122"/>
                          <a:cs typeface="微软雅黑" panose="020B0503020204020204" charset="-122"/>
                        </a:rPr>
                        <a:t>云端专家</a:t>
                      </a:r>
                      <a:r>
                        <a:rPr lang="en-US" altLang="zh-CN" sz="1000" dirty="0">
                          <a:latin typeface="Arial" panose="020B0604020202020204" pitchFamily="34" charset="0"/>
                          <a:ea typeface="黑体-简" panose="02000000000000000000" charset="-122"/>
                          <a:cs typeface="微软雅黑" panose="020B0503020204020204" charset="-122"/>
                        </a:rPr>
                        <a:t>7*24H</a:t>
                      </a:r>
                      <a:r>
                        <a:rPr lang="zh-CN" altLang="en-US" sz="1000" dirty="0">
                          <a:latin typeface="Arial" panose="020B0604020202020204" pitchFamily="34" charset="0"/>
                          <a:ea typeface="黑体-简" panose="02000000000000000000" charset="-122"/>
                          <a:cs typeface="微软雅黑" panose="020B0503020204020204" charset="-122"/>
                        </a:rPr>
                        <a:t>持续提供服务，实现安全事件</a:t>
                      </a:r>
                      <a:r>
                        <a:rPr lang="en-US" altLang="zh-CN" sz="1000" dirty="0">
                          <a:latin typeface="Arial" panose="020B0604020202020204" pitchFamily="34" charset="0"/>
                          <a:ea typeface="黑体-简" panose="02000000000000000000" charset="-122"/>
                          <a:cs typeface="微软雅黑" panose="020B0503020204020204" charset="-122"/>
                        </a:rPr>
                        <a:t>100%</a:t>
                      </a:r>
                      <a:r>
                        <a:rPr lang="zh-CN" altLang="en-US" sz="1000" dirty="0">
                          <a:latin typeface="Arial" panose="020B0604020202020204" pitchFamily="34" charset="0"/>
                          <a:ea typeface="黑体-简" panose="02000000000000000000" charset="-122"/>
                          <a:cs typeface="微软雅黑" panose="020B0503020204020204" charset="-122"/>
                        </a:rPr>
                        <a:t>闭环，为用户保障可承诺的检测与响应效果。</a:t>
                      </a:r>
                      <a:endParaRPr lang="zh-CN" altLang="en-US" sz="1000" dirty="0">
                        <a:latin typeface="Arial" panose="020B0604020202020204" pitchFamily="34" charset="0"/>
                        <a:ea typeface="黑体-简" panose="02000000000000000000"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pPr>
                      <a:r>
                        <a:rPr lang="zh-CN" altLang="en-US" sz="1000" dirty="0">
                          <a:latin typeface="Arial" panose="020B0604020202020204" pitchFamily="34" charset="0"/>
                          <a:ea typeface="黑体-简" panose="02000000000000000000" charset="-122"/>
                        </a:rPr>
                        <a:t>续期</a:t>
                      </a:r>
                      <a:r>
                        <a:rPr lang="en-US" altLang="zh-CN" sz="1000" dirty="0">
                          <a:latin typeface="Arial" panose="020B0604020202020204" pitchFamily="34" charset="0"/>
                          <a:ea typeface="黑体-简" panose="02000000000000000000" charset="-122"/>
                        </a:rPr>
                        <a:t>/</a:t>
                      </a:r>
                      <a:r>
                        <a:rPr lang="zh-CN" altLang="en-US" sz="1000" dirty="0">
                          <a:latin typeface="Arial" panose="020B0604020202020204" pitchFamily="34" charset="0"/>
                          <a:ea typeface="黑体-简" panose="02000000000000000000" charset="-122"/>
                        </a:rPr>
                        <a:t>加点</a:t>
                      </a:r>
                      <a:endParaRPr lang="zh-CN" altLang="en-US" sz="1000" dirty="0">
                        <a:latin typeface="Arial" panose="020B0604020202020204" pitchFamily="34" charset="0"/>
                        <a:ea typeface="黑体-简" panose="02000000000000000000"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1623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Arial" panose="020B0604020202020204" pitchFamily="34" charset="0"/>
                          <a:ea typeface="黑体-简" panose="02000000000000000000" charset="-122"/>
                        </a:rPr>
                        <a:t>SaaS </a:t>
                      </a:r>
                      <a:r>
                        <a:rPr lang="en-US" altLang="zh-CN" sz="1000" dirty="0" err="1">
                          <a:latin typeface="Arial" panose="020B0604020202020204" pitchFamily="34" charset="0"/>
                          <a:ea typeface="黑体-简" panose="02000000000000000000" charset="-122"/>
                        </a:rPr>
                        <a:t>aES</a:t>
                      </a:r>
                      <a:endParaRPr lang="en-US" altLang="zh-CN" sz="1000" dirty="0">
                        <a:latin typeface="Arial" panose="020B0604020202020204" pitchFamily="34" charset="0"/>
                        <a:ea typeface="黑体-简" panose="02000000000000000000"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Arial" panose="020B0604020202020204" pitchFamily="34" charset="0"/>
                          <a:ea typeface="黑体-简" panose="02000000000000000000" charset="-122"/>
                          <a:cs typeface="微软雅黑" panose="020B0503020204020204" charset="-122"/>
                        </a:rPr>
                        <a:t>端点威胁检测，端点安全问题联动处置，大幅提升安全事件响应和闭环效率。</a:t>
                      </a:r>
                      <a:endParaRPr lang="zh-CN" altLang="en-US" sz="1000" dirty="0">
                        <a:latin typeface="Arial" panose="020B0604020202020204" pitchFamily="34" charset="0"/>
                        <a:ea typeface="黑体-简" panose="02000000000000000000"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kern="1200" dirty="0">
                          <a:solidFill>
                            <a:schemeClr val="tx1"/>
                          </a:solidFill>
                          <a:latin typeface="Arial" panose="020B0604020202020204" pitchFamily="34" charset="0"/>
                          <a:ea typeface="黑体-简" panose="02000000000000000000" charset="-122"/>
                        </a:rPr>
                        <a:t>续期</a:t>
                      </a:r>
                      <a:r>
                        <a:rPr lang="en-US" altLang="zh-CN" sz="1000" kern="1200" dirty="0">
                          <a:solidFill>
                            <a:schemeClr val="tx1"/>
                          </a:solidFill>
                          <a:latin typeface="Arial" panose="020B0604020202020204" pitchFamily="34" charset="0"/>
                          <a:ea typeface="黑体-简" panose="02000000000000000000" charset="-122"/>
                        </a:rPr>
                        <a:t>/</a:t>
                      </a:r>
                      <a:r>
                        <a:rPr lang="zh-CN" altLang="en-US" sz="1000" kern="1200" dirty="0">
                          <a:solidFill>
                            <a:schemeClr val="tx1"/>
                          </a:solidFill>
                          <a:latin typeface="Arial" panose="020B0604020202020204" pitchFamily="34" charset="0"/>
                          <a:ea typeface="黑体-简" panose="02000000000000000000" charset="-122"/>
                        </a:rPr>
                        <a:t>加点</a:t>
                      </a:r>
                      <a:r>
                        <a:rPr lang="en-US" altLang="zh-CN" sz="1000" kern="1200" dirty="0">
                          <a:solidFill>
                            <a:schemeClr val="tx1"/>
                          </a:solidFill>
                          <a:latin typeface="Arial" panose="020B0604020202020204" pitchFamily="34" charset="0"/>
                          <a:ea typeface="黑体-简" panose="02000000000000000000" charset="-122"/>
                        </a:rPr>
                        <a:t>/</a:t>
                      </a:r>
                      <a:r>
                        <a:rPr lang="zh-CN" altLang="en-US" sz="1000" kern="1200" dirty="0">
                          <a:solidFill>
                            <a:schemeClr val="tx1"/>
                          </a:solidFill>
                          <a:latin typeface="Arial" panose="020B0604020202020204" pitchFamily="34" charset="0"/>
                          <a:ea typeface="黑体-简" panose="02000000000000000000" charset="-122"/>
                        </a:rPr>
                        <a:t>新购</a:t>
                      </a:r>
                      <a:endParaRPr lang="zh-CN" altLang="en-US" sz="1000" kern="1200" dirty="0">
                        <a:solidFill>
                          <a:schemeClr val="tx1"/>
                        </a:solidFill>
                        <a:latin typeface="Arial" panose="020B0604020202020204" pitchFamily="34" charset="0"/>
                        <a:ea typeface="黑体-简" panose="02000000000000000000" charset="-122"/>
                      </a:endParaRPr>
                    </a:p>
                  </a:txBody>
                  <a:tcPr marL="0" marR="0" marT="0" marB="0" anchor="ctr">
                    <a:lnL w="12700" cmpd="sng">
                      <a:solidFill>
                        <a:prstClr val="black"/>
                      </a:solidFill>
                      <a:prstDash val="soli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348615">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zh-CN" altLang="en-US" sz="1000" dirty="0">
                          <a:latin typeface="Arial" panose="020B0604020202020204" pitchFamily="34" charset="0"/>
                          <a:ea typeface="黑体-简" panose="02000000000000000000" charset="-122"/>
                          <a:cs typeface="微软雅黑" panose="020B0503020204020204" charset="-122"/>
                        </a:rPr>
                        <a:t>下一代防火墙</a:t>
                      </a:r>
                      <a:r>
                        <a:rPr lang="en-US" altLang="zh-CN" sz="1000" dirty="0">
                          <a:latin typeface="Arial" panose="020B0604020202020204" pitchFamily="34" charset="0"/>
                          <a:ea typeface="黑体-简" panose="02000000000000000000" charset="-122"/>
                          <a:cs typeface="微软雅黑" panose="020B0503020204020204" charset="-122"/>
                        </a:rPr>
                        <a:t>AF</a:t>
                      </a:r>
                      <a:endParaRPr lang="en-US" altLang="zh-CN" sz="1000" dirty="0">
                        <a:latin typeface="Arial" panose="020B0604020202020204" pitchFamily="34" charset="0"/>
                        <a:ea typeface="黑体-简" panose="02000000000000000000"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zh-CN" altLang="en-US" sz="1000" dirty="0">
                          <a:latin typeface="Arial" panose="020B0604020202020204" pitchFamily="34" charset="0"/>
                          <a:ea typeface="黑体-简" panose="02000000000000000000" charset="-122"/>
                          <a:cs typeface="微软雅黑" panose="020B0503020204020204" charset="-122"/>
                        </a:rPr>
                        <a:t>提供网络边界防御能力，实现南北向流量监测与防护，实现边界防护的安全托管。</a:t>
                      </a:r>
                      <a:endParaRPr lang="zh-CN" altLang="en-US" sz="1000" dirty="0">
                        <a:latin typeface="Arial" panose="020B0604020202020204" pitchFamily="34" charset="0"/>
                        <a:ea typeface="黑体-简" panose="02000000000000000000"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indent="0" algn="ctr" defTabSz="914400" rtl="0" eaLnBrk="1" latinLnBrk="0" hangingPunct="1">
                        <a:buNone/>
                      </a:pPr>
                      <a:r>
                        <a:rPr lang="zh-CN" altLang="en-US" sz="1000" kern="1200" dirty="0">
                          <a:solidFill>
                            <a:schemeClr val="tx1"/>
                          </a:solidFill>
                          <a:latin typeface="Arial" panose="020B0604020202020204" pitchFamily="34" charset="0"/>
                          <a:ea typeface="黑体-简" panose="02000000000000000000" charset="-122"/>
                        </a:rPr>
                        <a:t>按需选型，续保</a:t>
                      </a:r>
                      <a:r>
                        <a:rPr lang="en-US" altLang="zh-CN" sz="1000" kern="1200" dirty="0">
                          <a:solidFill>
                            <a:schemeClr val="tx1"/>
                          </a:solidFill>
                          <a:latin typeface="Arial" panose="020B0604020202020204" pitchFamily="34" charset="0"/>
                          <a:ea typeface="黑体-简" panose="02000000000000000000" charset="-122"/>
                        </a:rPr>
                        <a:t>/</a:t>
                      </a:r>
                      <a:r>
                        <a:rPr lang="zh-CN" altLang="en-US" sz="1000" kern="1200" dirty="0">
                          <a:solidFill>
                            <a:schemeClr val="tx1"/>
                          </a:solidFill>
                          <a:latin typeface="Arial" panose="020B0604020202020204" pitchFamily="34" charset="0"/>
                          <a:ea typeface="黑体-简" panose="02000000000000000000" charset="-122"/>
                        </a:rPr>
                        <a:t>新购</a:t>
                      </a:r>
                      <a:endParaRPr lang="zh-CN" altLang="en-US" sz="1000" kern="1200" dirty="0">
                        <a:solidFill>
                          <a:schemeClr val="tx1"/>
                        </a:solidFill>
                        <a:latin typeface="Arial" panose="020B0604020202020204" pitchFamily="34" charset="0"/>
                        <a:ea typeface="黑体-简" panose="02000000000000000000"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r>
              <a:tr h="327025">
                <a:tc>
                  <a:txBody>
                    <a:bodyPr/>
                    <a:lstStyle/>
                    <a:p>
                      <a:pPr marL="0" marR="0" lvl="0" indent="0" algn="ctr" defTabSz="914400" rtl="0" eaLnBrk="1" fontAlgn="auto" latinLnBrk="0" hangingPunct="1">
                        <a:lnSpc>
                          <a:spcPct val="100000"/>
                        </a:lnSpc>
                        <a:spcBef>
                          <a:spcPts val="0"/>
                        </a:spcBef>
                        <a:spcAft>
                          <a:spcPts val="0"/>
                        </a:spcAft>
                        <a:buClrTx/>
                        <a:buSzTx/>
                        <a:buFontTx/>
                        <a:buNone/>
                      </a:pPr>
                      <a:r>
                        <a:rPr lang="zh-CN" altLang="en-US" sz="1000" dirty="0">
                          <a:solidFill>
                            <a:schemeClr val="tx1"/>
                          </a:solidFill>
                          <a:latin typeface="Arial" panose="020B0604020202020204" pitchFamily="34" charset="0"/>
                          <a:ea typeface="黑体-简" panose="02000000000000000000" charset="-122"/>
                        </a:rPr>
                        <a:t>流量检测探针</a:t>
                      </a:r>
                      <a:r>
                        <a:rPr lang="en-US" altLang="zh-CN" sz="1000" dirty="0">
                          <a:solidFill>
                            <a:schemeClr val="tx1"/>
                          </a:solidFill>
                          <a:latin typeface="Arial" panose="020B0604020202020204" pitchFamily="34" charset="0"/>
                          <a:ea typeface="黑体-简" panose="02000000000000000000" charset="-122"/>
                        </a:rPr>
                        <a:t>STA</a:t>
                      </a:r>
                      <a:endParaRPr lang="zh-CN" altLang="en-US" sz="1000" dirty="0">
                        <a:solidFill>
                          <a:schemeClr val="tx1"/>
                        </a:solidFill>
                        <a:latin typeface="Arial" panose="020B0604020202020204" pitchFamily="34" charset="0"/>
                        <a:ea typeface="黑体-简" panose="02000000000000000000" charset="-122"/>
                      </a:endParaRPr>
                    </a:p>
                  </a:txBody>
                  <a:tcPr marL="0" marR="0" marT="0" marB="0" anchor="ctr">
                    <a:lnL w="12700" cmpd="sng">
                      <a:solidFill>
                        <a:prstClr val="black"/>
                      </a:solidFill>
                      <a:prstDash val="soli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71755" indent="0" algn="l" fontAlgn="auto">
                        <a:buNone/>
                      </a:pPr>
                      <a:r>
                        <a:rPr lang="zh-CN" altLang="en-US" sz="1000" dirty="0">
                          <a:latin typeface="Arial" panose="020B0604020202020204" pitchFamily="34" charset="0"/>
                          <a:ea typeface="黑体-简" panose="02000000000000000000" charset="-122"/>
                          <a:cs typeface="微软雅黑" panose="020B0503020204020204" charset="-122"/>
                        </a:rPr>
                        <a:t>潜伏威胁探针，用于网络流量采集和分析，采集从内到外，从外到内流量。</a:t>
                      </a:r>
                      <a:endParaRPr lang="zh-CN" altLang="en-US" sz="1000" dirty="0">
                        <a:latin typeface="Arial" panose="020B0604020202020204" pitchFamily="34" charset="0"/>
                        <a:ea typeface="黑体-简" panose="02000000000000000000" charset="-122"/>
                        <a:cs typeface="微软雅黑" panose="020B0503020204020204" charset="-122"/>
                      </a:endParaRPr>
                    </a:p>
                  </a:txBody>
                  <a:tcPr marL="0" marR="0" marT="0" marB="0" anchor="ctr">
                    <a:lnL w="12700" cap="flat" cmpd="sng" algn="ctr">
                      <a:solidFill>
                        <a:prstClr val="black"/>
                      </a:solidFill>
                      <a:prstDash val="solid"/>
                      <a:round/>
                      <a:headEnd type="none" w="med" len="med"/>
                      <a:tailEnd type="none" w="med" len="med"/>
                    </a:lnL>
                    <a:lnR w="12700" cap="flat" cmpd="sng" algn="ctr">
                      <a:solidFill>
                        <a:prstClr val="black"/>
                      </a:solidFill>
                      <a:prstDash val="solid"/>
                      <a:round/>
                      <a:headEnd type="none" w="med" len="med"/>
                      <a:tailEnd type="none" w="med" len="me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c>
                  <a:txBody>
                    <a:bodyPr/>
                    <a:lstStyle/>
                    <a:p>
                      <a:pPr marL="0" indent="0" algn="ctr" defTabSz="914400" rtl="0" eaLnBrk="1" latinLnBrk="0" hangingPunct="1">
                        <a:buNone/>
                      </a:pPr>
                      <a:r>
                        <a:rPr lang="zh-CN" altLang="en-US" sz="1000" dirty="0">
                          <a:latin typeface="Arial" panose="020B0604020202020204" pitchFamily="34" charset="0"/>
                          <a:ea typeface="黑体-简" panose="02000000000000000000" charset="-122"/>
                          <a:sym typeface="+mn-ea"/>
                        </a:rPr>
                        <a:t>按需选型，续保</a:t>
                      </a:r>
                      <a:r>
                        <a:rPr lang="en-US" altLang="zh-CN" sz="1000" dirty="0">
                          <a:latin typeface="Arial" panose="020B0604020202020204" pitchFamily="34" charset="0"/>
                          <a:ea typeface="黑体-简" panose="02000000000000000000" charset="-122"/>
                          <a:sym typeface="+mn-ea"/>
                        </a:rPr>
                        <a:t>/</a:t>
                      </a:r>
                      <a:r>
                        <a:rPr lang="zh-CN" altLang="en-US" sz="1000" dirty="0">
                          <a:latin typeface="Arial" panose="020B0604020202020204" pitchFamily="34" charset="0"/>
                          <a:ea typeface="黑体-简" panose="02000000000000000000" charset="-122"/>
                          <a:sym typeface="+mn-ea"/>
                        </a:rPr>
                        <a:t>新购</a:t>
                      </a:r>
                      <a:endParaRPr lang="zh-CN" altLang="en-US" sz="1000" dirty="0">
                        <a:latin typeface="Arial" panose="020B0604020202020204" pitchFamily="34" charset="0"/>
                        <a:ea typeface="黑体-简" panose="02000000000000000000" charset="-122"/>
                      </a:endParaRPr>
                    </a:p>
                  </a:txBody>
                  <a:tcPr marL="0" marR="0" marT="0" marB="0" anchor="ctr">
                    <a:lnL w="12700" cap="flat" cmpd="sng" algn="ctr">
                      <a:solidFill>
                        <a:prstClr val="black"/>
                      </a:solidFill>
                      <a:prstDash val="solid"/>
                      <a:round/>
                      <a:headEnd type="none" w="med" len="med"/>
                      <a:tailEnd type="none" w="med" len="med"/>
                    </a:lnL>
                    <a:lnR w="12700" cmpd="sng">
                      <a:solidFill>
                        <a:prstClr val="black"/>
                      </a:solidFill>
                      <a:prstDash val="solid"/>
                    </a:lnR>
                    <a:lnT w="12700" cap="flat" cmpd="sng" algn="ctr">
                      <a:solidFill>
                        <a:prstClr val="black"/>
                      </a:solidFill>
                      <a:prstDash val="solid"/>
                      <a:round/>
                      <a:headEnd type="none" w="med" len="med"/>
                      <a:tailEnd type="none" w="med" len="med"/>
                    </a:lnT>
                    <a:lnB w="12700" cmpd="sng">
                      <a:solidFill>
                        <a:prstClr val="black"/>
                      </a:solidFill>
                      <a:prstDash val="solid"/>
                    </a:lnB>
                    <a:lnTlToBr w="12700" cmpd="sng">
                      <a:noFill/>
                      <a:prstDash val="solid"/>
                    </a:lnTlToBr>
                    <a:lnBlToTr w="12700" cmpd="sng">
                      <a:noFill/>
                      <a:prstDash val="solid"/>
                    </a:lnBlToTr>
                    <a:noFill/>
                  </a:tcPr>
                </a:tc>
              </a:tr>
              <a:tr h="473710">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indent="0" algn="ctr">
                        <a:buNone/>
                      </a:pPr>
                      <a:r>
                        <a:rPr lang="en-US" altLang="zh-CN" sz="1000" dirty="0">
                          <a:latin typeface="Arial" panose="020B0604020202020204" pitchFamily="34" charset="0"/>
                          <a:ea typeface="黑体-简" panose="02000000000000000000" charset="-122"/>
                        </a:rPr>
                        <a:t>EASM</a:t>
                      </a:r>
                      <a:endParaRPr lang="en-US" altLang="zh-CN" sz="1000" dirty="0">
                        <a:latin typeface="Arial" panose="020B0604020202020204" pitchFamily="34" charset="0"/>
                        <a:ea typeface="黑体-简" panose="02000000000000000000"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71755" indent="0" algn="l" fontAlgn="auto">
                        <a:buNone/>
                      </a:pPr>
                      <a:r>
                        <a:rPr lang="en-US" altLang="zh-CN" sz="1000" dirty="0">
                          <a:latin typeface="Arial" panose="020B0604020202020204" pitchFamily="34" charset="0"/>
                          <a:ea typeface="黑体-简" panose="02000000000000000000" charset="-122"/>
                          <a:cs typeface="微软雅黑" panose="020B0503020204020204" charset="-122"/>
                        </a:rPr>
                        <a:t>1.</a:t>
                      </a:r>
                      <a:r>
                        <a:rPr lang="zh-CN" altLang="en-US" sz="1000" dirty="0">
                          <a:latin typeface="Arial" panose="020B0604020202020204" pitchFamily="34" charset="0"/>
                          <a:ea typeface="黑体-简" panose="02000000000000000000" charset="-122"/>
                          <a:cs typeface="微软雅黑" panose="020B0503020204020204" charset="-122"/>
                        </a:rPr>
                        <a:t>持续监测互联网暴露面，以便收敛已知、未知的暴露面，持续监测暴露面潜在风险，</a:t>
                      </a:r>
                      <a:r>
                        <a:rPr lang="zh-CN" altLang="en-US" sz="1000" dirty="0">
                          <a:latin typeface="Arial" panose="020B0604020202020204" pitchFamily="34" charset="0"/>
                          <a:ea typeface="黑体-简" panose="02000000000000000000" charset="-122"/>
                          <a:cs typeface="微软雅黑" panose="020B0503020204020204" charset="-122"/>
                          <a:sym typeface="+mn-ea"/>
                        </a:rPr>
                        <a:t>降低资产被外部攻击的可能性；</a:t>
                      </a:r>
                      <a:endParaRPr lang="zh-CN" altLang="en-US" sz="1000" dirty="0">
                        <a:latin typeface="Arial" panose="020B0604020202020204" pitchFamily="34" charset="0"/>
                        <a:ea typeface="黑体-简" panose="02000000000000000000" charset="-122"/>
                        <a:cs typeface="微软雅黑" panose="020B0503020204020204" charset="-122"/>
                      </a:endParaRPr>
                    </a:p>
                    <a:p>
                      <a:pPr marL="71755" indent="0" algn="l" fontAlgn="auto">
                        <a:buNone/>
                      </a:pPr>
                      <a:r>
                        <a:rPr lang="en-US" altLang="zh-CN" sz="1000" dirty="0">
                          <a:latin typeface="Arial" panose="020B0604020202020204" pitchFamily="34" charset="0"/>
                          <a:ea typeface="黑体-简" panose="02000000000000000000" charset="-122"/>
                          <a:cs typeface="微软雅黑" panose="020B0503020204020204" charset="-122"/>
                        </a:rPr>
                        <a:t>2.</a:t>
                      </a:r>
                      <a:r>
                        <a:rPr lang="zh-CN" altLang="en-US" sz="1000" dirty="0">
                          <a:latin typeface="Arial" panose="020B0604020202020204" pitchFamily="34" charset="0"/>
                          <a:ea typeface="黑体-简" panose="02000000000000000000" charset="-122"/>
                          <a:cs typeface="微软雅黑" panose="020B0503020204020204" charset="-122"/>
                        </a:rPr>
                        <a:t>全网敏感信息排查，主动发现数据泄露情况。</a:t>
                      </a:r>
                      <a:endParaRPr lang="zh-CN" altLang="en-US" sz="1000" dirty="0">
                        <a:latin typeface="Arial" panose="020B0604020202020204" pitchFamily="34" charset="0"/>
                        <a:ea typeface="黑体-简" panose="02000000000000000000" charset="-122"/>
                        <a:cs typeface="微软雅黑" panose="020B0503020204020204" charset="-122"/>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mpd="sng">
                      <a:solidFill>
                        <a:prstClr val="black"/>
                      </a:solidFill>
                      <a:prstDash val="solid"/>
                    </a:lnB>
                    <a:lnTlToBr w="12700" cmpd="sng">
                      <a:noFill/>
                      <a:prstDash val="solid"/>
                    </a:lnTlToBr>
                    <a:lnBlToTr w="12700" cmpd="sng">
                      <a:noFill/>
                      <a:prstDash val="solid"/>
                    </a:lnBlToTr>
                    <a:noFill/>
                  </a:tcPr>
                </a:tc>
                <a:tc>
                  <a:txBody>
                    <a:bodyPr/>
                    <a:lstStyle>
                      <a:lvl1pPr marL="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1pPr>
                      <a:lvl2pPr marL="457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2pPr>
                      <a:lvl3pPr marL="914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3pPr>
                      <a:lvl4pPr marL="1371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4pPr>
                      <a:lvl5pPr marL="18288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5pPr>
                      <a:lvl6pPr marL="22860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6pPr>
                      <a:lvl7pPr marL="27432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7pPr>
                      <a:lvl8pPr marL="32004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8pPr>
                      <a:lvl9pPr marL="3657600" algn="l" defTabSz="914400" rtl="0" eaLnBrk="1" latinLnBrk="0" hangingPunct="1">
                        <a:defRPr sz="1800" kern="1200">
                          <a:solidFill>
                            <a:schemeClr val="tx1"/>
                          </a:solidFill>
                          <a:latin typeface="等线" panose="02010600030101010101" charset="-122"/>
                          <a:ea typeface="等线" panose="02010600030101010101" charset="-122"/>
                          <a:cs typeface="等线" panose="02010600030101010101" charset="-122"/>
                        </a:defRPr>
                      </a:lvl9pPr>
                    </a:lstStyle>
                    <a:p>
                      <a:pPr marL="0" marR="0" lvl="0" indent="0" algn="ctr" defTabSz="914400" rtl="0" eaLnBrk="1" fontAlgn="auto" latinLnBrk="0" hangingPunct="1">
                        <a:lnSpc>
                          <a:spcPct val="100000"/>
                        </a:lnSpc>
                        <a:spcBef>
                          <a:spcPts val="0"/>
                        </a:spcBef>
                        <a:spcAft>
                          <a:spcPts val="0"/>
                        </a:spcAft>
                        <a:buClrTx/>
                        <a:buSzTx/>
                        <a:buFontTx/>
                        <a:buNone/>
                      </a:pPr>
                      <a:r>
                        <a:rPr lang="zh-CN" altLang="en-US" sz="1000" kern="1200" dirty="0">
                          <a:solidFill>
                            <a:schemeClr val="tx1"/>
                          </a:solidFill>
                          <a:latin typeface="Arial" panose="020B0604020202020204" pitchFamily="34" charset="0"/>
                          <a:ea typeface="黑体-简" panose="02000000000000000000" charset="-122"/>
                          <a:cs typeface="+mn-cs"/>
                        </a:rPr>
                        <a:t>可选，按需</a:t>
                      </a:r>
                      <a:endParaRPr lang="zh-CN" altLang="en-US" sz="1000" kern="1200" dirty="0">
                        <a:solidFill>
                          <a:schemeClr val="tx1"/>
                        </a:solidFill>
                        <a:latin typeface="Arial" panose="020B0604020202020204" pitchFamily="34" charset="0"/>
                        <a:ea typeface="黑体-简" panose="02000000000000000000" charset="-122"/>
                        <a:cs typeface="+mn-cs"/>
                      </a:endParaRPr>
                    </a:p>
                  </a:txBody>
                  <a:tcPr marL="0" marR="0" marT="0" marB="0" anchor="ctr">
                    <a:lnL w="12700" cmpd="sng">
                      <a:solidFill>
                        <a:prstClr val="black"/>
                      </a:solidFill>
                      <a:prstDash val="solid"/>
                    </a:lnL>
                    <a:lnR w="12700" cmpd="sng">
                      <a:solidFill>
                        <a:prstClr val="black"/>
                      </a:solidFill>
                      <a:prstDash val="solid"/>
                    </a:lnR>
                    <a:lnT w="12700" cmpd="sng">
                      <a:solidFill>
                        <a:prstClr val="black"/>
                      </a:solidFill>
                      <a:prstDash val="solid"/>
                    </a:lnT>
                    <a:lnB w="12700" cap="flat" cmpd="sng" algn="ctr">
                      <a:solidFill>
                        <a:prstClr val="black"/>
                      </a:solidFill>
                      <a:prstDash val="solid"/>
                      <a:round/>
                      <a:headEnd type="none" w="med" len="med"/>
                      <a:tailEnd type="none" w="med" len="med"/>
                    </a:lnB>
                    <a:lnTlToBr w="12700" cmpd="sng">
                      <a:noFill/>
                      <a:prstDash val="solid"/>
                    </a:lnTlToBr>
                    <a:lnBlToTr w="12700" cmpd="sng">
                      <a:noFill/>
                      <a:prstDash val="solid"/>
                    </a:lnBlToTr>
                    <a:noFill/>
                  </a:tcPr>
                </a:tc>
              </a:tr>
            </a:tbl>
          </a:graphicData>
        </a:graphic>
      </p:graphicFrame>
      <p:grpSp>
        <p:nvGrpSpPr>
          <p:cNvPr id="136" name="组合 135"/>
          <p:cNvGrpSpPr/>
          <p:nvPr/>
        </p:nvGrpSpPr>
        <p:grpSpPr>
          <a:xfrm>
            <a:off x="719455" y="1218565"/>
            <a:ext cx="4500245" cy="1439545"/>
            <a:chOff x="726" y="1583"/>
            <a:chExt cx="7087" cy="2267"/>
          </a:xfrm>
        </p:grpSpPr>
        <p:sp>
          <p:nvSpPr>
            <p:cNvPr id="242" name="PA-椭圆 227_1"/>
            <p:cNvSpPr/>
            <p:nvPr>
              <p:custDataLst>
                <p:tags r:id="rId58"/>
              </p:custDataLst>
            </p:nvPr>
          </p:nvSpPr>
          <p:spPr>
            <a:xfrm rot="10800000">
              <a:off x="726" y="1583"/>
              <a:ext cx="7087" cy="2267"/>
            </a:xfrm>
            <a:prstGeom prst="ellipse">
              <a:avLst/>
            </a:prstGeom>
            <a:noFill/>
            <a:ln w="57150" cap="flat" cmpd="sng" algn="ctr">
              <a:gradFill>
                <a:gsLst>
                  <a:gs pos="0">
                    <a:srgbClr val="00539F"/>
                  </a:gs>
                  <a:gs pos="100000">
                    <a:srgbClr val="00539F">
                      <a:alpha val="0"/>
                    </a:srgbClr>
                  </a:gs>
                </a:gsLst>
                <a:lin ang="5400000" scaled="1"/>
              </a:gradFill>
              <a:prstDash val="solid"/>
              <a:miter lim="800000"/>
            </a:ln>
            <a:effectLst/>
          </p:spPr>
          <p:txBody>
            <a:bodyPr lIns="91422" tIns="45712" rIns="91422" bIns="45712" rtlCol="0" anchor="ctr"/>
            <a:lstStyle/>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900" b="0" i="0" u="none" strike="noStrike" kern="0" cap="none" spc="0" normalizeH="0" baseline="0" noProof="0">
                <a:ln>
                  <a:noFill/>
                </a:ln>
                <a:solidFill>
                  <a:prstClr val="white"/>
                </a:solidFill>
                <a:effectLst/>
                <a:uLnTx/>
                <a:uFillTx/>
                <a:latin typeface="微软雅黑" panose="020B0503020204020204" charset="-122"/>
                <a:ea typeface="微软雅黑" panose="020B0503020204020204" charset="-122"/>
                <a:cs typeface="+mn-cs"/>
              </a:endParaRPr>
            </a:p>
          </p:txBody>
        </p:sp>
        <p:grpSp>
          <p:nvGrpSpPr>
            <p:cNvPr id="244" name="组合 243"/>
            <p:cNvGrpSpPr/>
            <p:nvPr/>
          </p:nvGrpSpPr>
          <p:grpSpPr>
            <a:xfrm rot="0">
              <a:off x="1777" y="1791"/>
              <a:ext cx="1741" cy="707"/>
              <a:chOff x="3042" y="2781"/>
              <a:chExt cx="1847" cy="890"/>
            </a:xfrm>
          </p:grpSpPr>
          <p:sp>
            <p:nvSpPr>
              <p:cNvPr id="245" name="searching-data-in-database_30659"/>
              <p:cNvSpPr/>
              <p:nvPr/>
            </p:nvSpPr>
            <p:spPr>
              <a:xfrm>
                <a:off x="3621" y="2781"/>
                <a:ext cx="703" cy="465"/>
              </a:xfrm>
              <a:custGeom>
                <a:avLst/>
                <a:gdLst>
                  <a:gd name="T0" fmla="*/ 5776 w 6302"/>
                  <a:gd name="T1" fmla="*/ 4472 h 6310"/>
                  <a:gd name="T2" fmla="*/ 5270 w 6302"/>
                  <a:gd name="T3" fmla="*/ 4866 h 6310"/>
                  <a:gd name="T4" fmla="*/ 4858 w 6302"/>
                  <a:gd name="T5" fmla="*/ 4866 h 6310"/>
                  <a:gd name="T6" fmla="*/ 4858 w 6302"/>
                  <a:gd name="T7" fmla="*/ 3708 h 6310"/>
                  <a:gd name="T8" fmla="*/ 5776 w 6302"/>
                  <a:gd name="T9" fmla="*/ 2634 h 6310"/>
                  <a:gd name="T10" fmla="*/ 5050 w 6302"/>
                  <a:gd name="T11" fmla="*/ 1594 h 6310"/>
                  <a:gd name="T12" fmla="*/ 5094 w 6302"/>
                  <a:gd name="T13" fmla="*/ 1179 h 6310"/>
                  <a:gd name="T14" fmla="*/ 3822 w 6302"/>
                  <a:gd name="T15" fmla="*/ 8 h 6310"/>
                  <a:gd name="T16" fmla="*/ 2623 w 6302"/>
                  <a:gd name="T17" fmla="*/ 780 h 6310"/>
                  <a:gd name="T18" fmla="*/ 1936 w 6302"/>
                  <a:gd name="T19" fmla="*/ 590 h 6310"/>
                  <a:gd name="T20" fmla="*/ 1119 w 6302"/>
                  <a:gd name="T21" fmla="*/ 1212 h 6310"/>
                  <a:gd name="T22" fmla="*/ 1074 w 6302"/>
                  <a:gd name="T23" fmla="*/ 1677 h 6310"/>
                  <a:gd name="T24" fmla="*/ 525 w 6302"/>
                  <a:gd name="T25" fmla="*/ 2634 h 6310"/>
                  <a:gd name="T26" fmla="*/ 1444 w 6302"/>
                  <a:gd name="T27" fmla="*/ 3706 h 6310"/>
                  <a:gd name="T28" fmla="*/ 1444 w 6302"/>
                  <a:gd name="T29" fmla="*/ 4866 h 6310"/>
                  <a:gd name="T30" fmla="*/ 1032 w 6302"/>
                  <a:gd name="T31" fmla="*/ 4866 h 6310"/>
                  <a:gd name="T32" fmla="*/ 525 w 6302"/>
                  <a:gd name="T33" fmla="*/ 4472 h 6310"/>
                  <a:gd name="T34" fmla="*/ 0 w 6302"/>
                  <a:gd name="T35" fmla="*/ 4997 h 6310"/>
                  <a:gd name="T36" fmla="*/ 525 w 6302"/>
                  <a:gd name="T37" fmla="*/ 5522 h 6310"/>
                  <a:gd name="T38" fmla="*/ 1032 w 6302"/>
                  <a:gd name="T39" fmla="*/ 5128 h 6310"/>
                  <a:gd name="T40" fmla="*/ 1707 w 6302"/>
                  <a:gd name="T41" fmla="*/ 5128 h 6310"/>
                  <a:gd name="T42" fmla="*/ 1707 w 6302"/>
                  <a:gd name="T43" fmla="*/ 3739 h 6310"/>
                  <a:gd name="T44" fmla="*/ 1754 w 6302"/>
                  <a:gd name="T45" fmla="*/ 3741 h 6310"/>
                  <a:gd name="T46" fmla="*/ 2363 w 6302"/>
                  <a:gd name="T47" fmla="*/ 3741 h 6310"/>
                  <a:gd name="T48" fmla="*/ 2363 w 6302"/>
                  <a:gd name="T49" fmla="*/ 5278 h 6310"/>
                  <a:gd name="T50" fmla="*/ 1969 w 6302"/>
                  <a:gd name="T51" fmla="*/ 5785 h 6310"/>
                  <a:gd name="T52" fmla="*/ 2494 w 6302"/>
                  <a:gd name="T53" fmla="*/ 6310 h 6310"/>
                  <a:gd name="T54" fmla="*/ 3020 w 6302"/>
                  <a:gd name="T55" fmla="*/ 5785 h 6310"/>
                  <a:gd name="T56" fmla="*/ 2626 w 6302"/>
                  <a:gd name="T57" fmla="*/ 5278 h 6310"/>
                  <a:gd name="T58" fmla="*/ 2626 w 6302"/>
                  <a:gd name="T59" fmla="*/ 3741 h 6310"/>
                  <a:gd name="T60" fmla="*/ 3676 w 6302"/>
                  <a:gd name="T61" fmla="*/ 3741 h 6310"/>
                  <a:gd name="T62" fmla="*/ 3676 w 6302"/>
                  <a:gd name="T63" fmla="*/ 5278 h 6310"/>
                  <a:gd name="T64" fmla="*/ 3282 w 6302"/>
                  <a:gd name="T65" fmla="*/ 5785 h 6310"/>
                  <a:gd name="T66" fmla="*/ 3807 w 6302"/>
                  <a:gd name="T67" fmla="*/ 6310 h 6310"/>
                  <a:gd name="T68" fmla="*/ 4332 w 6302"/>
                  <a:gd name="T69" fmla="*/ 5785 h 6310"/>
                  <a:gd name="T70" fmla="*/ 3939 w 6302"/>
                  <a:gd name="T71" fmla="*/ 5278 h 6310"/>
                  <a:gd name="T72" fmla="*/ 3939 w 6302"/>
                  <a:gd name="T73" fmla="*/ 3741 h 6310"/>
                  <a:gd name="T74" fmla="*/ 4548 w 6302"/>
                  <a:gd name="T75" fmla="*/ 3741 h 6310"/>
                  <a:gd name="T76" fmla="*/ 4595 w 6302"/>
                  <a:gd name="T77" fmla="*/ 3739 h 6310"/>
                  <a:gd name="T78" fmla="*/ 4595 w 6302"/>
                  <a:gd name="T79" fmla="*/ 5128 h 6310"/>
                  <a:gd name="T80" fmla="*/ 5270 w 6302"/>
                  <a:gd name="T81" fmla="*/ 5128 h 6310"/>
                  <a:gd name="T82" fmla="*/ 5777 w 6302"/>
                  <a:gd name="T83" fmla="*/ 5522 h 6310"/>
                  <a:gd name="T84" fmla="*/ 6302 w 6302"/>
                  <a:gd name="T85" fmla="*/ 4997 h 6310"/>
                  <a:gd name="T86" fmla="*/ 5776 w 6302"/>
                  <a:gd name="T87" fmla="*/ 4472 h 631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Lst>
                <a:rect l="0" t="0" r="r" b="b"/>
                <a:pathLst>
                  <a:path w="6302" h="6310">
                    <a:moveTo>
                      <a:pt x="5776" y="4472"/>
                    </a:moveTo>
                    <a:cubicBezTo>
                      <a:pt x="5532" y="4472"/>
                      <a:pt x="5329" y="4640"/>
                      <a:pt x="5270" y="4866"/>
                    </a:cubicBezTo>
                    <a:lnTo>
                      <a:pt x="4858" y="4866"/>
                    </a:lnTo>
                    <a:lnTo>
                      <a:pt x="4858" y="3708"/>
                    </a:lnTo>
                    <a:cubicBezTo>
                      <a:pt x="5405" y="3593"/>
                      <a:pt x="5776" y="3177"/>
                      <a:pt x="5776" y="2634"/>
                    </a:cubicBezTo>
                    <a:cubicBezTo>
                      <a:pt x="5776" y="2166"/>
                      <a:pt x="5478" y="1752"/>
                      <a:pt x="5050" y="1594"/>
                    </a:cubicBezTo>
                    <a:cubicBezTo>
                      <a:pt x="5089" y="1464"/>
                      <a:pt x="5103" y="1329"/>
                      <a:pt x="5094" y="1179"/>
                    </a:cubicBezTo>
                    <a:cubicBezTo>
                      <a:pt x="5054" y="539"/>
                      <a:pt x="4483" y="13"/>
                      <a:pt x="3822" y="8"/>
                    </a:cubicBezTo>
                    <a:cubicBezTo>
                      <a:pt x="3289" y="0"/>
                      <a:pt x="2820" y="318"/>
                      <a:pt x="2623" y="780"/>
                    </a:cubicBezTo>
                    <a:cubicBezTo>
                      <a:pt x="2430" y="636"/>
                      <a:pt x="2185" y="566"/>
                      <a:pt x="1936" y="590"/>
                    </a:cubicBezTo>
                    <a:cubicBezTo>
                      <a:pt x="1578" y="624"/>
                      <a:pt x="1264" y="861"/>
                      <a:pt x="1119" y="1212"/>
                    </a:cubicBezTo>
                    <a:cubicBezTo>
                      <a:pt x="1049" y="1379"/>
                      <a:pt x="1058" y="1564"/>
                      <a:pt x="1074" y="1677"/>
                    </a:cubicBezTo>
                    <a:cubicBezTo>
                      <a:pt x="738" y="1874"/>
                      <a:pt x="525" y="2239"/>
                      <a:pt x="525" y="2634"/>
                    </a:cubicBezTo>
                    <a:cubicBezTo>
                      <a:pt x="525" y="3167"/>
                      <a:pt x="903" y="3589"/>
                      <a:pt x="1444" y="3706"/>
                    </a:cubicBezTo>
                    <a:lnTo>
                      <a:pt x="1444" y="4866"/>
                    </a:lnTo>
                    <a:lnTo>
                      <a:pt x="1032" y="4866"/>
                    </a:lnTo>
                    <a:cubicBezTo>
                      <a:pt x="973" y="4640"/>
                      <a:pt x="769" y="4472"/>
                      <a:pt x="525" y="4472"/>
                    </a:cubicBezTo>
                    <a:cubicBezTo>
                      <a:pt x="235" y="4472"/>
                      <a:pt x="0" y="4707"/>
                      <a:pt x="0" y="4997"/>
                    </a:cubicBezTo>
                    <a:cubicBezTo>
                      <a:pt x="0" y="5286"/>
                      <a:pt x="235" y="5522"/>
                      <a:pt x="525" y="5522"/>
                    </a:cubicBezTo>
                    <a:cubicBezTo>
                      <a:pt x="769" y="5522"/>
                      <a:pt x="973" y="5354"/>
                      <a:pt x="1032" y="5128"/>
                    </a:cubicBezTo>
                    <a:lnTo>
                      <a:pt x="1707" y="5128"/>
                    </a:lnTo>
                    <a:lnTo>
                      <a:pt x="1707" y="3739"/>
                    </a:lnTo>
                    <a:cubicBezTo>
                      <a:pt x="1722" y="3739"/>
                      <a:pt x="1738" y="3741"/>
                      <a:pt x="1754" y="3741"/>
                    </a:cubicBezTo>
                    <a:lnTo>
                      <a:pt x="2363" y="3741"/>
                    </a:lnTo>
                    <a:lnTo>
                      <a:pt x="2363" y="5278"/>
                    </a:lnTo>
                    <a:cubicBezTo>
                      <a:pt x="2137" y="5337"/>
                      <a:pt x="1969" y="5540"/>
                      <a:pt x="1969" y="5785"/>
                    </a:cubicBezTo>
                    <a:cubicBezTo>
                      <a:pt x="1969" y="6073"/>
                      <a:pt x="2204" y="6310"/>
                      <a:pt x="2494" y="6310"/>
                    </a:cubicBezTo>
                    <a:cubicBezTo>
                      <a:pt x="2785" y="6310"/>
                      <a:pt x="3020" y="6073"/>
                      <a:pt x="3020" y="5785"/>
                    </a:cubicBezTo>
                    <a:cubicBezTo>
                      <a:pt x="3020" y="5540"/>
                      <a:pt x="2852" y="5337"/>
                      <a:pt x="2626" y="5278"/>
                    </a:cubicBezTo>
                    <a:lnTo>
                      <a:pt x="2626" y="3741"/>
                    </a:lnTo>
                    <a:lnTo>
                      <a:pt x="3676" y="3741"/>
                    </a:lnTo>
                    <a:lnTo>
                      <a:pt x="3676" y="5278"/>
                    </a:lnTo>
                    <a:cubicBezTo>
                      <a:pt x="3450" y="5337"/>
                      <a:pt x="3282" y="5540"/>
                      <a:pt x="3282" y="5785"/>
                    </a:cubicBezTo>
                    <a:cubicBezTo>
                      <a:pt x="3282" y="6073"/>
                      <a:pt x="3517" y="6310"/>
                      <a:pt x="3807" y="6310"/>
                    </a:cubicBezTo>
                    <a:cubicBezTo>
                      <a:pt x="4097" y="6310"/>
                      <a:pt x="4332" y="6073"/>
                      <a:pt x="4332" y="5785"/>
                    </a:cubicBezTo>
                    <a:cubicBezTo>
                      <a:pt x="4332" y="5540"/>
                      <a:pt x="4164" y="5337"/>
                      <a:pt x="3939" y="5278"/>
                    </a:cubicBezTo>
                    <a:lnTo>
                      <a:pt x="3939" y="3741"/>
                    </a:lnTo>
                    <a:lnTo>
                      <a:pt x="4548" y="3741"/>
                    </a:lnTo>
                    <a:cubicBezTo>
                      <a:pt x="4563" y="3741"/>
                      <a:pt x="4579" y="3739"/>
                      <a:pt x="4595" y="3739"/>
                    </a:cubicBezTo>
                    <a:lnTo>
                      <a:pt x="4595" y="5128"/>
                    </a:lnTo>
                    <a:lnTo>
                      <a:pt x="5270" y="5128"/>
                    </a:lnTo>
                    <a:cubicBezTo>
                      <a:pt x="5329" y="5354"/>
                      <a:pt x="5532" y="5522"/>
                      <a:pt x="5777" y="5522"/>
                    </a:cubicBezTo>
                    <a:cubicBezTo>
                      <a:pt x="6067" y="5522"/>
                      <a:pt x="6302" y="5286"/>
                      <a:pt x="6302" y="4997"/>
                    </a:cubicBezTo>
                    <a:cubicBezTo>
                      <a:pt x="6302" y="4707"/>
                      <a:pt x="6067" y="4472"/>
                      <a:pt x="5776" y="4472"/>
                    </a:cubicBezTo>
                    <a:close/>
                  </a:path>
                </a:pathLst>
              </a:custGeom>
              <a:solidFill>
                <a:srgbClr val="184199"/>
              </a:solidFill>
              <a:ln w="12700" cap="flat" cmpd="sng" algn="ctr">
                <a:noFill/>
                <a:prstDash val="solid"/>
                <a:miter lim="800000"/>
              </a:ln>
              <a:effectLst/>
            </p:spPr>
            <p:txBody>
              <a:bodyPr rtlCol="0" anchor="ctr"/>
              <a:lstStyle>
                <a:defPPr>
                  <a:defRPr lang="zh-CN"/>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marL="0" marR="0" lvl="0" indent="0" algn="ctr" defTabSz="914400" rtl="0" eaLnBrk="1" fontAlgn="auto" latinLnBrk="0" hangingPunct="1">
                  <a:lnSpc>
                    <a:spcPct val="100000"/>
                  </a:lnSpc>
                  <a:spcBef>
                    <a:spcPts val="0"/>
                  </a:spcBef>
                  <a:spcAft>
                    <a:spcPts val="0"/>
                  </a:spcAft>
                  <a:buClrTx/>
                  <a:buSzTx/>
                  <a:buFontTx/>
                  <a:buNone/>
                </a:pPr>
                <a:endParaRPr kumimoji="0" lang="en-US" sz="1400" b="0" i="0" u="none" strike="noStrike" kern="1200" cap="none" spc="0" normalizeH="0" baseline="0" noProof="0">
                  <a:ln>
                    <a:noFill/>
                  </a:ln>
                  <a:solidFill>
                    <a:prstClr val="white"/>
                  </a:solidFill>
                  <a:effectLst/>
                  <a:uLnTx/>
                  <a:uFillTx/>
                  <a:latin typeface="等线" panose="02010600030101010101" charset="-122"/>
                  <a:ea typeface="+mn-ea"/>
                  <a:cs typeface="+mn-cs"/>
                </a:endParaRPr>
              </a:p>
            </p:txBody>
          </p:sp>
          <p:sp>
            <p:nvSpPr>
              <p:cNvPr id="246" name="文本框 245"/>
              <p:cNvSpPr txBox="1"/>
              <p:nvPr/>
            </p:nvSpPr>
            <p:spPr>
              <a:xfrm>
                <a:off x="3042" y="3247"/>
                <a:ext cx="1847"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pPr>
                <a:r>
                  <a:rPr kumimoji="0" lang="zh-CN" altLang="en-US" sz="800" b="1" i="0" u="none" strike="noStrike" kern="0" cap="none" spc="0" normalizeH="0" baseline="0" noProof="0" dirty="0">
                    <a:ln>
                      <a:noFill/>
                    </a:ln>
                    <a:solidFill>
                      <a:srgbClr val="184199"/>
                    </a:solidFill>
                    <a:effectLst/>
                    <a:uLnTx/>
                    <a:uFillTx/>
                    <a:latin typeface="Arial" panose="020B0604020202020204" pitchFamily="34" charset="0"/>
                    <a:ea typeface="黑体-简" panose="02000000000000000000" charset="-122"/>
                  </a:rPr>
                  <a:t>流式分析引擎</a:t>
                </a:r>
                <a:endParaRPr kumimoji="0" lang="zh-CN" altLang="en-US" sz="800" b="1" i="0" u="none" strike="noStrike" kern="0" cap="none" spc="0" normalizeH="0" baseline="0" noProof="0" dirty="0">
                  <a:ln>
                    <a:noFill/>
                  </a:ln>
                  <a:solidFill>
                    <a:srgbClr val="184199"/>
                  </a:solidFill>
                  <a:effectLst/>
                  <a:uLnTx/>
                  <a:uFillTx/>
                  <a:latin typeface="Arial" panose="020B0604020202020204" pitchFamily="34" charset="0"/>
                  <a:ea typeface="黑体-简" panose="02000000000000000000" charset="-122"/>
                </a:endParaRPr>
              </a:p>
            </p:txBody>
          </p:sp>
        </p:grpSp>
        <p:grpSp>
          <p:nvGrpSpPr>
            <p:cNvPr id="247" name="组合 246"/>
            <p:cNvGrpSpPr/>
            <p:nvPr/>
          </p:nvGrpSpPr>
          <p:grpSpPr>
            <a:xfrm rot="0">
              <a:off x="5749" y="2582"/>
              <a:ext cx="1445" cy="689"/>
              <a:chOff x="4539" y="4898"/>
              <a:chExt cx="1534" cy="867"/>
            </a:xfrm>
          </p:grpSpPr>
          <p:sp>
            <p:nvSpPr>
              <p:cNvPr id="248" name="binary-mind_83501"/>
              <p:cNvSpPr/>
              <p:nvPr/>
            </p:nvSpPr>
            <p:spPr>
              <a:xfrm>
                <a:off x="4979" y="4898"/>
                <a:ext cx="446" cy="530"/>
              </a:xfrm>
              <a:custGeom>
                <a:avLst/>
                <a:gdLst>
                  <a:gd name="connsiteX0" fmla="*/ 369056 w 473095"/>
                  <a:gd name="connsiteY0" fmla="*/ 195535 h 607498"/>
                  <a:gd name="connsiteX1" fmla="*/ 359269 w 473095"/>
                  <a:gd name="connsiteY1" fmla="*/ 209862 h 607498"/>
                  <a:gd name="connsiteX2" fmla="*/ 369056 w 473095"/>
                  <a:gd name="connsiteY2" fmla="*/ 224188 h 607498"/>
                  <a:gd name="connsiteX3" fmla="*/ 378842 w 473095"/>
                  <a:gd name="connsiteY3" fmla="*/ 209862 h 607498"/>
                  <a:gd name="connsiteX4" fmla="*/ 369056 w 473095"/>
                  <a:gd name="connsiteY4" fmla="*/ 195535 h 607498"/>
                  <a:gd name="connsiteX5" fmla="*/ 313233 w 473095"/>
                  <a:gd name="connsiteY5" fmla="*/ 195535 h 607498"/>
                  <a:gd name="connsiteX6" fmla="*/ 303450 w 473095"/>
                  <a:gd name="connsiteY6" fmla="*/ 209862 h 607498"/>
                  <a:gd name="connsiteX7" fmla="*/ 313233 w 473095"/>
                  <a:gd name="connsiteY7" fmla="*/ 224188 h 607498"/>
                  <a:gd name="connsiteX8" fmla="*/ 322886 w 473095"/>
                  <a:gd name="connsiteY8" fmla="*/ 209862 h 607498"/>
                  <a:gd name="connsiteX9" fmla="*/ 313233 w 473095"/>
                  <a:gd name="connsiteY9" fmla="*/ 195535 h 607498"/>
                  <a:gd name="connsiteX10" fmla="*/ 257451 w 473095"/>
                  <a:gd name="connsiteY10" fmla="*/ 195535 h 607498"/>
                  <a:gd name="connsiteX11" fmla="*/ 247689 w 473095"/>
                  <a:gd name="connsiteY11" fmla="*/ 209862 h 607498"/>
                  <a:gd name="connsiteX12" fmla="*/ 257451 w 473095"/>
                  <a:gd name="connsiteY12" fmla="*/ 224188 h 607498"/>
                  <a:gd name="connsiteX13" fmla="*/ 267084 w 473095"/>
                  <a:gd name="connsiteY13" fmla="*/ 209862 h 607498"/>
                  <a:gd name="connsiteX14" fmla="*/ 257451 w 473095"/>
                  <a:gd name="connsiteY14" fmla="*/ 195535 h 607498"/>
                  <a:gd name="connsiteX15" fmla="*/ 201533 w 473095"/>
                  <a:gd name="connsiteY15" fmla="*/ 195535 h 607498"/>
                  <a:gd name="connsiteX16" fmla="*/ 191877 w 473095"/>
                  <a:gd name="connsiteY16" fmla="*/ 209862 h 607498"/>
                  <a:gd name="connsiteX17" fmla="*/ 201533 w 473095"/>
                  <a:gd name="connsiteY17" fmla="*/ 224188 h 607498"/>
                  <a:gd name="connsiteX18" fmla="*/ 211320 w 473095"/>
                  <a:gd name="connsiteY18" fmla="*/ 209862 h 607498"/>
                  <a:gd name="connsiteX19" fmla="*/ 201533 w 473095"/>
                  <a:gd name="connsiteY19" fmla="*/ 195535 h 607498"/>
                  <a:gd name="connsiteX20" fmla="*/ 145710 w 473095"/>
                  <a:gd name="connsiteY20" fmla="*/ 195535 h 607498"/>
                  <a:gd name="connsiteX21" fmla="*/ 135927 w 473095"/>
                  <a:gd name="connsiteY21" fmla="*/ 209862 h 607498"/>
                  <a:gd name="connsiteX22" fmla="*/ 145710 w 473095"/>
                  <a:gd name="connsiteY22" fmla="*/ 224188 h 607498"/>
                  <a:gd name="connsiteX23" fmla="*/ 155363 w 473095"/>
                  <a:gd name="connsiteY23" fmla="*/ 209862 h 607498"/>
                  <a:gd name="connsiteX24" fmla="*/ 145710 w 473095"/>
                  <a:gd name="connsiteY24" fmla="*/ 195535 h 607498"/>
                  <a:gd name="connsiteX25" fmla="*/ 331233 w 473095"/>
                  <a:gd name="connsiteY25" fmla="*/ 190597 h 607498"/>
                  <a:gd name="connsiteX26" fmla="*/ 345205 w 473095"/>
                  <a:gd name="connsiteY26" fmla="*/ 190597 h 607498"/>
                  <a:gd name="connsiteX27" fmla="*/ 345205 w 473095"/>
                  <a:gd name="connsiteY27" fmla="*/ 229126 h 607498"/>
                  <a:gd name="connsiteX28" fmla="*/ 338676 w 473095"/>
                  <a:gd name="connsiteY28" fmla="*/ 229126 h 607498"/>
                  <a:gd name="connsiteX29" fmla="*/ 338676 w 473095"/>
                  <a:gd name="connsiteY29" fmla="*/ 196455 h 607498"/>
                  <a:gd name="connsiteX30" fmla="*/ 331233 w 473095"/>
                  <a:gd name="connsiteY30" fmla="*/ 196455 h 607498"/>
                  <a:gd name="connsiteX31" fmla="*/ 275345 w 473095"/>
                  <a:gd name="connsiteY31" fmla="*/ 190597 h 607498"/>
                  <a:gd name="connsiteX32" fmla="*/ 289388 w 473095"/>
                  <a:gd name="connsiteY32" fmla="*/ 190597 h 607498"/>
                  <a:gd name="connsiteX33" fmla="*/ 289388 w 473095"/>
                  <a:gd name="connsiteY33" fmla="*/ 229126 h 607498"/>
                  <a:gd name="connsiteX34" fmla="*/ 282887 w 473095"/>
                  <a:gd name="connsiteY34" fmla="*/ 229126 h 607498"/>
                  <a:gd name="connsiteX35" fmla="*/ 282887 w 473095"/>
                  <a:gd name="connsiteY35" fmla="*/ 196455 h 607498"/>
                  <a:gd name="connsiteX36" fmla="*/ 275345 w 473095"/>
                  <a:gd name="connsiteY36" fmla="*/ 196455 h 607498"/>
                  <a:gd name="connsiteX37" fmla="*/ 219527 w 473095"/>
                  <a:gd name="connsiteY37" fmla="*/ 190597 h 607498"/>
                  <a:gd name="connsiteX38" fmla="*/ 233570 w 473095"/>
                  <a:gd name="connsiteY38" fmla="*/ 190597 h 607498"/>
                  <a:gd name="connsiteX39" fmla="*/ 233570 w 473095"/>
                  <a:gd name="connsiteY39" fmla="*/ 229126 h 607498"/>
                  <a:gd name="connsiteX40" fmla="*/ 227069 w 473095"/>
                  <a:gd name="connsiteY40" fmla="*/ 229126 h 607498"/>
                  <a:gd name="connsiteX41" fmla="*/ 227069 w 473095"/>
                  <a:gd name="connsiteY41" fmla="*/ 196455 h 607498"/>
                  <a:gd name="connsiteX42" fmla="*/ 219527 w 473095"/>
                  <a:gd name="connsiteY42" fmla="*/ 196455 h 607498"/>
                  <a:gd name="connsiteX43" fmla="*/ 163710 w 473095"/>
                  <a:gd name="connsiteY43" fmla="*/ 190597 h 607498"/>
                  <a:gd name="connsiteX44" fmla="*/ 177682 w 473095"/>
                  <a:gd name="connsiteY44" fmla="*/ 190597 h 607498"/>
                  <a:gd name="connsiteX45" fmla="*/ 177682 w 473095"/>
                  <a:gd name="connsiteY45" fmla="*/ 229126 h 607498"/>
                  <a:gd name="connsiteX46" fmla="*/ 171283 w 473095"/>
                  <a:gd name="connsiteY46" fmla="*/ 229126 h 607498"/>
                  <a:gd name="connsiteX47" fmla="*/ 171283 w 473095"/>
                  <a:gd name="connsiteY47" fmla="*/ 196455 h 607498"/>
                  <a:gd name="connsiteX48" fmla="*/ 163710 w 473095"/>
                  <a:gd name="connsiteY48" fmla="*/ 196455 h 607498"/>
                  <a:gd name="connsiteX49" fmla="*/ 369056 w 473095"/>
                  <a:gd name="connsiteY49" fmla="*/ 190456 h 607498"/>
                  <a:gd name="connsiteX50" fmla="*/ 385497 w 473095"/>
                  <a:gd name="connsiteY50" fmla="*/ 209862 h 607498"/>
                  <a:gd name="connsiteX51" fmla="*/ 369056 w 473095"/>
                  <a:gd name="connsiteY51" fmla="*/ 229267 h 607498"/>
                  <a:gd name="connsiteX52" fmla="*/ 352614 w 473095"/>
                  <a:gd name="connsiteY52" fmla="*/ 209862 h 607498"/>
                  <a:gd name="connsiteX53" fmla="*/ 369056 w 473095"/>
                  <a:gd name="connsiteY53" fmla="*/ 190456 h 607498"/>
                  <a:gd name="connsiteX54" fmla="*/ 313233 w 473095"/>
                  <a:gd name="connsiteY54" fmla="*/ 190456 h 607498"/>
                  <a:gd name="connsiteX55" fmla="*/ 329539 w 473095"/>
                  <a:gd name="connsiteY55" fmla="*/ 209862 h 607498"/>
                  <a:gd name="connsiteX56" fmla="*/ 313233 w 473095"/>
                  <a:gd name="connsiteY56" fmla="*/ 229267 h 607498"/>
                  <a:gd name="connsiteX57" fmla="*/ 296797 w 473095"/>
                  <a:gd name="connsiteY57" fmla="*/ 209862 h 607498"/>
                  <a:gd name="connsiteX58" fmla="*/ 313233 w 473095"/>
                  <a:gd name="connsiteY58" fmla="*/ 190456 h 607498"/>
                  <a:gd name="connsiteX59" fmla="*/ 257451 w 473095"/>
                  <a:gd name="connsiteY59" fmla="*/ 190456 h 607498"/>
                  <a:gd name="connsiteX60" fmla="*/ 273722 w 473095"/>
                  <a:gd name="connsiteY60" fmla="*/ 209862 h 607498"/>
                  <a:gd name="connsiteX61" fmla="*/ 257451 w 473095"/>
                  <a:gd name="connsiteY61" fmla="*/ 229267 h 607498"/>
                  <a:gd name="connsiteX62" fmla="*/ 241050 w 473095"/>
                  <a:gd name="connsiteY62" fmla="*/ 209862 h 607498"/>
                  <a:gd name="connsiteX63" fmla="*/ 257451 w 473095"/>
                  <a:gd name="connsiteY63" fmla="*/ 190456 h 607498"/>
                  <a:gd name="connsiteX64" fmla="*/ 201533 w 473095"/>
                  <a:gd name="connsiteY64" fmla="*/ 190456 h 607498"/>
                  <a:gd name="connsiteX65" fmla="*/ 217975 w 473095"/>
                  <a:gd name="connsiteY65" fmla="*/ 209862 h 607498"/>
                  <a:gd name="connsiteX66" fmla="*/ 201533 w 473095"/>
                  <a:gd name="connsiteY66" fmla="*/ 229267 h 607498"/>
                  <a:gd name="connsiteX67" fmla="*/ 185092 w 473095"/>
                  <a:gd name="connsiteY67" fmla="*/ 209862 h 607498"/>
                  <a:gd name="connsiteX68" fmla="*/ 201533 w 473095"/>
                  <a:gd name="connsiteY68" fmla="*/ 190456 h 607498"/>
                  <a:gd name="connsiteX69" fmla="*/ 145710 w 473095"/>
                  <a:gd name="connsiteY69" fmla="*/ 190456 h 607498"/>
                  <a:gd name="connsiteX70" fmla="*/ 162016 w 473095"/>
                  <a:gd name="connsiteY70" fmla="*/ 209862 h 607498"/>
                  <a:gd name="connsiteX71" fmla="*/ 145710 w 473095"/>
                  <a:gd name="connsiteY71" fmla="*/ 229267 h 607498"/>
                  <a:gd name="connsiteX72" fmla="*/ 135857 w 473095"/>
                  <a:gd name="connsiteY72" fmla="*/ 225211 h 607498"/>
                  <a:gd name="connsiteX73" fmla="*/ 132913 w 473095"/>
                  <a:gd name="connsiteY73" fmla="*/ 222169 h 607498"/>
                  <a:gd name="connsiteX74" fmla="*/ 129274 w 473095"/>
                  <a:gd name="connsiteY74" fmla="*/ 209862 h 607498"/>
                  <a:gd name="connsiteX75" fmla="*/ 145710 w 473095"/>
                  <a:gd name="connsiteY75" fmla="*/ 190456 h 607498"/>
                  <a:gd name="connsiteX76" fmla="*/ 135026 w 473095"/>
                  <a:gd name="connsiteY76" fmla="*/ 143967 h 607498"/>
                  <a:gd name="connsiteX77" fmla="*/ 120032 w 473095"/>
                  <a:gd name="connsiteY77" fmla="*/ 163101 h 607498"/>
                  <a:gd name="connsiteX78" fmla="*/ 126160 w 473095"/>
                  <a:gd name="connsiteY78" fmla="*/ 165314 h 607498"/>
                  <a:gd name="connsiteX79" fmla="*/ 135808 w 473095"/>
                  <a:gd name="connsiteY79" fmla="*/ 150996 h 607498"/>
                  <a:gd name="connsiteX80" fmla="*/ 135026 w 473095"/>
                  <a:gd name="connsiteY80" fmla="*/ 143967 h 607498"/>
                  <a:gd name="connsiteX81" fmla="*/ 293686 w 473095"/>
                  <a:gd name="connsiteY81" fmla="*/ 136684 h 607498"/>
                  <a:gd name="connsiteX82" fmla="*/ 283903 w 473095"/>
                  <a:gd name="connsiteY82" fmla="*/ 151010 h 607498"/>
                  <a:gd name="connsiteX83" fmla="*/ 293686 w 473095"/>
                  <a:gd name="connsiteY83" fmla="*/ 165337 h 607498"/>
                  <a:gd name="connsiteX84" fmla="*/ 303339 w 473095"/>
                  <a:gd name="connsiteY84" fmla="*/ 151010 h 607498"/>
                  <a:gd name="connsiteX85" fmla="*/ 293686 w 473095"/>
                  <a:gd name="connsiteY85" fmla="*/ 136684 h 607498"/>
                  <a:gd name="connsiteX86" fmla="*/ 218322 w 473095"/>
                  <a:gd name="connsiteY86" fmla="*/ 136684 h 607498"/>
                  <a:gd name="connsiteX87" fmla="*/ 208539 w 473095"/>
                  <a:gd name="connsiteY87" fmla="*/ 151010 h 607498"/>
                  <a:gd name="connsiteX88" fmla="*/ 218322 w 473095"/>
                  <a:gd name="connsiteY88" fmla="*/ 165337 h 607498"/>
                  <a:gd name="connsiteX89" fmla="*/ 227975 w 473095"/>
                  <a:gd name="connsiteY89" fmla="*/ 151010 h 607498"/>
                  <a:gd name="connsiteX90" fmla="*/ 218322 w 473095"/>
                  <a:gd name="connsiteY90" fmla="*/ 136684 h 607498"/>
                  <a:gd name="connsiteX91" fmla="*/ 349503 w 473095"/>
                  <a:gd name="connsiteY91" fmla="*/ 136677 h 607498"/>
                  <a:gd name="connsiteX92" fmla="*/ 339855 w 473095"/>
                  <a:gd name="connsiteY92" fmla="*/ 150996 h 607498"/>
                  <a:gd name="connsiteX93" fmla="*/ 349503 w 473095"/>
                  <a:gd name="connsiteY93" fmla="*/ 165314 h 607498"/>
                  <a:gd name="connsiteX94" fmla="*/ 359282 w 473095"/>
                  <a:gd name="connsiteY94" fmla="*/ 150996 h 607498"/>
                  <a:gd name="connsiteX95" fmla="*/ 349503 w 473095"/>
                  <a:gd name="connsiteY95" fmla="*/ 136677 h 607498"/>
                  <a:gd name="connsiteX96" fmla="*/ 162406 w 473095"/>
                  <a:gd name="connsiteY96" fmla="*/ 136677 h 607498"/>
                  <a:gd name="connsiteX97" fmla="*/ 152758 w 473095"/>
                  <a:gd name="connsiteY97" fmla="*/ 150996 h 607498"/>
                  <a:gd name="connsiteX98" fmla="*/ 162406 w 473095"/>
                  <a:gd name="connsiteY98" fmla="*/ 165314 h 607498"/>
                  <a:gd name="connsiteX99" fmla="*/ 172185 w 473095"/>
                  <a:gd name="connsiteY99" fmla="*/ 150996 h 607498"/>
                  <a:gd name="connsiteX100" fmla="*/ 162406 w 473095"/>
                  <a:gd name="connsiteY100" fmla="*/ 136677 h 607498"/>
                  <a:gd name="connsiteX101" fmla="*/ 311686 w 473095"/>
                  <a:gd name="connsiteY101" fmla="*/ 131746 h 607498"/>
                  <a:gd name="connsiteX102" fmla="*/ 325658 w 473095"/>
                  <a:gd name="connsiteY102" fmla="*/ 131746 h 607498"/>
                  <a:gd name="connsiteX103" fmla="*/ 325658 w 473095"/>
                  <a:gd name="connsiteY103" fmla="*/ 170275 h 607498"/>
                  <a:gd name="connsiteX104" fmla="*/ 319260 w 473095"/>
                  <a:gd name="connsiteY104" fmla="*/ 170275 h 607498"/>
                  <a:gd name="connsiteX105" fmla="*/ 319260 w 473095"/>
                  <a:gd name="connsiteY105" fmla="*/ 137473 h 607498"/>
                  <a:gd name="connsiteX106" fmla="*/ 311686 w 473095"/>
                  <a:gd name="connsiteY106" fmla="*/ 137473 h 607498"/>
                  <a:gd name="connsiteX107" fmla="*/ 255728 w 473095"/>
                  <a:gd name="connsiteY107" fmla="*/ 131746 h 607498"/>
                  <a:gd name="connsiteX108" fmla="*/ 269841 w 473095"/>
                  <a:gd name="connsiteY108" fmla="*/ 131746 h 607498"/>
                  <a:gd name="connsiteX109" fmla="*/ 269841 w 473095"/>
                  <a:gd name="connsiteY109" fmla="*/ 170275 h 607498"/>
                  <a:gd name="connsiteX110" fmla="*/ 263307 w 473095"/>
                  <a:gd name="connsiteY110" fmla="*/ 170275 h 607498"/>
                  <a:gd name="connsiteX111" fmla="*/ 263307 w 473095"/>
                  <a:gd name="connsiteY111" fmla="*/ 137473 h 607498"/>
                  <a:gd name="connsiteX112" fmla="*/ 255728 w 473095"/>
                  <a:gd name="connsiteY112" fmla="*/ 137473 h 607498"/>
                  <a:gd name="connsiteX113" fmla="*/ 236181 w 473095"/>
                  <a:gd name="connsiteY113" fmla="*/ 131746 h 607498"/>
                  <a:gd name="connsiteX114" fmla="*/ 250294 w 473095"/>
                  <a:gd name="connsiteY114" fmla="*/ 131746 h 607498"/>
                  <a:gd name="connsiteX115" fmla="*/ 250294 w 473095"/>
                  <a:gd name="connsiteY115" fmla="*/ 170275 h 607498"/>
                  <a:gd name="connsiteX116" fmla="*/ 243760 w 473095"/>
                  <a:gd name="connsiteY116" fmla="*/ 170275 h 607498"/>
                  <a:gd name="connsiteX117" fmla="*/ 243760 w 473095"/>
                  <a:gd name="connsiteY117" fmla="*/ 137473 h 607498"/>
                  <a:gd name="connsiteX118" fmla="*/ 236181 w 473095"/>
                  <a:gd name="connsiteY118" fmla="*/ 137473 h 607498"/>
                  <a:gd name="connsiteX119" fmla="*/ 180434 w 473095"/>
                  <a:gd name="connsiteY119" fmla="*/ 131746 h 607498"/>
                  <a:gd name="connsiteX120" fmla="*/ 194477 w 473095"/>
                  <a:gd name="connsiteY120" fmla="*/ 131746 h 607498"/>
                  <a:gd name="connsiteX121" fmla="*/ 194477 w 473095"/>
                  <a:gd name="connsiteY121" fmla="*/ 170275 h 607498"/>
                  <a:gd name="connsiteX122" fmla="*/ 187975 w 473095"/>
                  <a:gd name="connsiteY122" fmla="*/ 170275 h 607498"/>
                  <a:gd name="connsiteX123" fmla="*/ 187975 w 473095"/>
                  <a:gd name="connsiteY123" fmla="*/ 137473 h 607498"/>
                  <a:gd name="connsiteX124" fmla="*/ 180434 w 473095"/>
                  <a:gd name="connsiteY124" fmla="*/ 137473 h 607498"/>
                  <a:gd name="connsiteX125" fmla="*/ 293686 w 473095"/>
                  <a:gd name="connsiteY125" fmla="*/ 131605 h 607498"/>
                  <a:gd name="connsiteX126" fmla="*/ 309992 w 473095"/>
                  <a:gd name="connsiteY126" fmla="*/ 151010 h 607498"/>
                  <a:gd name="connsiteX127" fmla="*/ 293686 w 473095"/>
                  <a:gd name="connsiteY127" fmla="*/ 170416 h 607498"/>
                  <a:gd name="connsiteX128" fmla="*/ 277250 w 473095"/>
                  <a:gd name="connsiteY128" fmla="*/ 151010 h 607498"/>
                  <a:gd name="connsiteX129" fmla="*/ 293686 w 473095"/>
                  <a:gd name="connsiteY129" fmla="*/ 131605 h 607498"/>
                  <a:gd name="connsiteX130" fmla="*/ 218322 w 473095"/>
                  <a:gd name="connsiteY130" fmla="*/ 131605 h 607498"/>
                  <a:gd name="connsiteX131" fmla="*/ 234628 w 473095"/>
                  <a:gd name="connsiteY131" fmla="*/ 151010 h 607498"/>
                  <a:gd name="connsiteX132" fmla="*/ 218322 w 473095"/>
                  <a:gd name="connsiteY132" fmla="*/ 170416 h 607498"/>
                  <a:gd name="connsiteX133" fmla="*/ 201886 w 473095"/>
                  <a:gd name="connsiteY133" fmla="*/ 151010 h 607498"/>
                  <a:gd name="connsiteX134" fmla="*/ 218322 w 473095"/>
                  <a:gd name="connsiteY134" fmla="*/ 131605 h 607498"/>
                  <a:gd name="connsiteX135" fmla="*/ 284182 w 473095"/>
                  <a:gd name="connsiteY135" fmla="*/ 88124 h 607498"/>
                  <a:gd name="connsiteX136" fmla="*/ 283922 w 473095"/>
                  <a:gd name="connsiteY136" fmla="*/ 92159 h 607498"/>
                  <a:gd name="connsiteX137" fmla="*/ 293700 w 473095"/>
                  <a:gd name="connsiteY137" fmla="*/ 106348 h 607498"/>
                  <a:gd name="connsiteX138" fmla="*/ 303088 w 473095"/>
                  <a:gd name="connsiteY138" fmla="*/ 96715 h 607498"/>
                  <a:gd name="connsiteX139" fmla="*/ 295265 w 473095"/>
                  <a:gd name="connsiteY139" fmla="*/ 96064 h 607498"/>
                  <a:gd name="connsiteX140" fmla="*/ 289919 w 473095"/>
                  <a:gd name="connsiteY140" fmla="*/ 96455 h 607498"/>
                  <a:gd name="connsiteX141" fmla="*/ 284182 w 473095"/>
                  <a:gd name="connsiteY141" fmla="*/ 88124 h 607498"/>
                  <a:gd name="connsiteX142" fmla="*/ 257451 w 473095"/>
                  <a:gd name="connsiteY142" fmla="*/ 77823 h 607498"/>
                  <a:gd name="connsiteX143" fmla="*/ 247689 w 473095"/>
                  <a:gd name="connsiteY143" fmla="*/ 92153 h 607498"/>
                  <a:gd name="connsiteX144" fmla="*/ 257451 w 473095"/>
                  <a:gd name="connsiteY144" fmla="*/ 106353 h 607498"/>
                  <a:gd name="connsiteX145" fmla="*/ 267084 w 473095"/>
                  <a:gd name="connsiteY145" fmla="*/ 92153 h 607498"/>
                  <a:gd name="connsiteX146" fmla="*/ 257451 w 473095"/>
                  <a:gd name="connsiteY146" fmla="*/ 77823 h 607498"/>
                  <a:gd name="connsiteX147" fmla="*/ 201533 w 473095"/>
                  <a:gd name="connsiteY147" fmla="*/ 77823 h 607498"/>
                  <a:gd name="connsiteX148" fmla="*/ 191877 w 473095"/>
                  <a:gd name="connsiteY148" fmla="*/ 92153 h 607498"/>
                  <a:gd name="connsiteX149" fmla="*/ 201533 w 473095"/>
                  <a:gd name="connsiteY149" fmla="*/ 106353 h 607498"/>
                  <a:gd name="connsiteX150" fmla="*/ 211320 w 473095"/>
                  <a:gd name="connsiteY150" fmla="*/ 92153 h 607498"/>
                  <a:gd name="connsiteX151" fmla="*/ 201533 w 473095"/>
                  <a:gd name="connsiteY151" fmla="*/ 77823 h 607498"/>
                  <a:gd name="connsiteX152" fmla="*/ 219527 w 473095"/>
                  <a:gd name="connsiteY152" fmla="*/ 72894 h 607498"/>
                  <a:gd name="connsiteX153" fmla="*/ 233570 w 473095"/>
                  <a:gd name="connsiteY153" fmla="*/ 72894 h 607498"/>
                  <a:gd name="connsiteX154" fmla="*/ 233570 w 473095"/>
                  <a:gd name="connsiteY154" fmla="*/ 111282 h 607498"/>
                  <a:gd name="connsiteX155" fmla="*/ 227069 w 473095"/>
                  <a:gd name="connsiteY155" fmla="*/ 111282 h 607498"/>
                  <a:gd name="connsiteX156" fmla="*/ 227069 w 473095"/>
                  <a:gd name="connsiteY156" fmla="*/ 78620 h 607498"/>
                  <a:gd name="connsiteX157" fmla="*/ 219527 w 473095"/>
                  <a:gd name="connsiteY157" fmla="*/ 78620 h 607498"/>
                  <a:gd name="connsiteX158" fmla="*/ 257451 w 473095"/>
                  <a:gd name="connsiteY158" fmla="*/ 72612 h 607498"/>
                  <a:gd name="connsiteX159" fmla="*/ 273722 w 473095"/>
                  <a:gd name="connsiteY159" fmla="*/ 92153 h 607498"/>
                  <a:gd name="connsiteX160" fmla="*/ 257451 w 473095"/>
                  <a:gd name="connsiteY160" fmla="*/ 111564 h 607498"/>
                  <a:gd name="connsiteX161" fmla="*/ 241050 w 473095"/>
                  <a:gd name="connsiteY161" fmla="*/ 92153 h 607498"/>
                  <a:gd name="connsiteX162" fmla="*/ 257451 w 473095"/>
                  <a:gd name="connsiteY162" fmla="*/ 72612 h 607498"/>
                  <a:gd name="connsiteX163" fmla="*/ 201533 w 473095"/>
                  <a:gd name="connsiteY163" fmla="*/ 72612 h 607498"/>
                  <a:gd name="connsiteX164" fmla="*/ 217975 w 473095"/>
                  <a:gd name="connsiteY164" fmla="*/ 92153 h 607498"/>
                  <a:gd name="connsiteX165" fmla="*/ 201533 w 473095"/>
                  <a:gd name="connsiteY165" fmla="*/ 111564 h 607498"/>
                  <a:gd name="connsiteX166" fmla="*/ 185092 w 473095"/>
                  <a:gd name="connsiteY166" fmla="*/ 92153 h 607498"/>
                  <a:gd name="connsiteX167" fmla="*/ 201533 w 473095"/>
                  <a:gd name="connsiteY167" fmla="*/ 72612 h 607498"/>
                  <a:gd name="connsiteX168" fmla="*/ 228379 w 473095"/>
                  <a:gd name="connsiteY168" fmla="*/ 61179 h 607498"/>
                  <a:gd name="connsiteX169" fmla="*/ 177661 w 473095"/>
                  <a:gd name="connsiteY169" fmla="*/ 82267 h 607498"/>
                  <a:gd name="connsiteX170" fmla="*/ 177661 w 473095"/>
                  <a:gd name="connsiteY170" fmla="*/ 111294 h 607498"/>
                  <a:gd name="connsiteX171" fmla="*/ 171272 w 473095"/>
                  <a:gd name="connsiteY171" fmla="*/ 111294 h 607498"/>
                  <a:gd name="connsiteX172" fmla="*/ 171272 w 473095"/>
                  <a:gd name="connsiteY172" fmla="*/ 89816 h 607498"/>
                  <a:gd name="connsiteX173" fmla="*/ 157061 w 473095"/>
                  <a:gd name="connsiteY173" fmla="*/ 132251 h 607498"/>
                  <a:gd name="connsiteX174" fmla="*/ 162406 w 473095"/>
                  <a:gd name="connsiteY174" fmla="*/ 131601 h 607498"/>
                  <a:gd name="connsiteX175" fmla="*/ 178834 w 473095"/>
                  <a:gd name="connsiteY175" fmla="*/ 150996 h 607498"/>
                  <a:gd name="connsiteX176" fmla="*/ 162406 w 473095"/>
                  <a:gd name="connsiteY176" fmla="*/ 170391 h 607498"/>
                  <a:gd name="connsiteX177" fmla="*/ 146109 w 473095"/>
                  <a:gd name="connsiteY177" fmla="*/ 150996 h 607498"/>
                  <a:gd name="connsiteX178" fmla="*/ 151976 w 473095"/>
                  <a:gd name="connsiteY178" fmla="*/ 134985 h 607498"/>
                  <a:gd name="connsiteX179" fmla="*/ 140502 w 473095"/>
                  <a:gd name="connsiteY179" fmla="*/ 140192 h 607498"/>
                  <a:gd name="connsiteX180" fmla="*/ 142588 w 473095"/>
                  <a:gd name="connsiteY180" fmla="*/ 150996 h 607498"/>
                  <a:gd name="connsiteX181" fmla="*/ 126160 w 473095"/>
                  <a:gd name="connsiteY181" fmla="*/ 170391 h 607498"/>
                  <a:gd name="connsiteX182" fmla="*/ 117946 w 473095"/>
                  <a:gd name="connsiteY182" fmla="*/ 168569 h 607498"/>
                  <a:gd name="connsiteX183" fmla="*/ 115208 w 473095"/>
                  <a:gd name="connsiteY183" fmla="*/ 185100 h 607498"/>
                  <a:gd name="connsiteX184" fmla="*/ 115469 w 473095"/>
                  <a:gd name="connsiteY184" fmla="*/ 190567 h 607498"/>
                  <a:gd name="connsiteX185" fmla="*/ 121858 w 473095"/>
                  <a:gd name="connsiteY185" fmla="*/ 190567 h 607498"/>
                  <a:gd name="connsiteX186" fmla="*/ 121858 w 473095"/>
                  <a:gd name="connsiteY186" fmla="*/ 210743 h 607498"/>
                  <a:gd name="connsiteX187" fmla="*/ 132913 w 473095"/>
                  <a:gd name="connsiteY187" fmla="*/ 222169 h 607498"/>
                  <a:gd name="connsiteX188" fmla="*/ 133530 w 473095"/>
                  <a:gd name="connsiteY188" fmla="*/ 224253 h 607498"/>
                  <a:gd name="connsiteX189" fmla="*/ 135857 w 473095"/>
                  <a:gd name="connsiteY189" fmla="*/ 225211 h 607498"/>
                  <a:gd name="connsiteX190" fmla="*/ 140877 w 473095"/>
                  <a:gd name="connsiteY190" fmla="*/ 230399 h 607498"/>
                  <a:gd name="connsiteX191" fmla="*/ 168013 w 473095"/>
                  <a:gd name="connsiteY191" fmla="*/ 237949 h 607498"/>
                  <a:gd name="connsiteX192" fmla="*/ 354327 w 473095"/>
                  <a:gd name="connsiteY192" fmla="*/ 237949 h 607498"/>
                  <a:gd name="connsiteX193" fmla="*/ 394615 w 473095"/>
                  <a:gd name="connsiteY193" fmla="*/ 219335 h 607498"/>
                  <a:gd name="connsiteX194" fmla="*/ 394615 w 473095"/>
                  <a:gd name="connsiteY194" fmla="*/ 196425 h 607498"/>
                  <a:gd name="connsiteX195" fmla="*/ 387053 w 473095"/>
                  <a:gd name="connsiteY195" fmla="*/ 196425 h 607498"/>
                  <a:gd name="connsiteX196" fmla="*/ 387053 w 473095"/>
                  <a:gd name="connsiteY196" fmla="*/ 190567 h 607498"/>
                  <a:gd name="connsiteX197" fmla="*/ 401134 w 473095"/>
                  <a:gd name="connsiteY197" fmla="*/ 190567 h 607498"/>
                  <a:gd name="connsiteX198" fmla="*/ 401134 w 473095"/>
                  <a:gd name="connsiteY198" fmla="*/ 209702 h 607498"/>
                  <a:gd name="connsiteX199" fmla="*/ 407132 w 473095"/>
                  <a:gd name="connsiteY199" fmla="*/ 185230 h 607498"/>
                  <a:gd name="connsiteX200" fmla="*/ 405046 w 473095"/>
                  <a:gd name="connsiteY200" fmla="*/ 170391 h 607498"/>
                  <a:gd name="connsiteX201" fmla="*/ 389009 w 473095"/>
                  <a:gd name="connsiteY201" fmla="*/ 150996 h 607498"/>
                  <a:gd name="connsiteX202" fmla="*/ 389400 w 473095"/>
                  <a:gd name="connsiteY202" fmla="*/ 145789 h 607498"/>
                  <a:gd name="connsiteX203" fmla="*/ 381577 w 473095"/>
                  <a:gd name="connsiteY203" fmla="*/ 139931 h 607498"/>
                  <a:gd name="connsiteX204" fmla="*/ 381577 w 473095"/>
                  <a:gd name="connsiteY204" fmla="*/ 170261 h 607498"/>
                  <a:gd name="connsiteX205" fmla="*/ 375058 w 473095"/>
                  <a:gd name="connsiteY205" fmla="*/ 170261 h 607498"/>
                  <a:gd name="connsiteX206" fmla="*/ 375058 w 473095"/>
                  <a:gd name="connsiteY206" fmla="*/ 137458 h 607498"/>
                  <a:gd name="connsiteX207" fmla="*/ 367496 w 473095"/>
                  <a:gd name="connsiteY207" fmla="*/ 137458 h 607498"/>
                  <a:gd name="connsiteX208" fmla="*/ 367496 w 473095"/>
                  <a:gd name="connsiteY208" fmla="*/ 134074 h 607498"/>
                  <a:gd name="connsiteX209" fmla="*/ 355501 w 473095"/>
                  <a:gd name="connsiteY209" fmla="*/ 132512 h 607498"/>
                  <a:gd name="connsiteX210" fmla="*/ 365931 w 473095"/>
                  <a:gd name="connsiteY210" fmla="*/ 150996 h 607498"/>
                  <a:gd name="connsiteX211" fmla="*/ 349503 w 473095"/>
                  <a:gd name="connsiteY211" fmla="*/ 170391 h 607498"/>
                  <a:gd name="connsiteX212" fmla="*/ 333075 w 473095"/>
                  <a:gd name="connsiteY212" fmla="*/ 150996 h 607498"/>
                  <a:gd name="connsiteX213" fmla="*/ 345331 w 473095"/>
                  <a:gd name="connsiteY213" fmla="*/ 131991 h 607498"/>
                  <a:gd name="connsiteX214" fmla="*/ 325644 w 473095"/>
                  <a:gd name="connsiteY214" fmla="*/ 105697 h 607498"/>
                  <a:gd name="connsiteX215" fmla="*/ 325644 w 473095"/>
                  <a:gd name="connsiteY215" fmla="*/ 111294 h 607498"/>
                  <a:gd name="connsiteX216" fmla="*/ 319255 w 473095"/>
                  <a:gd name="connsiteY216" fmla="*/ 111294 h 607498"/>
                  <a:gd name="connsiteX217" fmla="*/ 319255 w 473095"/>
                  <a:gd name="connsiteY217" fmla="*/ 101792 h 607498"/>
                  <a:gd name="connsiteX218" fmla="*/ 309476 w 473095"/>
                  <a:gd name="connsiteY218" fmla="*/ 98017 h 607498"/>
                  <a:gd name="connsiteX219" fmla="*/ 293700 w 473095"/>
                  <a:gd name="connsiteY219" fmla="*/ 111555 h 607498"/>
                  <a:gd name="connsiteX220" fmla="*/ 277272 w 473095"/>
                  <a:gd name="connsiteY220" fmla="*/ 92159 h 607498"/>
                  <a:gd name="connsiteX221" fmla="*/ 278967 w 473095"/>
                  <a:gd name="connsiteY221" fmla="*/ 82267 h 607498"/>
                  <a:gd name="connsiteX222" fmla="*/ 228379 w 473095"/>
                  <a:gd name="connsiteY222" fmla="*/ 61179 h 607498"/>
                  <a:gd name="connsiteX223" fmla="*/ 242069 w 473095"/>
                  <a:gd name="connsiteY223" fmla="*/ 0 h 607498"/>
                  <a:gd name="connsiteX224" fmla="*/ 429296 w 473095"/>
                  <a:gd name="connsiteY224" fmla="*/ 90077 h 607498"/>
                  <a:gd name="connsiteX225" fmla="*/ 458111 w 473095"/>
                  <a:gd name="connsiteY225" fmla="*/ 290146 h 607498"/>
                  <a:gd name="connsiteX226" fmla="*/ 430470 w 473095"/>
                  <a:gd name="connsiteY226" fmla="*/ 335055 h 607498"/>
                  <a:gd name="connsiteX227" fmla="*/ 391747 w 473095"/>
                  <a:gd name="connsiteY227" fmla="*/ 452988 h 607498"/>
                  <a:gd name="connsiteX228" fmla="*/ 389530 w 473095"/>
                  <a:gd name="connsiteY228" fmla="*/ 461579 h 607498"/>
                  <a:gd name="connsiteX229" fmla="*/ 238940 w 473095"/>
                  <a:gd name="connsiteY229" fmla="*/ 605155 h 607498"/>
                  <a:gd name="connsiteX230" fmla="*/ 233073 w 473095"/>
                  <a:gd name="connsiteY230" fmla="*/ 607498 h 607498"/>
                  <a:gd name="connsiteX231" fmla="*/ 230726 w 473095"/>
                  <a:gd name="connsiteY231" fmla="*/ 607108 h 607498"/>
                  <a:gd name="connsiteX232" fmla="*/ 224859 w 473095"/>
                  <a:gd name="connsiteY232" fmla="*/ 601120 h 607498"/>
                  <a:gd name="connsiteX233" fmla="*/ 160581 w 473095"/>
                  <a:gd name="connsiteY233" fmla="*/ 498286 h 607498"/>
                  <a:gd name="connsiteX234" fmla="*/ 150802 w 473095"/>
                  <a:gd name="connsiteY234" fmla="*/ 497375 h 607498"/>
                  <a:gd name="connsiteX235" fmla="*/ 124856 w 473095"/>
                  <a:gd name="connsiteY235" fmla="*/ 499458 h 607498"/>
                  <a:gd name="connsiteX236" fmla="*/ 91088 w 473095"/>
                  <a:gd name="connsiteY236" fmla="*/ 502192 h 607498"/>
                  <a:gd name="connsiteX237" fmla="*/ 50800 w 473095"/>
                  <a:gd name="connsiteY237" fmla="*/ 479021 h 607498"/>
                  <a:gd name="connsiteX238" fmla="*/ 47019 w 473095"/>
                  <a:gd name="connsiteY238" fmla="*/ 451686 h 607498"/>
                  <a:gd name="connsiteX239" fmla="*/ 7905 w 473095"/>
                  <a:gd name="connsiteY239" fmla="*/ 355101 h 607498"/>
                  <a:gd name="connsiteX240" fmla="*/ 18205 w 473095"/>
                  <a:gd name="connsiteY240" fmla="*/ 295093 h 607498"/>
                  <a:gd name="connsiteX241" fmla="*/ 35154 w 473095"/>
                  <a:gd name="connsiteY241" fmla="*/ 252267 h 607498"/>
                  <a:gd name="connsiteX242" fmla="*/ 33590 w 473095"/>
                  <a:gd name="connsiteY242" fmla="*/ 240552 h 607498"/>
                  <a:gd name="connsiteX243" fmla="*/ 70096 w 473095"/>
                  <a:gd name="connsiteY243" fmla="*/ 75628 h 607498"/>
                  <a:gd name="connsiteX244" fmla="*/ 70357 w 473095"/>
                  <a:gd name="connsiteY244" fmla="*/ 75368 h 607498"/>
                  <a:gd name="connsiteX245" fmla="*/ 242069 w 473095"/>
                  <a:gd name="connsiteY245" fmla="*/ 0 h 60749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Lst>
                <a:rect l="l" t="t" r="r" b="b"/>
                <a:pathLst>
                  <a:path w="473095" h="607498">
                    <a:moveTo>
                      <a:pt x="369056" y="195535"/>
                    </a:moveTo>
                    <a:cubicBezTo>
                      <a:pt x="362531" y="195535"/>
                      <a:pt x="359269" y="200094"/>
                      <a:pt x="359269" y="209862"/>
                    </a:cubicBezTo>
                    <a:cubicBezTo>
                      <a:pt x="359269" y="219629"/>
                      <a:pt x="362531" y="224188"/>
                      <a:pt x="369056" y="224188"/>
                    </a:cubicBezTo>
                    <a:cubicBezTo>
                      <a:pt x="375580" y="224188"/>
                      <a:pt x="378842" y="219629"/>
                      <a:pt x="378842" y="209862"/>
                    </a:cubicBezTo>
                    <a:cubicBezTo>
                      <a:pt x="378842" y="200094"/>
                      <a:pt x="375580" y="195535"/>
                      <a:pt x="369056" y="195535"/>
                    </a:cubicBezTo>
                    <a:close/>
                    <a:moveTo>
                      <a:pt x="313233" y="195535"/>
                    </a:moveTo>
                    <a:cubicBezTo>
                      <a:pt x="306711" y="195535"/>
                      <a:pt x="303450" y="200094"/>
                      <a:pt x="303450" y="209862"/>
                    </a:cubicBezTo>
                    <a:cubicBezTo>
                      <a:pt x="303450" y="219629"/>
                      <a:pt x="306711" y="224188"/>
                      <a:pt x="313233" y="224188"/>
                    </a:cubicBezTo>
                    <a:cubicBezTo>
                      <a:pt x="319625" y="224188"/>
                      <a:pt x="322886" y="219629"/>
                      <a:pt x="322886" y="209862"/>
                    </a:cubicBezTo>
                    <a:cubicBezTo>
                      <a:pt x="322886" y="200094"/>
                      <a:pt x="319625" y="195535"/>
                      <a:pt x="313233" y="195535"/>
                    </a:cubicBezTo>
                    <a:close/>
                    <a:moveTo>
                      <a:pt x="257451" y="195535"/>
                    </a:moveTo>
                    <a:cubicBezTo>
                      <a:pt x="250943" y="195535"/>
                      <a:pt x="247689" y="200094"/>
                      <a:pt x="247689" y="209862"/>
                    </a:cubicBezTo>
                    <a:cubicBezTo>
                      <a:pt x="247689" y="219629"/>
                      <a:pt x="250943" y="224188"/>
                      <a:pt x="257451" y="224188"/>
                    </a:cubicBezTo>
                    <a:cubicBezTo>
                      <a:pt x="263830" y="224188"/>
                      <a:pt x="267084" y="219629"/>
                      <a:pt x="267084" y="209862"/>
                    </a:cubicBezTo>
                    <a:cubicBezTo>
                      <a:pt x="267084" y="200094"/>
                      <a:pt x="263830" y="195535"/>
                      <a:pt x="257451" y="195535"/>
                    </a:cubicBezTo>
                    <a:close/>
                    <a:moveTo>
                      <a:pt x="201533" y="195535"/>
                    </a:moveTo>
                    <a:cubicBezTo>
                      <a:pt x="195009" y="195535"/>
                      <a:pt x="191877" y="200094"/>
                      <a:pt x="191877" y="209862"/>
                    </a:cubicBezTo>
                    <a:cubicBezTo>
                      <a:pt x="191877" y="219629"/>
                      <a:pt x="195009" y="224188"/>
                      <a:pt x="201533" y="224188"/>
                    </a:cubicBezTo>
                    <a:cubicBezTo>
                      <a:pt x="208058" y="224188"/>
                      <a:pt x="211320" y="219629"/>
                      <a:pt x="211320" y="209862"/>
                    </a:cubicBezTo>
                    <a:cubicBezTo>
                      <a:pt x="211320" y="200094"/>
                      <a:pt x="208058" y="195535"/>
                      <a:pt x="201533" y="195535"/>
                    </a:cubicBezTo>
                    <a:close/>
                    <a:moveTo>
                      <a:pt x="145710" y="195535"/>
                    </a:moveTo>
                    <a:cubicBezTo>
                      <a:pt x="139188" y="195535"/>
                      <a:pt x="135927" y="200094"/>
                      <a:pt x="135927" y="209862"/>
                    </a:cubicBezTo>
                    <a:cubicBezTo>
                      <a:pt x="135927" y="219629"/>
                      <a:pt x="139188" y="224188"/>
                      <a:pt x="145710" y="224188"/>
                    </a:cubicBezTo>
                    <a:cubicBezTo>
                      <a:pt x="152102" y="224188"/>
                      <a:pt x="155363" y="219629"/>
                      <a:pt x="155363" y="209862"/>
                    </a:cubicBezTo>
                    <a:cubicBezTo>
                      <a:pt x="155363" y="200094"/>
                      <a:pt x="152102" y="195535"/>
                      <a:pt x="145710" y="195535"/>
                    </a:cubicBezTo>
                    <a:close/>
                    <a:moveTo>
                      <a:pt x="331233" y="190597"/>
                    </a:moveTo>
                    <a:lnTo>
                      <a:pt x="345205" y="190597"/>
                    </a:lnTo>
                    <a:lnTo>
                      <a:pt x="345205" y="229126"/>
                    </a:lnTo>
                    <a:lnTo>
                      <a:pt x="338676" y="229126"/>
                    </a:lnTo>
                    <a:lnTo>
                      <a:pt x="338676" y="196455"/>
                    </a:lnTo>
                    <a:lnTo>
                      <a:pt x="331233" y="196455"/>
                    </a:lnTo>
                    <a:close/>
                    <a:moveTo>
                      <a:pt x="275345" y="190597"/>
                    </a:moveTo>
                    <a:lnTo>
                      <a:pt x="289388" y="190597"/>
                    </a:lnTo>
                    <a:lnTo>
                      <a:pt x="289388" y="229126"/>
                    </a:lnTo>
                    <a:lnTo>
                      <a:pt x="282887" y="229126"/>
                    </a:lnTo>
                    <a:lnTo>
                      <a:pt x="282887" y="196455"/>
                    </a:lnTo>
                    <a:lnTo>
                      <a:pt x="275345" y="196455"/>
                    </a:lnTo>
                    <a:close/>
                    <a:moveTo>
                      <a:pt x="219527" y="190597"/>
                    </a:moveTo>
                    <a:lnTo>
                      <a:pt x="233570" y="190597"/>
                    </a:lnTo>
                    <a:lnTo>
                      <a:pt x="233570" y="229126"/>
                    </a:lnTo>
                    <a:lnTo>
                      <a:pt x="227069" y="229126"/>
                    </a:lnTo>
                    <a:lnTo>
                      <a:pt x="227069" y="196455"/>
                    </a:lnTo>
                    <a:lnTo>
                      <a:pt x="219527" y="196455"/>
                    </a:lnTo>
                    <a:close/>
                    <a:moveTo>
                      <a:pt x="163710" y="190597"/>
                    </a:moveTo>
                    <a:lnTo>
                      <a:pt x="177682" y="190597"/>
                    </a:lnTo>
                    <a:lnTo>
                      <a:pt x="177682" y="229126"/>
                    </a:lnTo>
                    <a:lnTo>
                      <a:pt x="171283" y="229126"/>
                    </a:lnTo>
                    <a:lnTo>
                      <a:pt x="171283" y="196455"/>
                    </a:lnTo>
                    <a:lnTo>
                      <a:pt x="163710" y="196455"/>
                    </a:lnTo>
                    <a:close/>
                    <a:moveTo>
                      <a:pt x="369056" y="190456"/>
                    </a:moveTo>
                    <a:cubicBezTo>
                      <a:pt x="379625" y="190456"/>
                      <a:pt x="385497" y="197359"/>
                      <a:pt x="385497" y="209862"/>
                    </a:cubicBezTo>
                    <a:cubicBezTo>
                      <a:pt x="385497" y="222364"/>
                      <a:pt x="379625" y="229267"/>
                      <a:pt x="369056" y="229267"/>
                    </a:cubicBezTo>
                    <a:cubicBezTo>
                      <a:pt x="358486" y="229267"/>
                      <a:pt x="352614" y="222364"/>
                      <a:pt x="352614" y="209862"/>
                    </a:cubicBezTo>
                    <a:cubicBezTo>
                      <a:pt x="352614" y="197359"/>
                      <a:pt x="358486" y="190456"/>
                      <a:pt x="369056" y="190456"/>
                    </a:cubicBezTo>
                    <a:close/>
                    <a:moveTo>
                      <a:pt x="313233" y="190456"/>
                    </a:moveTo>
                    <a:cubicBezTo>
                      <a:pt x="323800" y="190456"/>
                      <a:pt x="329539" y="197359"/>
                      <a:pt x="329539" y="209862"/>
                    </a:cubicBezTo>
                    <a:cubicBezTo>
                      <a:pt x="329539" y="222364"/>
                      <a:pt x="323800" y="229267"/>
                      <a:pt x="313233" y="229267"/>
                    </a:cubicBezTo>
                    <a:cubicBezTo>
                      <a:pt x="302667" y="229267"/>
                      <a:pt x="296797" y="222364"/>
                      <a:pt x="296797" y="209862"/>
                    </a:cubicBezTo>
                    <a:cubicBezTo>
                      <a:pt x="296797" y="197359"/>
                      <a:pt x="302667" y="190456"/>
                      <a:pt x="313233" y="190456"/>
                    </a:cubicBezTo>
                    <a:close/>
                    <a:moveTo>
                      <a:pt x="257451" y="190456"/>
                    </a:moveTo>
                    <a:cubicBezTo>
                      <a:pt x="267865" y="190456"/>
                      <a:pt x="273722" y="197359"/>
                      <a:pt x="273722" y="209862"/>
                    </a:cubicBezTo>
                    <a:cubicBezTo>
                      <a:pt x="273722" y="222364"/>
                      <a:pt x="267865" y="229267"/>
                      <a:pt x="257451" y="229267"/>
                    </a:cubicBezTo>
                    <a:cubicBezTo>
                      <a:pt x="246908" y="229267"/>
                      <a:pt x="241050" y="222364"/>
                      <a:pt x="241050" y="209862"/>
                    </a:cubicBezTo>
                    <a:cubicBezTo>
                      <a:pt x="241050" y="197359"/>
                      <a:pt x="246908" y="190456"/>
                      <a:pt x="257451" y="190456"/>
                    </a:cubicBezTo>
                    <a:close/>
                    <a:moveTo>
                      <a:pt x="201533" y="190456"/>
                    </a:moveTo>
                    <a:cubicBezTo>
                      <a:pt x="212103" y="190456"/>
                      <a:pt x="217975" y="197359"/>
                      <a:pt x="217975" y="209862"/>
                    </a:cubicBezTo>
                    <a:cubicBezTo>
                      <a:pt x="217975" y="222364"/>
                      <a:pt x="212103" y="229267"/>
                      <a:pt x="201533" y="229267"/>
                    </a:cubicBezTo>
                    <a:cubicBezTo>
                      <a:pt x="190964" y="229267"/>
                      <a:pt x="185092" y="222364"/>
                      <a:pt x="185092" y="209862"/>
                    </a:cubicBezTo>
                    <a:cubicBezTo>
                      <a:pt x="185092" y="197359"/>
                      <a:pt x="190964" y="190456"/>
                      <a:pt x="201533" y="190456"/>
                    </a:cubicBezTo>
                    <a:close/>
                    <a:moveTo>
                      <a:pt x="145710" y="190456"/>
                    </a:moveTo>
                    <a:cubicBezTo>
                      <a:pt x="156276" y="190456"/>
                      <a:pt x="162016" y="197359"/>
                      <a:pt x="162016" y="209862"/>
                    </a:cubicBezTo>
                    <a:cubicBezTo>
                      <a:pt x="162016" y="222364"/>
                      <a:pt x="156276" y="229267"/>
                      <a:pt x="145710" y="229267"/>
                    </a:cubicBezTo>
                    <a:lnTo>
                      <a:pt x="135857" y="225211"/>
                    </a:lnTo>
                    <a:lnTo>
                      <a:pt x="132913" y="222169"/>
                    </a:lnTo>
                    <a:lnTo>
                      <a:pt x="129274" y="209862"/>
                    </a:lnTo>
                    <a:cubicBezTo>
                      <a:pt x="129274" y="197359"/>
                      <a:pt x="135144" y="190456"/>
                      <a:pt x="145710" y="190456"/>
                    </a:cubicBezTo>
                    <a:close/>
                    <a:moveTo>
                      <a:pt x="135026" y="143967"/>
                    </a:moveTo>
                    <a:cubicBezTo>
                      <a:pt x="128637" y="149043"/>
                      <a:pt x="123553" y="155682"/>
                      <a:pt x="120032" y="163101"/>
                    </a:cubicBezTo>
                    <a:cubicBezTo>
                      <a:pt x="121597" y="164533"/>
                      <a:pt x="123683" y="165314"/>
                      <a:pt x="126160" y="165314"/>
                    </a:cubicBezTo>
                    <a:cubicBezTo>
                      <a:pt x="132549" y="165314"/>
                      <a:pt x="135808" y="160758"/>
                      <a:pt x="135808" y="150996"/>
                    </a:cubicBezTo>
                    <a:cubicBezTo>
                      <a:pt x="135808" y="148262"/>
                      <a:pt x="135548" y="145919"/>
                      <a:pt x="135026" y="143967"/>
                    </a:cubicBezTo>
                    <a:close/>
                    <a:moveTo>
                      <a:pt x="293686" y="136684"/>
                    </a:moveTo>
                    <a:cubicBezTo>
                      <a:pt x="287164" y="136684"/>
                      <a:pt x="283903" y="141243"/>
                      <a:pt x="283903" y="151010"/>
                    </a:cubicBezTo>
                    <a:cubicBezTo>
                      <a:pt x="283903" y="160778"/>
                      <a:pt x="287164" y="165337"/>
                      <a:pt x="293686" y="165337"/>
                    </a:cubicBezTo>
                    <a:cubicBezTo>
                      <a:pt x="300078" y="165337"/>
                      <a:pt x="303339" y="160778"/>
                      <a:pt x="303339" y="151010"/>
                    </a:cubicBezTo>
                    <a:cubicBezTo>
                      <a:pt x="303339" y="141243"/>
                      <a:pt x="300078" y="136684"/>
                      <a:pt x="293686" y="136684"/>
                    </a:cubicBezTo>
                    <a:close/>
                    <a:moveTo>
                      <a:pt x="218322" y="136684"/>
                    </a:moveTo>
                    <a:cubicBezTo>
                      <a:pt x="211800" y="136684"/>
                      <a:pt x="208539" y="141243"/>
                      <a:pt x="208539" y="151010"/>
                    </a:cubicBezTo>
                    <a:cubicBezTo>
                      <a:pt x="208539" y="160778"/>
                      <a:pt x="211800" y="165337"/>
                      <a:pt x="218322" y="165337"/>
                    </a:cubicBezTo>
                    <a:cubicBezTo>
                      <a:pt x="224714" y="165337"/>
                      <a:pt x="227975" y="160778"/>
                      <a:pt x="227975" y="151010"/>
                    </a:cubicBezTo>
                    <a:cubicBezTo>
                      <a:pt x="227975" y="141243"/>
                      <a:pt x="224714" y="136684"/>
                      <a:pt x="218322" y="136684"/>
                    </a:cubicBezTo>
                    <a:close/>
                    <a:moveTo>
                      <a:pt x="349503" y="136677"/>
                    </a:moveTo>
                    <a:cubicBezTo>
                      <a:pt x="342984" y="136677"/>
                      <a:pt x="339855" y="141233"/>
                      <a:pt x="339855" y="150996"/>
                    </a:cubicBezTo>
                    <a:cubicBezTo>
                      <a:pt x="339855" y="160758"/>
                      <a:pt x="342984" y="165314"/>
                      <a:pt x="349503" y="165314"/>
                    </a:cubicBezTo>
                    <a:cubicBezTo>
                      <a:pt x="356022" y="165314"/>
                      <a:pt x="359282" y="160758"/>
                      <a:pt x="359282" y="150996"/>
                    </a:cubicBezTo>
                    <a:cubicBezTo>
                      <a:pt x="359282" y="141233"/>
                      <a:pt x="356022" y="136677"/>
                      <a:pt x="349503" y="136677"/>
                    </a:cubicBezTo>
                    <a:close/>
                    <a:moveTo>
                      <a:pt x="162406" y="136677"/>
                    </a:moveTo>
                    <a:cubicBezTo>
                      <a:pt x="156017" y="136677"/>
                      <a:pt x="152758" y="141233"/>
                      <a:pt x="152758" y="150996"/>
                    </a:cubicBezTo>
                    <a:cubicBezTo>
                      <a:pt x="152758" y="160758"/>
                      <a:pt x="156017" y="165314"/>
                      <a:pt x="162406" y="165314"/>
                    </a:cubicBezTo>
                    <a:cubicBezTo>
                      <a:pt x="168925" y="165314"/>
                      <a:pt x="172185" y="160758"/>
                      <a:pt x="172185" y="150996"/>
                    </a:cubicBezTo>
                    <a:cubicBezTo>
                      <a:pt x="172185" y="141233"/>
                      <a:pt x="168925" y="136677"/>
                      <a:pt x="162406" y="136677"/>
                    </a:cubicBezTo>
                    <a:close/>
                    <a:moveTo>
                      <a:pt x="311686" y="131746"/>
                    </a:moveTo>
                    <a:lnTo>
                      <a:pt x="325658" y="131746"/>
                    </a:lnTo>
                    <a:lnTo>
                      <a:pt x="325658" y="170275"/>
                    </a:lnTo>
                    <a:lnTo>
                      <a:pt x="319260" y="170275"/>
                    </a:lnTo>
                    <a:lnTo>
                      <a:pt x="319260" y="137473"/>
                    </a:lnTo>
                    <a:lnTo>
                      <a:pt x="311686" y="137473"/>
                    </a:lnTo>
                    <a:close/>
                    <a:moveTo>
                      <a:pt x="255728" y="131746"/>
                    </a:moveTo>
                    <a:lnTo>
                      <a:pt x="269841" y="131746"/>
                    </a:lnTo>
                    <a:lnTo>
                      <a:pt x="269841" y="170275"/>
                    </a:lnTo>
                    <a:lnTo>
                      <a:pt x="263307" y="170275"/>
                    </a:lnTo>
                    <a:lnTo>
                      <a:pt x="263307" y="137473"/>
                    </a:lnTo>
                    <a:lnTo>
                      <a:pt x="255728" y="137473"/>
                    </a:lnTo>
                    <a:close/>
                    <a:moveTo>
                      <a:pt x="236181" y="131746"/>
                    </a:moveTo>
                    <a:lnTo>
                      <a:pt x="250294" y="131746"/>
                    </a:lnTo>
                    <a:lnTo>
                      <a:pt x="250294" y="170275"/>
                    </a:lnTo>
                    <a:lnTo>
                      <a:pt x="243760" y="170275"/>
                    </a:lnTo>
                    <a:lnTo>
                      <a:pt x="243760" y="137473"/>
                    </a:lnTo>
                    <a:lnTo>
                      <a:pt x="236181" y="137473"/>
                    </a:lnTo>
                    <a:close/>
                    <a:moveTo>
                      <a:pt x="180434" y="131746"/>
                    </a:moveTo>
                    <a:lnTo>
                      <a:pt x="194477" y="131746"/>
                    </a:lnTo>
                    <a:lnTo>
                      <a:pt x="194477" y="170275"/>
                    </a:lnTo>
                    <a:lnTo>
                      <a:pt x="187975" y="170275"/>
                    </a:lnTo>
                    <a:lnTo>
                      <a:pt x="187975" y="137473"/>
                    </a:lnTo>
                    <a:lnTo>
                      <a:pt x="180434" y="137473"/>
                    </a:lnTo>
                    <a:close/>
                    <a:moveTo>
                      <a:pt x="293686" y="131605"/>
                    </a:moveTo>
                    <a:cubicBezTo>
                      <a:pt x="304253" y="131605"/>
                      <a:pt x="309992" y="138508"/>
                      <a:pt x="309992" y="151010"/>
                    </a:cubicBezTo>
                    <a:cubicBezTo>
                      <a:pt x="309992" y="163513"/>
                      <a:pt x="304253" y="170416"/>
                      <a:pt x="293686" y="170416"/>
                    </a:cubicBezTo>
                    <a:cubicBezTo>
                      <a:pt x="283120" y="170416"/>
                      <a:pt x="277250" y="163513"/>
                      <a:pt x="277250" y="151010"/>
                    </a:cubicBezTo>
                    <a:cubicBezTo>
                      <a:pt x="277250" y="138508"/>
                      <a:pt x="283120" y="131605"/>
                      <a:pt x="293686" y="131605"/>
                    </a:cubicBezTo>
                    <a:close/>
                    <a:moveTo>
                      <a:pt x="218322" y="131605"/>
                    </a:moveTo>
                    <a:cubicBezTo>
                      <a:pt x="228758" y="131605"/>
                      <a:pt x="234628" y="138508"/>
                      <a:pt x="234628" y="151010"/>
                    </a:cubicBezTo>
                    <a:cubicBezTo>
                      <a:pt x="234628" y="163513"/>
                      <a:pt x="228758" y="170416"/>
                      <a:pt x="218322" y="170416"/>
                    </a:cubicBezTo>
                    <a:cubicBezTo>
                      <a:pt x="207756" y="170416"/>
                      <a:pt x="201886" y="163513"/>
                      <a:pt x="201886" y="151010"/>
                    </a:cubicBezTo>
                    <a:cubicBezTo>
                      <a:pt x="201886" y="138508"/>
                      <a:pt x="207756" y="131605"/>
                      <a:pt x="218322" y="131605"/>
                    </a:cubicBezTo>
                    <a:close/>
                    <a:moveTo>
                      <a:pt x="284182" y="88124"/>
                    </a:moveTo>
                    <a:cubicBezTo>
                      <a:pt x="284052" y="89296"/>
                      <a:pt x="283922" y="90597"/>
                      <a:pt x="283922" y="92159"/>
                    </a:cubicBezTo>
                    <a:cubicBezTo>
                      <a:pt x="283922" y="101792"/>
                      <a:pt x="287181" y="106348"/>
                      <a:pt x="293700" y="106348"/>
                    </a:cubicBezTo>
                    <a:cubicBezTo>
                      <a:pt x="299046" y="106348"/>
                      <a:pt x="302175" y="103224"/>
                      <a:pt x="303088" y="96715"/>
                    </a:cubicBezTo>
                    <a:cubicBezTo>
                      <a:pt x="300610" y="96325"/>
                      <a:pt x="298003" y="96064"/>
                      <a:pt x="295265" y="96064"/>
                    </a:cubicBezTo>
                    <a:cubicBezTo>
                      <a:pt x="293439" y="96064"/>
                      <a:pt x="291614" y="96195"/>
                      <a:pt x="289919" y="96455"/>
                    </a:cubicBezTo>
                    <a:cubicBezTo>
                      <a:pt x="288224" y="93461"/>
                      <a:pt x="286269" y="90728"/>
                      <a:pt x="284182" y="88124"/>
                    </a:cubicBezTo>
                    <a:close/>
                    <a:moveTo>
                      <a:pt x="257451" y="77823"/>
                    </a:moveTo>
                    <a:cubicBezTo>
                      <a:pt x="250943" y="77823"/>
                      <a:pt x="247689" y="82252"/>
                      <a:pt x="247689" y="92153"/>
                    </a:cubicBezTo>
                    <a:cubicBezTo>
                      <a:pt x="247689" y="101793"/>
                      <a:pt x="250943" y="106353"/>
                      <a:pt x="257451" y="106353"/>
                    </a:cubicBezTo>
                    <a:cubicBezTo>
                      <a:pt x="263830" y="106353"/>
                      <a:pt x="267084" y="101793"/>
                      <a:pt x="267084" y="92153"/>
                    </a:cubicBezTo>
                    <a:cubicBezTo>
                      <a:pt x="267084" y="82252"/>
                      <a:pt x="263830" y="77823"/>
                      <a:pt x="257451" y="77823"/>
                    </a:cubicBezTo>
                    <a:close/>
                    <a:moveTo>
                      <a:pt x="201533" y="77823"/>
                    </a:moveTo>
                    <a:cubicBezTo>
                      <a:pt x="195009" y="77823"/>
                      <a:pt x="191877" y="82252"/>
                      <a:pt x="191877" y="92153"/>
                    </a:cubicBezTo>
                    <a:cubicBezTo>
                      <a:pt x="191877" y="101793"/>
                      <a:pt x="195009" y="106353"/>
                      <a:pt x="201533" y="106353"/>
                    </a:cubicBezTo>
                    <a:cubicBezTo>
                      <a:pt x="208058" y="106353"/>
                      <a:pt x="211320" y="101793"/>
                      <a:pt x="211320" y="92153"/>
                    </a:cubicBezTo>
                    <a:cubicBezTo>
                      <a:pt x="211320" y="82252"/>
                      <a:pt x="208058" y="77823"/>
                      <a:pt x="201533" y="77823"/>
                    </a:cubicBezTo>
                    <a:close/>
                    <a:moveTo>
                      <a:pt x="219527" y="72894"/>
                    </a:moveTo>
                    <a:lnTo>
                      <a:pt x="233570" y="72894"/>
                    </a:lnTo>
                    <a:lnTo>
                      <a:pt x="233570" y="111282"/>
                    </a:lnTo>
                    <a:lnTo>
                      <a:pt x="227069" y="111282"/>
                    </a:lnTo>
                    <a:lnTo>
                      <a:pt x="227069" y="78620"/>
                    </a:lnTo>
                    <a:lnTo>
                      <a:pt x="219527" y="78620"/>
                    </a:lnTo>
                    <a:close/>
                    <a:moveTo>
                      <a:pt x="257451" y="72612"/>
                    </a:moveTo>
                    <a:cubicBezTo>
                      <a:pt x="267865" y="72612"/>
                      <a:pt x="273722" y="79647"/>
                      <a:pt x="273722" y="92153"/>
                    </a:cubicBezTo>
                    <a:cubicBezTo>
                      <a:pt x="273722" y="104529"/>
                      <a:pt x="267865" y="111564"/>
                      <a:pt x="257451" y="111564"/>
                    </a:cubicBezTo>
                    <a:cubicBezTo>
                      <a:pt x="246908" y="111564"/>
                      <a:pt x="241050" y="104529"/>
                      <a:pt x="241050" y="92153"/>
                    </a:cubicBezTo>
                    <a:cubicBezTo>
                      <a:pt x="241050" y="79647"/>
                      <a:pt x="246908" y="72612"/>
                      <a:pt x="257451" y="72612"/>
                    </a:cubicBezTo>
                    <a:close/>
                    <a:moveTo>
                      <a:pt x="201533" y="72612"/>
                    </a:moveTo>
                    <a:cubicBezTo>
                      <a:pt x="212103" y="72612"/>
                      <a:pt x="217975" y="79647"/>
                      <a:pt x="217975" y="92153"/>
                    </a:cubicBezTo>
                    <a:cubicBezTo>
                      <a:pt x="217975" y="104529"/>
                      <a:pt x="212103" y="111564"/>
                      <a:pt x="201533" y="111564"/>
                    </a:cubicBezTo>
                    <a:cubicBezTo>
                      <a:pt x="190964" y="111564"/>
                      <a:pt x="185092" y="104529"/>
                      <a:pt x="185092" y="92153"/>
                    </a:cubicBezTo>
                    <a:cubicBezTo>
                      <a:pt x="185092" y="79647"/>
                      <a:pt x="190964" y="72612"/>
                      <a:pt x="201533" y="72612"/>
                    </a:cubicBezTo>
                    <a:close/>
                    <a:moveTo>
                      <a:pt x="228379" y="61179"/>
                    </a:moveTo>
                    <a:cubicBezTo>
                      <a:pt x="208561" y="61179"/>
                      <a:pt x="190699" y="69250"/>
                      <a:pt x="177661" y="82267"/>
                    </a:cubicBezTo>
                    <a:lnTo>
                      <a:pt x="177661" y="111294"/>
                    </a:lnTo>
                    <a:lnTo>
                      <a:pt x="171272" y="111294"/>
                    </a:lnTo>
                    <a:lnTo>
                      <a:pt x="171272" y="89816"/>
                    </a:lnTo>
                    <a:cubicBezTo>
                      <a:pt x="162276" y="101662"/>
                      <a:pt x="157061" y="116371"/>
                      <a:pt x="157061" y="132251"/>
                    </a:cubicBezTo>
                    <a:cubicBezTo>
                      <a:pt x="158625" y="131861"/>
                      <a:pt x="160450" y="131601"/>
                      <a:pt x="162406" y="131601"/>
                    </a:cubicBezTo>
                    <a:cubicBezTo>
                      <a:pt x="172967" y="131601"/>
                      <a:pt x="178834" y="138500"/>
                      <a:pt x="178834" y="150996"/>
                    </a:cubicBezTo>
                    <a:cubicBezTo>
                      <a:pt x="178834" y="163492"/>
                      <a:pt x="172967" y="170391"/>
                      <a:pt x="162406" y="170391"/>
                    </a:cubicBezTo>
                    <a:cubicBezTo>
                      <a:pt x="151845" y="170391"/>
                      <a:pt x="146109" y="163492"/>
                      <a:pt x="146109" y="150996"/>
                    </a:cubicBezTo>
                    <a:cubicBezTo>
                      <a:pt x="146109" y="143576"/>
                      <a:pt x="148064" y="138109"/>
                      <a:pt x="151976" y="134985"/>
                    </a:cubicBezTo>
                    <a:cubicBezTo>
                      <a:pt x="147934" y="136287"/>
                      <a:pt x="144022" y="137979"/>
                      <a:pt x="140502" y="140192"/>
                    </a:cubicBezTo>
                    <a:cubicBezTo>
                      <a:pt x="141806" y="143055"/>
                      <a:pt x="142588" y="146700"/>
                      <a:pt x="142588" y="150996"/>
                    </a:cubicBezTo>
                    <a:cubicBezTo>
                      <a:pt x="142588" y="163492"/>
                      <a:pt x="136721" y="170391"/>
                      <a:pt x="126160" y="170391"/>
                    </a:cubicBezTo>
                    <a:cubicBezTo>
                      <a:pt x="123031" y="170391"/>
                      <a:pt x="120293" y="169740"/>
                      <a:pt x="117946" y="168569"/>
                    </a:cubicBezTo>
                    <a:cubicBezTo>
                      <a:pt x="116251" y="173775"/>
                      <a:pt x="115208" y="179373"/>
                      <a:pt x="115208" y="185100"/>
                    </a:cubicBezTo>
                    <a:cubicBezTo>
                      <a:pt x="115208" y="187052"/>
                      <a:pt x="115339" y="188875"/>
                      <a:pt x="115469" y="190567"/>
                    </a:cubicBezTo>
                    <a:lnTo>
                      <a:pt x="121858" y="190567"/>
                    </a:lnTo>
                    <a:lnTo>
                      <a:pt x="121858" y="210743"/>
                    </a:lnTo>
                    <a:lnTo>
                      <a:pt x="132913" y="222169"/>
                    </a:lnTo>
                    <a:lnTo>
                      <a:pt x="133530" y="224253"/>
                    </a:lnTo>
                    <a:lnTo>
                      <a:pt x="135857" y="225211"/>
                    </a:lnTo>
                    <a:lnTo>
                      <a:pt x="140877" y="230399"/>
                    </a:lnTo>
                    <a:cubicBezTo>
                      <a:pt x="148814" y="235183"/>
                      <a:pt x="158104" y="237949"/>
                      <a:pt x="168013" y="237949"/>
                    </a:cubicBezTo>
                    <a:lnTo>
                      <a:pt x="354327" y="237949"/>
                    </a:lnTo>
                    <a:cubicBezTo>
                      <a:pt x="370495" y="237949"/>
                      <a:pt x="384967" y="230659"/>
                      <a:pt x="394615" y="219335"/>
                    </a:cubicBezTo>
                    <a:lnTo>
                      <a:pt x="394615" y="196425"/>
                    </a:lnTo>
                    <a:lnTo>
                      <a:pt x="387053" y="196425"/>
                    </a:lnTo>
                    <a:lnTo>
                      <a:pt x="387053" y="190567"/>
                    </a:lnTo>
                    <a:lnTo>
                      <a:pt x="401134" y="190567"/>
                    </a:lnTo>
                    <a:lnTo>
                      <a:pt x="401134" y="209702"/>
                    </a:lnTo>
                    <a:cubicBezTo>
                      <a:pt x="404915" y="202413"/>
                      <a:pt x="407132" y="194082"/>
                      <a:pt x="407132" y="185230"/>
                    </a:cubicBezTo>
                    <a:cubicBezTo>
                      <a:pt x="407132" y="180023"/>
                      <a:pt x="406349" y="175077"/>
                      <a:pt x="405046" y="170391"/>
                    </a:cubicBezTo>
                    <a:cubicBezTo>
                      <a:pt x="394746" y="170261"/>
                      <a:pt x="389009" y="163362"/>
                      <a:pt x="389009" y="150996"/>
                    </a:cubicBezTo>
                    <a:cubicBezTo>
                      <a:pt x="389009" y="149043"/>
                      <a:pt x="389139" y="147351"/>
                      <a:pt x="389400" y="145789"/>
                    </a:cubicBezTo>
                    <a:cubicBezTo>
                      <a:pt x="386923" y="143576"/>
                      <a:pt x="384315" y="141624"/>
                      <a:pt x="381577" y="139931"/>
                    </a:cubicBezTo>
                    <a:lnTo>
                      <a:pt x="381577" y="170261"/>
                    </a:lnTo>
                    <a:lnTo>
                      <a:pt x="375058" y="170261"/>
                    </a:lnTo>
                    <a:lnTo>
                      <a:pt x="375058" y="137458"/>
                    </a:lnTo>
                    <a:lnTo>
                      <a:pt x="367496" y="137458"/>
                    </a:lnTo>
                    <a:lnTo>
                      <a:pt x="367496" y="134074"/>
                    </a:lnTo>
                    <a:cubicBezTo>
                      <a:pt x="363584" y="133163"/>
                      <a:pt x="359673" y="132512"/>
                      <a:pt x="355501" y="132512"/>
                    </a:cubicBezTo>
                    <a:cubicBezTo>
                      <a:pt x="362281" y="134725"/>
                      <a:pt x="365931" y="141103"/>
                      <a:pt x="365931" y="150996"/>
                    </a:cubicBezTo>
                    <a:cubicBezTo>
                      <a:pt x="365931" y="163492"/>
                      <a:pt x="360064" y="170391"/>
                      <a:pt x="349503" y="170391"/>
                    </a:cubicBezTo>
                    <a:cubicBezTo>
                      <a:pt x="338942" y="170391"/>
                      <a:pt x="333075" y="163492"/>
                      <a:pt x="333075" y="150996"/>
                    </a:cubicBezTo>
                    <a:cubicBezTo>
                      <a:pt x="333075" y="140192"/>
                      <a:pt x="337508" y="133683"/>
                      <a:pt x="345331" y="131991"/>
                    </a:cubicBezTo>
                    <a:cubicBezTo>
                      <a:pt x="341811" y="121317"/>
                      <a:pt x="334770" y="112075"/>
                      <a:pt x="325644" y="105697"/>
                    </a:cubicBezTo>
                    <a:lnTo>
                      <a:pt x="325644" y="111294"/>
                    </a:lnTo>
                    <a:lnTo>
                      <a:pt x="319255" y="111294"/>
                    </a:lnTo>
                    <a:lnTo>
                      <a:pt x="319255" y="101792"/>
                    </a:lnTo>
                    <a:cubicBezTo>
                      <a:pt x="316126" y="100230"/>
                      <a:pt x="312866" y="98928"/>
                      <a:pt x="309476" y="98017"/>
                    </a:cubicBezTo>
                    <a:cubicBezTo>
                      <a:pt x="307912" y="106738"/>
                      <a:pt x="302436" y="111555"/>
                      <a:pt x="293700" y="111555"/>
                    </a:cubicBezTo>
                    <a:cubicBezTo>
                      <a:pt x="283139" y="111555"/>
                      <a:pt x="277272" y="104525"/>
                      <a:pt x="277272" y="92159"/>
                    </a:cubicBezTo>
                    <a:cubicBezTo>
                      <a:pt x="277272" y="88254"/>
                      <a:pt x="277794" y="85000"/>
                      <a:pt x="278967" y="82267"/>
                    </a:cubicBezTo>
                    <a:cubicBezTo>
                      <a:pt x="266059" y="69250"/>
                      <a:pt x="248067" y="61179"/>
                      <a:pt x="228379" y="61179"/>
                    </a:cubicBezTo>
                    <a:close/>
                    <a:moveTo>
                      <a:pt x="242069" y="0"/>
                    </a:moveTo>
                    <a:cubicBezTo>
                      <a:pt x="332945" y="0"/>
                      <a:pt x="402568" y="56623"/>
                      <a:pt x="429296" y="90077"/>
                    </a:cubicBezTo>
                    <a:cubicBezTo>
                      <a:pt x="466977" y="137068"/>
                      <a:pt x="489793" y="223110"/>
                      <a:pt x="458111" y="290146"/>
                    </a:cubicBezTo>
                    <a:cubicBezTo>
                      <a:pt x="451200" y="304725"/>
                      <a:pt x="441161" y="319434"/>
                      <a:pt x="430470" y="335055"/>
                    </a:cubicBezTo>
                    <a:cubicBezTo>
                      <a:pt x="406089" y="370851"/>
                      <a:pt x="378448" y="411334"/>
                      <a:pt x="391747" y="452988"/>
                    </a:cubicBezTo>
                    <a:cubicBezTo>
                      <a:pt x="392659" y="455982"/>
                      <a:pt x="391877" y="459366"/>
                      <a:pt x="389530" y="461579"/>
                    </a:cubicBezTo>
                    <a:lnTo>
                      <a:pt x="238940" y="605155"/>
                    </a:lnTo>
                    <a:cubicBezTo>
                      <a:pt x="237245" y="606587"/>
                      <a:pt x="235159" y="607498"/>
                      <a:pt x="233073" y="607498"/>
                    </a:cubicBezTo>
                    <a:cubicBezTo>
                      <a:pt x="232291" y="607498"/>
                      <a:pt x="231509" y="607368"/>
                      <a:pt x="230726" y="607108"/>
                    </a:cubicBezTo>
                    <a:cubicBezTo>
                      <a:pt x="227858" y="606327"/>
                      <a:pt x="225641" y="603984"/>
                      <a:pt x="224859" y="601120"/>
                    </a:cubicBezTo>
                    <a:cubicBezTo>
                      <a:pt x="215602" y="565584"/>
                      <a:pt x="189917" y="506357"/>
                      <a:pt x="160581" y="498286"/>
                    </a:cubicBezTo>
                    <a:cubicBezTo>
                      <a:pt x="158104" y="497636"/>
                      <a:pt x="154844" y="497375"/>
                      <a:pt x="150802" y="497375"/>
                    </a:cubicBezTo>
                    <a:cubicBezTo>
                      <a:pt x="143501" y="497375"/>
                      <a:pt x="134505" y="498417"/>
                      <a:pt x="124856" y="499458"/>
                    </a:cubicBezTo>
                    <a:cubicBezTo>
                      <a:pt x="113513" y="500760"/>
                      <a:pt x="101909" y="502192"/>
                      <a:pt x="91088" y="502192"/>
                    </a:cubicBezTo>
                    <a:cubicBezTo>
                      <a:pt x="66576" y="502192"/>
                      <a:pt x="53408" y="494642"/>
                      <a:pt x="50800" y="479021"/>
                    </a:cubicBezTo>
                    <a:cubicBezTo>
                      <a:pt x="49366" y="470040"/>
                      <a:pt x="48192" y="460668"/>
                      <a:pt x="47019" y="451686"/>
                    </a:cubicBezTo>
                    <a:cubicBezTo>
                      <a:pt x="42064" y="413937"/>
                      <a:pt x="36980" y="374886"/>
                      <a:pt x="7905" y="355101"/>
                    </a:cubicBezTo>
                    <a:cubicBezTo>
                      <a:pt x="-9175" y="343386"/>
                      <a:pt x="4776" y="318914"/>
                      <a:pt x="18205" y="295093"/>
                    </a:cubicBezTo>
                    <a:cubicBezTo>
                      <a:pt x="27201" y="279212"/>
                      <a:pt x="36588" y="262941"/>
                      <a:pt x="35154" y="252267"/>
                    </a:cubicBezTo>
                    <a:cubicBezTo>
                      <a:pt x="34633" y="248362"/>
                      <a:pt x="34111" y="244457"/>
                      <a:pt x="33590" y="240552"/>
                    </a:cubicBezTo>
                    <a:cubicBezTo>
                      <a:pt x="24985" y="178201"/>
                      <a:pt x="18205" y="128997"/>
                      <a:pt x="70096" y="75628"/>
                    </a:cubicBezTo>
                    <a:cubicBezTo>
                      <a:pt x="70227" y="75498"/>
                      <a:pt x="70227" y="75498"/>
                      <a:pt x="70357" y="75368"/>
                    </a:cubicBezTo>
                    <a:cubicBezTo>
                      <a:pt x="123553" y="25383"/>
                      <a:pt x="181442" y="0"/>
                      <a:pt x="242069" y="0"/>
                    </a:cubicBezTo>
                    <a:close/>
                  </a:path>
                </a:pathLst>
              </a:custGeom>
              <a:solidFill>
                <a:srgbClr val="184199"/>
              </a:solidFill>
              <a:ln w="12700" cap="flat" cmpd="sng" algn="ctr">
                <a:noFill/>
                <a:prstDash val="solid"/>
                <a:miter lim="800000"/>
              </a:ln>
              <a:effectLst/>
            </p:spPr>
            <p:txBody>
              <a:bodyPr rtlCol="0" anchor="ctr"/>
              <a:lstStyle/>
              <a:p>
                <a:pPr marL="0" marR="0" lvl="0" indent="0" algn="ctr" defTabSz="914400" eaLnBrk="1" fontAlgn="auto" latinLnBrk="0" hangingPunct="1">
                  <a:lnSpc>
                    <a:spcPct val="100000"/>
                  </a:lnSpc>
                  <a:spcBef>
                    <a:spcPts val="0"/>
                  </a:spcBef>
                  <a:spcAft>
                    <a:spcPts val="0"/>
                  </a:spcAft>
                  <a:buClrTx/>
                  <a:buSzTx/>
                  <a:buFontTx/>
                  <a:buNone/>
                </a:pPr>
                <a:endParaRPr kumimoji="0" lang="en-US" sz="1400" b="0" i="0" u="none" strike="noStrike" kern="0" cap="none" spc="0" normalizeH="0" baseline="0" noProof="0">
                  <a:ln>
                    <a:noFill/>
                  </a:ln>
                  <a:solidFill>
                    <a:prstClr val="white"/>
                  </a:solidFill>
                  <a:effectLst/>
                  <a:uLnTx/>
                  <a:uFillTx/>
                  <a:latin typeface="等线" panose="02010600030101010101" charset="-122"/>
                  <a:ea typeface="+mn-ea"/>
                  <a:cs typeface="+mn-cs"/>
                </a:endParaRPr>
              </a:p>
            </p:txBody>
          </p:sp>
          <p:sp>
            <p:nvSpPr>
              <p:cNvPr id="249" name="文本框 248"/>
              <p:cNvSpPr txBox="1"/>
              <p:nvPr/>
            </p:nvSpPr>
            <p:spPr>
              <a:xfrm>
                <a:off x="4539" y="5341"/>
                <a:ext cx="1534" cy="424"/>
              </a:xfrm>
              <a:prstGeom prst="rect">
                <a:avLst/>
              </a:prstGeom>
              <a:noFill/>
            </p:spPr>
            <p:txBody>
              <a:bodyPr wrap="square">
                <a:spAutoFit/>
              </a:bodyPr>
              <a:lstStyle/>
              <a:p>
                <a:pPr marL="0" marR="0" lvl="0" indent="0" algn="ctr" defTabSz="914400" eaLnBrk="1" fontAlgn="auto" latinLnBrk="0" hangingPunct="1">
                  <a:lnSpc>
                    <a:spcPct val="100000"/>
                  </a:lnSpc>
                  <a:spcBef>
                    <a:spcPts val="0"/>
                  </a:spcBef>
                  <a:spcAft>
                    <a:spcPts val="0"/>
                  </a:spcAft>
                  <a:buClrTx/>
                  <a:buSzTx/>
                  <a:buFontTx/>
                  <a:buNone/>
                </a:pPr>
                <a:r>
                  <a:rPr kumimoji="0" lang="zh-CN" altLang="en-US" sz="800" b="1" i="0" u="none" strike="noStrike" kern="0" cap="none" spc="0" normalizeH="0" baseline="0" noProof="0" dirty="0">
                    <a:ln>
                      <a:noFill/>
                    </a:ln>
                    <a:solidFill>
                      <a:srgbClr val="184199"/>
                    </a:solidFill>
                    <a:effectLst/>
                    <a:uLnTx/>
                    <a:uFillTx/>
                    <a:latin typeface="Arial" panose="020B0604020202020204" pitchFamily="34" charset="0"/>
                    <a:ea typeface="黑体-简" panose="02000000000000000000" charset="-122"/>
                  </a:rPr>
                  <a:t>新型威胁情报</a:t>
                </a:r>
                <a:endParaRPr kumimoji="0" lang="zh-CN" altLang="en-US" sz="800" b="1" i="0" u="none" strike="noStrike" kern="0" cap="none" spc="0" normalizeH="0" baseline="0" noProof="0" dirty="0">
                  <a:ln>
                    <a:noFill/>
                  </a:ln>
                  <a:solidFill>
                    <a:srgbClr val="184199"/>
                  </a:solidFill>
                  <a:effectLst/>
                  <a:uLnTx/>
                  <a:uFillTx/>
                  <a:latin typeface="Arial" panose="020B0604020202020204" pitchFamily="34" charset="0"/>
                  <a:ea typeface="黑体-简" panose="02000000000000000000" charset="-122"/>
                </a:endParaRPr>
              </a:p>
            </p:txBody>
          </p:sp>
        </p:grpSp>
        <p:grpSp>
          <p:nvGrpSpPr>
            <p:cNvPr id="250" name="组合 249"/>
            <p:cNvGrpSpPr/>
            <p:nvPr/>
          </p:nvGrpSpPr>
          <p:grpSpPr>
            <a:xfrm rot="0">
              <a:off x="3106" y="2622"/>
              <a:ext cx="1134" cy="760"/>
              <a:chOff x="5374" y="3400"/>
              <a:chExt cx="1204" cy="1086"/>
            </a:xfrm>
          </p:grpSpPr>
          <p:pic>
            <p:nvPicPr>
              <p:cNvPr id="251" name="图片 250"/>
              <p:cNvPicPr>
                <a:picLocks noChangeAspect="1"/>
              </p:cNvPicPr>
              <p:nvPr/>
            </p:nvPicPr>
            <p:blipFill>
              <a:blip r:embed="rId59"/>
              <a:srcRect/>
              <a:stretch>
                <a:fillRect/>
              </a:stretch>
            </p:blipFill>
            <p:spPr>
              <a:xfrm>
                <a:off x="5594" y="3400"/>
                <a:ext cx="398" cy="506"/>
              </a:xfrm>
              <a:prstGeom prst="rect">
                <a:avLst/>
              </a:prstGeom>
            </p:spPr>
          </p:pic>
          <p:pic>
            <p:nvPicPr>
              <p:cNvPr id="252" name="图片 251"/>
              <p:cNvPicPr>
                <a:picLocks noChangeAspect="1"/>
              </p:cNvPicPr>
              <p:nvPr/>
            </p:nvPicPr>
            <p:blipFill>
              <a:blip r:embed="rId59"/>
              <a:srcRect/>
              <a:stretch>
                <a:fillRect/>
              </a:stretch>
            </p:blipFill>
            <p:spPr>
              <a:xfrm>
                <a:off x="5778" y="3458"/>
                <a:ext cx="464" cy="590"/>
              </a:xfrm>
              <a:prstGeom prst="rect">
                <a:avLst/>
              </a:prstGeom>
            </p:spPr>
          </p:pic>
          <p:sp>
            <p:nvSpPr>
              <p:cNvPr id="253" name="文本框 252"/>
              <p:cNvSpPr txBox="1"/>
              <p:nvPr/>
            </p:nvSpPr>
            <p:spPr>
              <a:xfrm>
                <a:off x="5374" y="4005"/>
                <a:ext cx="1204" cy="481"/>
              </a:xfrm>
              <a:prstGeom prst="rect">
                <a:avLst/>
              </a:prstGeom>
              <a:noFill/>
            </p:spPr>
            <p:txBody>
              <a:bodyPr wrap="square">
                <a:spAutoFit/>
              </a:bodyPr>
              <a:lstStyle/>
              <a:p>
                <a:r>
                  <a:rPr lang="zh-CN" altLang="en-US" sz="800" b="1" dirty="0">
                    <a:solidFill>
                      <a:srgbClr val="4472C4">
                        <a:lumMod val="75000"/>
                      </a:srgbClr>
                    </a:solidFill>
                    <a:latin typeface="Arial Black" panose="020B0A04020102020204" pitchFamily="34" charset="0"/>
                    <a:ea typeface="微软雅黑" panose="020B0503020204020204" charset="-122"/>
                  </a:rPr>
                  <a:t>专家研判</a:t>
                </a:r>
                <a:endParaRPr lang="zh-CN" altLang="en-US" sz="800" b="1" dirty="0">
                  <a:solidFill>
                    <a:srgbClr val="4472C4">
                      <a:lumMod val="75000"/>
                    </a:srgbClr>
                  </a:solidFill>
                  <a:latin typeface="Arial Black" panose="020B0A04020102020204" pitchFamily="34" charset="0"/>
                  <a:ea typeface="微软雅黑" panose="020B0503020204020204" charset="-122"/>
                </a:endParaRPr>
              </a:p>
            </p:txBody>
          </p:sp>
        </p:grpSp>
        <p:grpSp>
          <p:nvGrpSpPr>
            <p:cNvPr id="254" name="组合 253"/>
            <p:cNvGrpSpPr/>
            <p:nvPr/>
          </p:nvGrpSpPr>
          <p:grpSpPr>
            <a:xfrm rot="0">
              <a:off x="5749" y="1865"/>
              <a:ext cx="1322" cy="679"/>
              <a:chOff x="4230" y="3255"/>
              <a:chExt cx="1402" cy="854"/>
            </a:xfrm>
          </p:grpSpPr>
          <p:sp>
            <p:nvSpPr>
              <p:cNvPr id="256" name="文本框 255"/>
              <p:cNvSpPr txBox="1"/>
              <p:nvPr/>
            </p:nvSpPr>
            <p:spPr>
              <a:xfrm>
                <a:off x="4230" y="3685"/>
                <a:ext cx="1402" cy="424"/>
              </a:xfrm>
              <a:prstGeom prst="rect">
                <a:avLst/>
              </a:prstGeom>
              <a:noFill/>
            </p:spPr>
            <p:txBody>
              <a:bodyPr wrap="square">
                <a:spAutoFit/>
              </a:bodyPr>
              <a:lstStyle/>
              <a:p>
                <a:r>
                  <a:rPr lang="zh-CN" altLang="en-US" sz="800" b="1" dirty="0">
                    <a:solidFill>
                      <a:srgbClr val="4472C4">
                        <a:lumMod val="75000"/>
                      </a:srgbClr>
                    </a:solidFill>
                    <a:latin typeface="Arial Black" panose="020B0A04020102020204" pitchFamily="34" charset="0"/>
                    <a:ea typeface="微软雅黑" panose="020B0503020204020204" charset="-122"/>
                  </a:rPr>
                  <a:t>专家咨询</a:t>
                </a:r>
                <a:endParaRPr lang="zh-CN" altLang="en-US" sz="800" b="1" dirty="0">
                  <a:solidFill>
                    <a:srgbClr val="4472C4">
                      <a:lumMod val="75000"/>
                    </a:srgbClr>
                  </a:solidFill>
                  <a:latin typeface="Arial Black" panose="020B0A04020102020204" pitchFamily="34" charset="0"/>
                  <a:ea typeface="微软雅黑" panose="020B0503020204020204" charset="-122"/>
                </a:endParaRPr>
              </a:p>
            </p:txBody>
          </p:sp>
          <p:pic>
            <p:nvPicPr>
              <p:cNvPr id="257" name="图片 14" descr="32303038313137363b32303131373338373bbfcdb7fe"/>
              <p:cNvPicPr>
                <a:picLocks noChangeAspect="1"/>
              </p:cNvPicPr>
              <p:nvPr/>
            </p:nvPicPr>
            <p:blipFill>
              <a:blip r:embed="rId60">
                <a:extLst>
                  <a:ext uri="{96DAC541-7B7A-43D3-8B79-37D633B846F1}">
                    <asvg:svgBlip xmlns:asvg="http://schemas.microsoft.com/office/drawing/2016/SVG/main" r:embed="rId61"/>
                  </a:ext>
                </a:extLst>
              </a:blip>
              <a:stretch>
                <a:fillRect/>
              </a:stretch>
            </p:blipFill>
            <p:spPr>
              <a:xfrm>
                <a:off x="4698" y="3255"/>
                <a:ext cx="466" cy="466"/>
              </a:xfrm>
              <a:prstGeom prst="rect">
                <a:avLst/>
              </a:prstGeom>
            </p:spPr>
          </p:pic>
        </p:grpSp>
        <p:grpSp>
          <p:nvGrpSpPr>
            <p:cNvPr id="258" name="组合 257"/>
            <p:cNvGrpSpPr/>
            <p:nvPr/>
          </p:nvGrpSpPr>
          <p:grpSpPr>
            <a:xfrm rot="0">
              <a:off x="1395" y="2529"/>
              <a:ext cx="1559" cy="887"/>
              <a:chOff x="1499" y="2594"/>
              <a:chExt cx="1624" cy="1116"/>
            </a:xfrm>
          </p:grpSpPr>
          <p:pic>
            <p:nvPicPr>
              <p:cNvPr id="259" name="图片 14" descr="3504981"/>
              <p:cNvPicPr>
                <a:picLocks noChangeAspect="1"/>
              </p:cNvPicPr>
              <p:nvPr/>
            </p:nvPicPr>
            <p:blipFill>
              <a:blip r:embed="rId62">
                <a:extLst>
                  <a:ext uri="{96DAC541-7B7A-43D3-8B79-37D633B846F1}">
                    <asvg:svgBlip xmlns:asvg="http://schemas.microsoft.com/office/drawing/2016/SVG/main" r:embed="rId63"/>
                  </a:ext>
                </a:extLst>
              </a:blip>
              <a:stretch>
                <a:fillRect/>
              </a:stretch>
            </p:blipFill>
            <p:spPr>
              <a:xfrm>
                <a:off x="1869" y="2594"/>
                <a:ext cx="883" cy="883"/>
              </a:xfrm>
              <a:prstGeom prst="rect">
                <a:avLst/>
              </a:prstGeom>
            </p:spPr>
          </p:pic>
          <p:sp>
            <p:nvSpPr>
              <p:cNvPr id="260" name="文本框 259"/>
              <p:cNvSpPr txBox="1"/>
              <p:nvPr/>
            </p:nvSpPr>
            <p:spPr>
              <a:xfrm>
                <a:off x="1499" y="3345"/>
                <a:ext cx="1624" cy="365"/>
              </a:xfrm>
              <a:prstGeom prst="rect">
                <a:avLst/>
              </a:prstGeom>
              <a:noFill/>
            </p:spPr>
            <p:txBody>
              <a:bodyPr wrap="square">
                <a:noAutofit/>
              </a:bodyPr>
              <a:lstStyle/>
              <a:p>
                <a:pPr algn="ctr"/>
                <a:r>
                  <a:rPr lang="en-US" altLang="zh-CN" sz="800" b="1" dirty="0">
                    <a:solidFill>
                      <a:srgbClr val="184199"/>
                    </a:solidFill>
                    <a:latin typeface="Arial Black" panose="020B0A04020102020204" pitchFamily="34" charset="0"/>
                    <a:ea typeface="微软雅黑" panose="020B0503020204020204" charset="-122"/>
                  </a:rPr>
                  <a:t>AI</a:t>
                </a:r>
                <a:r>
                  <a:rPr lang="zh-CN" altLang="en-US" sz="800" b="1" dirty="0">
                    <a:solidFill>
                      <a:srgbClr val="184199"/>
                    </a:solidFill>
                    <a:latin typeface="Arial Black" panose="020B0A04020102020204" pitchFamily="34" charset="0"/>
                    <a:ea typeface="微软雅黑" panose="020B0503020204020204" charset="-122"/>
                  </a:rPr>
                  <a:t>智能检测引擎</a:t>
                </a:r>
                <a:endParaRPr lang="zh-CN" altLang="en-US" sz="800" b="1" dirty="0">
                  <a:solidFill>
                    <a:srgbClr val="184199"/>
                  </a:solidFill>
                  <a:latin typeface="Arial Black" panose="020B0A04020102020204" pitchFamily="34" charset="0"/>
                  <a:ea typeface="微软雅黑" panose="020B0503020204020204" charset="-122"/>
                </a:endParaRPr>
              </a:p>
            </p:txBody>
          </p:sp>
        </p:grpSp>
        <p:sp>
          <p:nvSpPr>
            <p:cNvPr id="261" name="shield-user-interface-symbol-for-security_47744"/>
            <p:cNvSpPr>
              <a:spLocks noChangeAspect="1"/>
            </p:cNvSpPr>
            <p:nvPr/>
          </p:nvSpPr>
          <p:spPr>
            <a:xfrm>
              <a:off x="4776" y="2550"/>
              <a:ext cx="500" cy="525"/>
            </a:xfrm>
            <a:custGeom>
              <a:avLst/>
              <a:gdLst>
                <a:gd name="T0" fmla="*/ 3246 w 7943"/>
                <a:gd name="T1" fmla="*/ 3842 h 8160"/>
                <a:gd name="T2" fmla="*/ 5168 w 7943"/>
                <a:gd name="T3" fmla="*/ 1921 h 8160"/>
                <a:gd name="T4" fmla="*/ 3246 w 7943"/>
                <a:gd name="T5" fmla="*/ 0 h 8160"/>
                <a:gd name="T6" fmla="*/ 1325 w 7943"/>
                <a:gd name="T7" fmla="*/ 1921 h 8160"/>
                <a:gd name="T8" fmla="*/ 3246 w 7943"/>
                <a:gd name="T9" fmla="*/ 3842 h 8160"/>
                <a:gd name="T10" fmla="*/ 4144 w 7943"/>
                <a:gd name="T11" fmla="*/ 2685 h 8160"/>
                <a:gd name="T12" fmla="*/ 3234 w 7943"/>
                <a:gd name="T13" fmla="*/ 3191 h 8160"/>
                <a:gd name="T14" fmla="*/ 2323 w 7943"/>
                <a:gd name="T15" fmla="*/ 2685 h 8160"/>
                <a:gd name="T16" fmla="*/ 4144 w 7943"/>
                <a:gd name="T17" fmla="*/ 2685 h 8160"/>
                <a:gd name="T18" fmla="*/ 7939 w 7943"/>
                <a:gd name="T19" fmla="*/ 5684 h 8160"/>
                <a:gd name="T20" fmla="*/ 6355 w 7943"/>
                <a:gd name="T21" fmla="*/ 8160 h 8160"/>
                <a:gd name="T22" fmla="*/ 4770 w 7943"/>
                <a:gd name="T23" fmla="*/ 5684 h 8160"/>
                <a:gd name="T24" fmla="*/ 4929 w 7943"/>
                <a:gd name="T25" fmla="*/ 5527 h 8160"/>
                <a:gd name="T26" fmla="*/ 6261 w 7943"/>
                <a:gd name="T27" fmla="*/ 5067 h 8160"/>
                <a:gd name="T28" fmla="*/ 6449 w 7943"/>
                <a:gd name="T29" fmla="*/ 5067 h 8160"/>
                <a:gd name="T30" fmla="*/ 7781 w 7943"/>
                <a:gd name="T31" fmla="*/ 5527 h 8160"/>
                <a:gd name="T32" fmla="*/ 7939 w 7943"/>
                <a:gd name="T33" fmla="*/ 5684 h 8160"/>
                <a:gd name="T34" fmla="*/ 4439 w 7943"/>
                <a:gd name="T35" fmla="*/ 5696 h 8160"/>
                <a:gd name="T36" fmla="*/ 4731 w 7943"/>
                <a:gd name="T37" fmla="*/ 7078 h 8160"/>
                <a:gd name="T38" fmla="*/ 3246 w 7943"/>
                <a:gd name="T39" fmla="*/ 7155 h 8160"/>
                <a:gd name="T40" fmla="*/ 155 w 7943"/>
                <a:gd name="T41" fmla="*/ 6704 h 8160"/>
                <a:gd name="T42" fmla="*/ 0 w 7943"/>
                <a:gd name="T43" fmla="*/ 6463 h 8160"/>
                <a:gd name="T44" fmla="*/ 0 w 7943"/>
                <a:gd name="T45" fmla="*/ 5830 h 8160"/>
                <a:gd name="T46" fmla="*/ 1645 w 7943"/>
                <a:gd name="T47" fmla="*/ 3988 h 8160"/>
                <a:gd name="T48" fmla="*/ 1737 w 7943"/>
                <a:gd name="T49" fmla="*/ 4013 h 8160"/>
                <a:gd name="T50" fmla="*/ 3246 w 7943"/>
                <a:gd name="T51" fmla="*/ 4505 h 8160"/>
                <a:gd name="T52" fmla="*/ 4756 w 7943"/>
                <a:gd name="T53" fmla="*/ 4013 h 8160"/>
                <a:gd name="T54" fmla="*/ 4848 w 7943"/>
                <a:gd name="T55" fmla="*/ 3988 h 8160"/>
                <a:gd name="T56" fmla="*/ 6143 w 7943"/>
                <a:gd name="T57" fmla="*/ 4753 h 8160"/>
                <a:gd name="T58" fmla="*/ 6050 w 7943"/>
                <a:gd name="T59" fmla="*/ 4811 h 8160"/>
                <a:gd name="T60" fmla="*/ 5017 w 7943"/>
                <a:gd name="T61" fmla="*/ 5198 h 8160"/>
                <a:gd name="T62" fmla="*/ 4943 w 7943"/>
                <a:gd name="T63" fmla="*/ 5196 h 8160"/>
                <a:gd name="T64" fmla="*/ 4922 w 7943"/>
                <a:gd name="T65" fmla="*/ 5195 h 8160"/>
                <a:gd name="T66" fmla="*/ 4574 w 7943"/>
                <a:gd name="T67" fmla="*/ 5343 h 8160"/>
                <a:gd name="T68" fmla="*/ 4439 w 7943"/>
                <a:gd name="T69" fmla="*/ 5696 h 816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Lst>
              <a:rect l="0" t="0" r="r" b="b"/>
              <a:pathLst>
                <a:path w="7943" h="8160">
                  <a:moveTo>
                    <a:pt x="3246" y="3842"/>
                  </a:moveTo>
                  <a:cubicBezTo>
                    <a:pt x="4307" y="3842"/>
                    <a:pt x="5168" y="2982"/>
                    <a:pt x="5168" y="1921"/>
                  </a:cubicBezTo>
                  <a:cubicBezTo>
                    <a:pt x="5168" y="860"/>
                    <a:pt x="4307" y="0"/>
                    <a:pt x="3246" y="0"/>
                  </a:cubicBezTo>
                  <a:cubicBezTo>
                    <a:pt x="2185" y="0"/>
                    <a:pt x="1325" y="860"/>
                    <a:pt x="1325" y="1921"/>
                  </a:cubicBezTo>
                  <a:cubicBezTo>
                    <a:pt x="1325" y="2982"/>
                    <a:pt x="2185" y="3842"/>
                    <a:pt x="3246" y="3842"/>
                  </a:cubicBezTo>
                  <a:close/>
                  <a:moveTo>
                    <a:pt x="4144" y="2685"/>
                  </a:moveTo>
                  <a:cubicBezTo>
                    <a:pt x="4057" y="2974"/>
                    <a:pt x="3683" y="3191"/>
                    <a:pt x="3234" y="3191"/>
                  </a:cubicBezTo>
                  <a:cubicBezTo>
                    <a:pt x="2785" y="3191"/>
                    <a:pt x="2411" y="2974"/>
                    <a:pt x="2323" y="2685"/>
                  </a:cubicBezTo>
                  <a:lnTo>
                    <a:pt x="4144" y="2685"/>
                  </a:lnTo>
                  <a:close/>
                  <a:moveTo>
                    <a:pt x="7939" y="5684"/>
                  </a:moveTo>
                  <a:cubicBezTo>
                    <a:pt x="7898" y="6822"/>
                    <a:pt x="7435" y="7800"/>
                    <a:pt x="6355" y="8160"/>
                  </a:cubicBezTo>
                  <a:cubicBezTo>
                    <a:pt x="5274" y="7800"/>
                    <a:pt x="4811" y="6822"/>
                    <a:pt x="4770" y="5684"/>
                  </a:cubicBezTo>
                  <a:cubicBezTo>
                    <a:pt x="4767" y="5595"/>
                    <a:pt x="4840" y="5523"/>
                    <a:pt x="4929" y="5527"/>
                  </a:cubicBezTo>
                  <a:cubicBezTo>
                    <a:pt x="5434" y="5548"/>
                    <a:pt x="5875" y="5386"/>
                    <a:pt x="6261" y="5067"/>
                  </a:cubicBezTo>
                  <a:cubicBezTo>
                    <a:pt x="6315" y="5022"/>
                    <a:pt x="6395" y="5022"/>
                    <a:pt x="6449" y="5067"/>
                  </a:cubicBezTo>
                  <a:cubicBezTo>
                    <a:pt x="6835" y="5386"/>
                    <a:pt x="7276" y="5548"/>
                    <a:pt x="7781" y="5527"/>
                  </a:cubicBezTo>
                  <a:cubicBezTo>
                    <a:pt x="7869" y="5523"/>
                    <a:pt x="7943" y="5595"/>
                    <a:pt x="7939" y="5684"/>
                  </a:cubicBezTo>
                  <a:close/>
                  <a:moveTo>
                    <a:pt x="4439" y="5696"/>
                  </a:moveTo>
                  <a:cubicBezTo>
                    <a:pt x="4458" y="6218"/>
                    <a:pt x="4558" y="6682"/>
                    <a:pt x="4731" y="7078"/>
                  </a:cubicBezTo>
                  <a:cubicBezTo>
                    <a:pt x="4323" y="7124"/>
                    <a:pt x="3832" y="7155"/>
                    <a:pt x="3246" y="7155"/>
                  </a:cubicBezTo>
                  <a:cubicBezTo>
                    <a:pt x="1394" y="7155"/>
                    <a:pt x="488" y="6852"/>
                    <a:pt x="155" y="6704"/>
                  </a:cubicBezTo>
                  <a:cubicBezTo>
                    <a:pt x="70" y="6666"/>
                    <a:pt x="0" y="6557"/>
                    <a:pt x="0" y="6463"/>
                  </a:cubicBezTo>
                  <a:lnTo>
                    <a:pt x="0" y="5830"/>
                  </a:lnTo>
                  <a:cubicBezTo>
                    <a:pt x="0" y="4881"/>
                    <a:pt x="723" y="4093"/>
                    <a:pt x="1645" y="3988"/>
                  </a:cubicBezTo>
                  <a:cubicBezTo>
                    <a:pt x="1673" y="3985"/>
                    <a:pt x="1714" y="3997"/>
                    <a:pt x="1737" y="4013"/>
                  </a:cubicBezTo>
                  <a:cubicBezTo>
                    <a:pt x="2162" y="4321"/>
                    <a:pt x="2683" y="4505"/>
                    <a:pt x="3246" y="4505"/>
                  </a:cubicBezTo>
                  <a:cubicBezTo>
                    <a:pt x="3810" y="4505"/>
                    <a:pt x="4331" y="4321"/>
                    <a:pt x="4756" y="4013"/>
                  </a:cubicBezTo>
                  <a:cubicBezTo>
                    <a:pt x="4778" y="3997"/>
                    <a:pt x="4820" y="3985"/>
                    <a:pt x="4848" y="3988"/>
                  </a:cubicBezTo>
                  <a:cubicBezTo>
                    <a:pt x="5380" y="4049"/>
                    <a:pt x="5845" y="4338"/>
                    <a:pt x="6143" y="4753"/>
                  </a:cubicBezTo>
                  <a:cubicBezTo>
                    <a:pt x="6110" y="4769"/>
                    <a:pt x="6078" y="4788"/>
                    <a:pt x="6050" y="4811"/>
                  </a:cubicBezTo>
                  <a:cubicBezTo>
                    <a:pt x="5735" y="5071"/>
                    <a:pt x="5398" y="5198"/>
                    <a:pt x="5017" y="5198"/>
                  </a:cubicBezTo>
                  <a:cubicBezTo>
                    <a:pt x="4993" y="5198"/>
                    <a:pt x="4968" y="5197"/>
                    <a:pt x="4943" y="5196"/>
                  </a:cubicBezTo>
                  <a:lnTo>
                    <a:pt x="4922" y="5195"/>
                  </a:lnTo>
                  <a:cubicBezTo>
                    <a:pt x="4792" y="5195"/>
                    <a:pt x="4665" y="5249"/>
                    <a:pt x="4574" y="5343"/>
                  </a:cubicBezTo>
                  <a:cubicBezTo>
                    <a:pt x="4484" y="5437"/>
                    <a:pt x="4434" y="5566"/>
                    <a:pt x="4439" y="5696"/>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400"/>
            </a:p>
          </p:txBody>
        </p:sp>
        <p:sp>
          <p:nvSpPr>
            <p:cNvPr id="262" name="文本框 261"/>
            <p:cNvSpPr txBox="1"/>
            <p:nvPr/>
          </p:nvSpPr>
          <p:spPr>
            <a:xfrm>
              <a:off x="4425" y="3041"/>
              <a:ext cx="1201" cy="337"/>
            </a:xfrm>
            <a:prstGeom prst="rect">
              <a:avLst/>
            </a:prstGeom>
            <a:noFill/>
          </p:spPr>
          <p:txBody>
            <a:bodyPr wrap="square">
              <a:spAutoFit/>
            </a:bodyPr>
            <a:lstStyle/>
            <a:p>
              <a:r>
                <a:rPr lang="zh-CN" altLang="en-US" sz="800" b="1" dirty="0">
                  <a:solidFill>
                    <a:srgbClr val="4472C4">
                      <a:lumMod val="75000"/>
                    </a:srgbClr>
                  </a:solidFill>
                  <a:latin typeface="Arial" panose="020B0604020202020204" pitchFamily="34" charset="0"/>
                  <a:ea typeface="黑体-简" panose="02000000000000000000" charset="-122"/>
                </a:rPr>
                <a:t>专家对抗</a:t>
              </a:r>
              <a:endParaRPr lang="zh-CN" altLang="en-US" sz="800" b="1" dirty="0">
                <a:solidFill>
                  <a:srgbClr val="4472C4">
                    <a:lumMod val="75000"/>
                  </a:srgbClr>
                </a:solidFill>
                <a:latin typeface="Arial" panose="020B0604020202020204" pitchFamily="34" charset="0"/>
                <a:ea typeface="黑体-简" panose="02000000000000000000" charset="-122"/>
              </a:endParaRPr>
            </a:p>
          </p:txBody>
        </p:sp>
        <p:grpSp>
          <p:nvGrpSpPr>
            <p:cNvPr id="263" name="组 10"/>
            <p:cNvGrpSpPr/>
            <p:nvPr/>
          </p:nvGrpSpPr>
          <p:grpSpPr>
            <a:xfrm rot="0">
              <a:off x="3518" y="1735"/>
              <a:ext cx="1842" cy="716"/>
              <a:chOff x="1912344" y="2460387"/>
              <a:chExt cx="4101733" cy="2816522"/>
            </a:xfrm>
          </p:grpSpPr>
          <p:sp>
            <p:nvSpPr>
              <p:cNvPr id="264" name="任意形状 61"/>
              <p:cNvSpPr/>
              <p:nvPr/>
            </p:nvSpPr>
            <p:spPr>
              <a:xfrm>
                <a:off x="1912344" y="2460387"/>
                <a:ext cx="4101733" cy="2816522"/>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solidFill>
                <a:schemeClr val="bg1">
                  <a:alpha val="15000"/>
                </a:schemeClr>
              </a:solidFill>
              <a:ln w="38100">
                <a:gradFill>
                  <a:gsLst>
                    <a:gs pos="0">
                      <a:srgbClr val="00539F"/>
                    </a:gs>
                    <a:gs pos="100000">
                      <a:srgbClr val="7AC141"/>
                    </a:gs>
                  </a:gsLst>
                  <a:lin ang="3600000" scaled="0"/>
                </a:grad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zh-CN" altLang="en-US" sz="900" dirty="0">
                  <a:solidFill>
                    <a:schemeClr val="tx1"/>
                  </a:solidFill>
                </a:endParaRPr>
              </a:p>
            </p:txBody>
          </p:sp>
          <p:sp>
            <p:nvSpPr>
              <p:cNvPr id="265" name="任意形状 63"/>
              <p:cNvSpPr/>
              <p:nvPr/>
            </p:nvSpPr>
            <p:spPr>
              <a:xfrm>
                <a:off x="2161500" y="2631473"/>
                <a:ext cx="3603420" cy="2474348"/>
              </a:xfrm>
              <a:custGeom>
                <a:avLst/>
                <a:gdLst>
                  <a:gd name="connsiteX0" fmla="*/ 2206623 w 4101733"/>
                  <a:gd name="connsiteY0" fmla="*/ 0 h 2816522"/>
                  <a:gd name="connsiteX1" fmla="*/ 3442163 w 4101733"/>
                  <a:gd name="connsiteY1" fmla="*/ 735363 h 2816522"/>
                  <a:gd name="connsiteX2" fmla="*/ 3474201 w 4101733"/>
                  <a:gd name="connsiteY2" fmla="*/ 801869 h 2816522"/>
                  <a:gd name="connsiteX3" fmla="*/ 3551004 w 4101733"/>
                  <a:gd name="connsiteY3" fmla="*/ 838867 h 2816522"/>
                  <a:gd name="connsiteX4" fmla="*/ 4101733 w 4101733"/>
                  <a:gd name="connsiteY4" fmla="*/ 1764189 h 2816522"/>
                  <a:gd name="connsiteX5" fmla="*/ 3049399 w 4101733"/>
                  <a:gd name="connsiteY5" fmla="*/ 2816522 h 2816522"/>
                  <a:gd name="connsiteX6" fmla="*/ 2736467 w 4101733"/>
                  <a:gd name="connsiteY6" fmla="*/ 2769211 h 2816522"/>
                  <a:gd name="connsiteX7" fmla="*/ 2650250 w 4101733"/>
                  <a:gd name="connsiteY7" fmla="*/ 2737655 h 2816522"/>
                  <a:gd name="connsiteX8" fmla="*/ 2624467 w 4101733"/>
                  <a:gd name="connsiteY8" fmla="*/ 2747092 h 2816522"/>
                  <a:gd name="connsiteX9" fmla="*/ 2206623 w 4101733"/>
                  <a:gd name="connsiteY9" fmla="*/ 2810264 h 2816522"/>
                  <a:gd name="connsiteX10" fmla="*/ 1788780 w 4101733"/>
                  <a:gd name="connsiteY10" fmla="*/ 2747092 h 2816522"/>
                  <a:gd name="connsiteX11" fmla="*/ 1694619 w 4101733"/>
                  <a:gd name="connsiteY11" fmla="*/ 2712629 h 2816522"/>
                  <a:gd name="connsiteX12" fmla="*/ 1644417 w 4101733"/>
                  <a:gd name="connsiteY12" fmla="*/ 2739878 h 2816522"/>
                  <a:gd name="connsiteX13" fmla="*/ 1424889 w 4101733"/>
                  <a:gd name="connsiteY13" fmla="*/ 2784198 h 2816522"/>
                  <a:gd name="connsiteX14" fmla="*/ 1311227 w 4101733"/>
                  <a:gd name="connsiteY14" fmla="*/ 2772740 h 2816522"/>
                  <a:gd name="connsiteX15" fmla="*/ 1221929 w 4101733"/>
                  <a:gd name="connsiteY15" fmla="*/ 2745021 h 2816522"/>
                  <a:gd name="connsiteX16" fmla="*/ 1217032 w 4101733"/>
                  <a:gd name="connsiteY16" fmla="*/ 2747679 h 2816522"/>
                  <a:gd name="connsiteX17" fmla="*/ 876038 w 4101733"/>
                  <a:gd name="connsiteY17" fmla="*/ 2816522 h 2816522"/>
                  <a:gd name="connsiteX18" fmla="*/ 0 w 4101733"/>
                  <a:gd name="connsiteY18" fmla="*/ 1940485 h 2816522"/>
                  <a:gd name="connsiteX19" fmla="*/ 343498 w 4101733"/>
                  <a:gd name="connsiteY19" fmla="*/ 1244841 h 2816522"/>
                  <a:gd name="connsiteX20" fmla="*/ 464644 w 4101733"/>
                  <a:gd name="connsiteY20" fmla="*/ 1168238 h 2816522"/>
                  <a:gd name="connsiteX21" fmla="*/ 463079 w 4101733"/>
                  <a:gd name="connsiteY21" fmla="*/ 1163194 h 2816522"/>
                  <a:gd name="connsiteX22" fmla="*/ 453124 w 4101733"/>
                  <a:gd name="connsiteY22" fmla="*/ 1064447 h 2816522"/>
                  <a:gd name="connsiteX23" fmla="*/ 943103 w 4101733"/>
                  <a:gd name="connsiteY23" fmla="*/ 574469 h 2816522"/>
                  <a:gd name="connsiteX24" fmla="*/ 1041851 w 4101733"/>
                  <a:gd name="connsiteY24" fmla="*/ 584424 h 2816522"/>
                  <a:gd name="connsiteX25" fmla="*/ 1061682 w 4101733"/>
                  <a:gd name="connsiteY25" fmla="*/ 590579 h 2816522"/>
                  <a:gd name="connsiteX26" fmla="*/ 1201197 w 4101733"/>
                  <a:gd name="connsiteY26" fmla="*/ 423544 h 2816522"/>
                  <a:gd name="connsiteX27" fmla="*/ 2206623 w 4101733"/>
                  <a:gd name="connsiteY27" fmla="*/ 0 h 281652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Lst>
                <a:rect l="l" t="t" r="r" b="b"/>
                <a:pathLst>
                  <a:path w="4101733" h="2816522">
                    <a:moveTo>
                      <a:pt x="2206623" y="0"/>
                    </a:moveTo>
                    <a:cubicBezTo>
                      <a:pt x="2740146" y="0"/>
                      <a:pt x="3204219" y="297347"/>
                      <a:pt x="3442163" y="735363"/>
                    </a:cubicBezTo>
                    <a:lnTo>
                      <a:pt x="3474201" y="801869"/>
                    </a:lnTo>
                    <a:lnTo>
                      <a:pt x="3551004" y="838867"/>
                    </a:lnTo>
                    <a:cubicBezTo>
                      <a:pt x="3879043" y="1017068"/>
                      <a:pt x="4101733" y="1364623"/>
                      <a:pt x="4101733" y="1764189"/>
                    </a:cubicBezTo>
                    <a:cubicBezTo>
                      <a:pt x="4101733" y="2345376"/>
                      <a:pt x="3630587" y="2816522"/>
                      <a:pt x="3049399" y="2816522"/>
                    </a:cubicBezTo>
                    <a:cubicBezTo>
                      <a:pt x="2940427" y="2816522"/>
                      <a:pt x="2835322" y="2799959"/>
                      <a:pt x="2736467" y="2769211"/>
                    </a:cubicBezTo>
                    <a:lnTo>
                      <a:pt x="2650250" y="2737655"/>
                    </a:lnTo>
                    <a:lnTo>
                      <a:pt x="2624467" y="2747092"/>
                    </a:lnTo>
                    <a:cubicBezTo>
                      <a:pt x="2492470" y="2788147"/>
                      <a:pt x="2352129" y="2810264"/>
                      <a:pt x="2206623" y="2810264"/>
                    </a:cubicBezTo>
                    <a:cubicBezTo>
                      <a:pt x="2061117" y="2810264"/>
                      <a:pt x="1920776" y="2788147"/>
                      <a:pt x="1788780" y="2747092"/>
                    </a:cubicBezTo>
                    <a:lnTo>
                      <a:pt x="1694619" y="2712629"/>
                    </a:lnTo>
                    <a:lnTo>
                      <a:pt x="1644417" y="2739878"/>
                    </a:lnTo>
                    <a:cubicBezTo>
                      <a:pt x="1576943" y="2768417"/>
                      <a:pt x="1502759" y="2784198"/>
                      <a:pt x="1424889" y="2784198"/>
                    </a:cubicBezTo>
                    <a:cubicBezTo>
                      <a:pt x="1385954" y="2784198"/>
                      <a:pt x="1347941" y="2780253"/>
                      <a:pt x="1311227" y="2772740"/>
                    </a:cubicBezTo>
                    <a:lnTo>
                      <a:pt x="1221929" y="2745021"/>
                    </a:lnTo>
                    <a:lnTo>
                      <a:pt x="1217032" y="2747679"/>
                    </a:lnTo>
                    <a:cubicBezTo>
                      <a:pt x="1112224" y="2792009"/>
                      <a:pt x="996994" y="2816522"/>
                      <a:pt x="876038" y="2816522"/>
                    </a:cubicBezTo>
                    <a:cubicBezTo>
                      <a:pt x="392216" y="2816522"/>
                      <a:pt x="0" y="2424307"/>
                      <a:pt x="0" y="1940485"/>
                    </a:cubicBezTo>
                    <a:cubicBezTo>
                      <a:pt x="0" y="1656996"/>
                      <a:pt x="134657" y="1404957"/>
                      <a:pt x="343498" y="1244841"/>
                    </a:cubicBezTo>
                    <a:lnTo>
                      <a:pt x="464644" y="1168238"/>
                    </a:lnTo>
                    <a:lnTo>
                      <a:pt x="463079" y="1163194"/>
                    </a:lnTo>
                    <a:cubicBezTo>
                      <a:pt x="456552" y="1131298"/>
                      <a:pt x="453124" y="1098273"/>
                      <a:pt x="453124" y="1064447"/>
                    </a:cubicBezTo>
                    <a:cubicBezTo>
                      <a:pt x="453124" y="793840"/>
                      <a:pt x="672495" y="574469"/>
                      <a:pt x="943103" y="574469"/>
                    </a:cubicBezTo>
                    <a:cubicBezTo>
                      <a:pt x="976929" y="574469"/>
                      <a:pt x="1009955" y="577897"/>
                      <a:pt x="1041851" y="584424"/>
                    </a:cubicBezTo>
                    <a:lnTo>
                      <a:pt x="1061682" y="590579"/>
                    </a:lnTo>
                    <a:lnTo>
                      <a:pt x="1201197" y="423544"/>
                    </a:lnTo>
                    <a:cubicBezTo>
                      <a:pt x="1456355" y="162228"/>
                      <a:pt x="1812544" y="0"/>
                      <a:pt x="2206623" y="0"/>
                    </a:cubicBezTo>
                    <a:close/>
                  </a:path>
                </a:pathLst>
              </a:custGeom>
              <a:gradFill flip="none" rotWithShape="1">
                <a:gsLst>
                  <a:gs pos="0">
                    <a:srgbClr val="002A50"/>
                  </a:gs>
                  <a:gs pos="47000">
                    <a:srgbClr val="00539F"/>
                  </a:gs>
                  <a:gs pos="100000">
                    <a:srgbClr val="7AC141"/>
                  </a:gs>
                </a:gsLst>
                <a:lin ang="18900000" scaled="1"/>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zh-CN" altLang="en-US" sz="3200" dirty="0">
                  <a:ea typeface="微软雅黑" panose="020B0503020204020204" charset="-122"/>
                </a:endParaRPr>
              </a:p>
            </p:txBody>
          </p:sp>
        </p:grpSp>
        <p:sp>
          <p:nvSpPr>
            <p:cNvPr id="266" name="矩形 52"/>
            <p:cNvSpPr>
              <a:spLocks noChangeArrowheads="1"/>
            </p:cNvSpPr>
            <p:nvPr/>
          </p:nvSpPr>
          <p:spPr bwMode="auto">
            <a:xfrm>
              <a:off x="3630" y="1880"/>
              <a:ext cx="1654" cy="518"/>
            </a:xfrm>
            <a:prstGeom prst="rect">
              <a:avLst/>
            </a:prstGeom>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bevel/>
                </a14:hiddenLine>
              </a:ext>
            </a:extLst>
          </p:spPr>
          <p:txBody>
            <a:bodyPr wrap="square">
              <a:noAutofit/>
            </a:bodyPr>
            <a:lstStyle/>
            <a:p>
              <a:pPr marL="0" marR="0" lvl="0" indent="0" algn="ctr" defTabSz="914400" eaLnBrk="1" fontAlgn="auto" latinLnBrk="0" hangingPunct="1">
                <a:lnSpc>
                  <a:spcPct val="100000"/>
                </a:lnSpc>
                <a:spcBef>
                  <a:spcPts val="0"/>
                </a:spcBef>
                <a:spcAft>
                  <a:spcPts val="0"/>
                </a:spcAft>
                <a:buClrTx/>
                <a:buSzTx/>
                <a:buFontTx/>
                <a:buNone/>
              </a:pPr>
              <a:r>
                <a:rPr kumimoji="0" lang="zh-CN" altLang="en-US" sz="900" b="1" i="0" u="none" strike="noStrike" kern="0" cap="none" spc="0" normalizeH="0" baseline="0" noProof="0" dirty="0">
                  <a:ln>
                    <a:noFill/>
                  </a:ln>
                  <a:solidFill>
                    <a:schemeClr val="bg1"/>
                  </a:solidFill>
                  <a:effectLst/>
                  <a:uLnTx/>
                  <a:uFillTx/>
                  <a:latin typeface="Arial" panose="020B0604020202020204" pitchFamily="34" charset="0"/>
                  <a:ea typeface="黑体-简" panose="02000000000000000000" charset="-122"/>
                  <a:sym typeface="微软雅黑" panose="020B0503020204020204" charset="-122"/>
                </a:rPr>
                <a:t>云化</a:t>
              </a:r>
              <a:r>
                <a:rPr kumimoji="0" lang="en-US" altLang="zh-CN" sz="900" b="1" i="0" u="none" strike="noStrike" kern="0" cap="none" spc="0" normalizeH="0" baseline="0" noProof="0" dirty="0">
                  <a:ln>
                    <a:noFill/>
                  </a:ln>
                  <a:solidFill>
                    <a:schemeClr val="bg1"/>
                  </a:solidFill>
                  <a:effectLst/>
                  <a:uLnTx/>
                  <a:uFillTx/>
                  <a:latin typeface="Arial" panose="020B0604020202020204" pitchFamily="34" charset="0"/>
                  <a:ea typeface="黑体-简" panose="02000000000000000000" charset="-122"/>
                  <a:sym typeface="微软雅黑" panose="020B0503020204020204" charset="-122"/>
                </a:rPr>
                <a:t>XDR</a:t>
              </a:r>
              <a:r>
                <a:rPr kumimoji="0" lang="zh-CN" altLang="en-US" sz="900" b="1" i="0" u="none" strike="noStrike" kern="0" cap="none" spc="0" normalizeH="0" baseline="0" noProof="0" dirty="0">
                  <a:ln>
                    <a:noFill/>
                  </a:ln>
                  <a:solidFill>
                    <a:schemeClr val="bg1"/>
                  </a:solidFill>
                  <a:effectLst/>
                  <a:uLnTx/>
                  <a:uFillTx/>
                  <a:latin typeface="Arial" panose="020B0604020202020204" pitchFamily="34" charset="0"/>
                  <a:ea typeface="黑体-简" panose="02000000000000000000" charset="-122"/>
                  <a:sym typeface="微软雅黑" panose="020B0503020204020204" charset="-122"/>
                </a:rPr>
                <a:t>平台</a:t>
              </a:r>
              <a:r>
                <a:rPr kumimoji="0" lang="en-US" altLang="zh-CN" sz="900" b="1" i="0" u="none" strike="noStrike" kern="0" cap="none" spc="0" normalizeH="0" baseline="0" noProof="0" dirty="0">
                  <a:ln>
                    <a:noFill/>
                  </a:ln>
                  <a:solidFill>
                    <a:schemeClr val="bg1"/>
                  </a:solidFill>
                  <a:effectLst/>
                  <a:uLnTx/>
                  <a:uFillTx/>
                  <a:latin typeface="Arial" panose="020B0604020202020204" pitchFamily="34" charset="0"/>
                  <a:ea typeface="黑体-简" panose="02000000000000000000" charset="-122"/>
                  <a:sym typeface="微软雅黑" panose="020B0503020204020204" charset="-122"/>
                </a:rPr>
                <a:t>+MSS</a:t>
              </a:r>
              <a:r>
                <a:rPr kumimoji="0" lang="zh-CN" altLang="en-US" sz="900" b="1" i="0" u="none" strike="noStrike" kern="0" cap="none" spc="0" normalizeH="0" baseline="0" noProof="0" dirty="0">
                  <a:ln>
                    <a:noFill/>
                  </a:ln>
                  <a:solidFill>
                    <a:schemeClr val="bg1"/>
                  </a:solidFill>
                  <a:effectLst/>
                  <a:uLnTx/>
                  <a:uFillTx/>
                  <a:latin typeface="Arial" panose="020B0604020202020204" pitchFamily="34" charset="0"/>
                  <a:ea typeface="黑体-简" panose="02000000000000000000" charset="-122"/>
                  <a:sym typeface="微软雅黑" panose="020B0503020204020204" charset="-122"/>
                </a:rPr>
                <a:t>服务</a:t>
              </a:r>
              <a:endParaRPr kumimoji="0" lang="zh-CN" altLang="en-US" sz="900" b="1" i="0" u="none" strike="noStrike" kern="0" cap="none" spc="0" normalizeH="0" baseline="0" noProof="0" dirty="0">
                <a:ln>
                  <a:noFill/>
                </a:ln>
                <a:solidFill>
                  <a:schemeClr val="bg1"/>
                </a:solidFill>
                <a:effectLst/>
                <a:uLnTx/>
                <a:uFillTx/>
                <a:latin typeface="Arial" panose="020B0604020202020204" pitchFamily="34" charset="0"/>
                <a:ea typeface="黑体-简" panose="02000000000000000000" charset="-122"/>
                <a:sym typeface="微软雅黑" panose="020B0503020204020204" charset="-122"/>
              </a:endParaRPr>
            </a:p>
          </p:txBody>
        </p:sp>
      </p:grpSp>
      <p:grpSp>
        <p:nvGrpSpPr>
          <p:cNvPr id="29" name="组合 28"/>
          <p:cNvGrpSpPr/>
          <p:nvPr/>
        </p:nvGrpSpPr>
        <p:grpSpPr>
          <a:xfrm>
            <a:off x="200660" y="4841240"/>
            <a:ext cx="1368425" cy="1696085"/>
            <a:chOff x="696" y="7623"/>
            <a:chExt cx="2155" cy="2671"/>
          </a:xfrm>
        </p:grpSpPr>
        <p:cxnSp>
          <p:nvCxnSpPr>
            <p:cNvPr id="635" name="直接连接符 634"/>
            <p:cNvCxnSpPr/>
            <p:nvPr>
              <p:custDataLst>
                <p:tags r:id="rId64"/>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636" name="直接连接符 635"/>
            <p:cNvCxnSpPr/>
            <p:nvPr>
              <p:custDataLst>
                <p:tags r:id="rId65"/>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637" name="直接连接符 636"/>
            <p:cNvCxnSpPr/>
            <p:nvPr>
              <p:custDataLst>
                <p:tags r:id="rId66"/>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638" name="直接连接符 637"/>
            <p:cNvCxnSpPr/>
            <p:nvPr>
              <p:custDataLst>
                <p:tags r:id="rId67"/>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639" name="图片 323"/>
            <p:cNvPicPr>
              <a:picLocks noChangeAspect="1"/>
            </p:cNvPicPr>
            <p:nvPr>
              <p:custDataLst>
                <p:tags r:id="rId68"/>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640" name="图片 343"/>
            <p:cNvPicPr>
              <a:picLocks noChangeAspect="1"/>
            </p:cNvPicPr>
            <p:nvPr>
              <p:custDataLst>
                <p:tags r:id="rId69"/>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641" name="圆角矩形 228"/>
            <p:cNvSpPr/>
            <p:nvPr>
              <p:custDataLst>
                <p:tags r:id="rId70"/>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642" name="直接连接符 641"/>
            <p:cNvCxnSpPr>
              <a:stCxn id="654" idx="2"/>
              <a:endCxn id="649" idx="0"/>
            </p:cNvCxnSpPr>
            <p:nvPr>
              <p:custDataLst>
                <p:tags r:id="rId71"/>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643" name="直接连接符 642"/>
            <p:cNvCxnSpPr>
              <a:stCxn id="655" idx="2"/>
              <a:endCxn id="650" idx="0"/>
            </p:cNvCxnSpPr>
            <p:nvPr>
              <p:custDataLst>
                <p:tags r:id="rId72"/>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644" name="组合 643"/>
            <p:cNvGrpSpPr/>
            <p:nvPr/>
          </p:nvGrpSpPr>
          <p:grpSpPr>
            <a:xfrm rot="0">
              <a:off x="1499" y="7623"/>
              <a:ext cx="863" cy="376"/>
              <a:chOff x="2467936" y="2358207"/>
              <a:chExt cx="669925" cy="310515"/>
            </a:xfrm>
          </p:grpSpPr>
          <p:sp>
            <p:nvSpPr>
              <p:cNvPr id="645" name="任意形状 33"/>
              <p:cNvSpPr/>
              <p:nvPr>
                <p:custDataLst>
                  <p:tags r:id="rId73"/>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646" name="矩形 242"/>
              <p:cNvSpPr>
                <a:spLocks noChangeArrowheads="1"/>
              </p:cNvSpPr>
              <p:nvPr>
                <p:custDataLst>
                  <p:tags r:id="rId74"/>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微软雅黑" panose="020B0503020204020204" charset="-122"/>
                    <a:ea typeface="微软雅黑" panose="020B0503020204020204" charset="-122"/>
                  </a:rPr>
                  <a:t>Internet</a:t>
                </a:r>
                <a:endParaRPr kumimoji="1" lang="zh-CN" altLang="en-US" sz="500">
                  <a:solidFill>
                    <a:prstClr val="white"/>
                  </a:solidFill>
                  <a:latin typeface="微软雅黑" panose="020B0503020204020204" charset="-122"/>
                  <a:ea typeface="微软雅黑" panose="020B0503020204020204" charset="-122"/>
                </a:endParaRPr>
              </a:p>
            </p:txBody>
          </p:sp>
        </p:grpSp>
        <p:cxnSp>
          <p:nvCxnSpPr>
            <p:cNvPr id="647" name="直接连接符 646"/>
            <p:cNvCxnSpPr/>
            <p:nvPr>
              <p:custDataLst>
                <p:tags r:id="rId75"/>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648" name="直接连接符 647"/>
            <p:cNvCxnSpPr/>
            <p:nvPr>
              <p:custDataLst>
                <p:tags r:id="rId76"/>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649" name="图片 335"/>
            <p:cNvPicPr>
              <a:picLocks noChangeAspect="1"/>
            </p:cNvPicPr>
            <p:nvPr>
              <p:custDataLst>
                <p:tags r:id="rId77"/>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650" name="图片 338"/>
            <p:cNvPicPr>
              <a:picLocks noChangeAspect="1"/>
            </p:cNvPicPr>
            <p:nvPr>
              <p:custDataLst>
                <p:tags r:id="rId7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652" name="图片 385"/>
            <p:cNvPicPr>
              <a:picLocks noChangeAspect="1"/>
            </p:cNvPicPr>
            <p:nvPr>
              <p:custDataLst>
                <p:tags r:id="rId8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653" name="直接连接符 652"/>
            <p:cNvCxnSpPr/>
            <p:nvPr>
              <p:custDataLst>
                <p:tags r:id="rId8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654" name="图片 330"/>
            <p:cNvPicPr>
              <a:picLocks noChangeAspect="1"/>
            </p:cNvPicPr>
            <p:nvPr>
              <p:custDataLst>
                <p:tags r:id="rId8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655" name="图片 331"/>
            <p:cNvPicPr>
              <a:picLocks noChangeAspect="1"/>
            </p:cNvPicPr>
            <p:nvPr>
              <p:custDataLst>
                <p:tags r:id="rId8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656" name="图片 655"/>
            <p:cNvPicPr>
              <a:picLocks noChangeAspect="1"/>
            </p:cNvPicPr>
            <p:nvPr/>
          </p:nvPicPr>
          <p:blipFill>
            <a:blip r:embed="rId85" cstate="screen"/>
            <a:stretch>
              <a:fillRect/>
            </a:stretch>
          </p:blipFill>
          <p:spPr>
            <a:xfrm>
              <a:off x="906" y="9552"/>
              <a:ext cx="284" cy="235"/>
            </a:xfrm>
            <a:prstGeom prst="rect">
              <a:avLst/>
            </a:prstGeom>
          </p:spPr>
        </p:pic>
        <p:pic>
          <p:nvPicPr>
            <p:cNvPr id="657" name="图片 656"/>
            <p:cNvPicPr>
              <a:picLocks noChangeAspect="1"/>
            </p:cNvPicPr>
            <p:nvPr/>
          </p:nvPicPr>
          <p:blipFill>
            <a:blip r:embed="rId85" cstate="screen"/>
            <a:stretch>
              <a:fillRect/>
            </a:stretch>
          </p:blipFill>
          <p:spPr>
            <a:xfrm>
              <a:off x="1291" y="9552"/>
              <a:ext cx="284" cy="235"/>
            </a:xfrm>
            <a:prstGeom prst="rect">
              <a:avLst/>
            </a:prstGeom>
          </p:spPr>
        </p:pic>
        <p:pic>
          <p:nvPicPr>
            <p:cNvPr id="658" name="Picture 8" descr="ICON_Server_flat_Q408.png"/>
            <p:cNvPicPr>
              <a:picLocks noChangeAspect="1"/>
            </p:cNvPicPr>
            <p:nvPr>
              <p:custDataLst>
                <p:tags r:id="rId8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659" name="Picture 4"/>
            <p:cNvPicPr>
              <a:picLocks noChangeAspect="1" noChangeArrowheads="1"/>
            </p:cNvPicPr>
            <p:nvPr>
              <p:custDataLst>
                <p:tags r:id="rId8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661" name="Picture 4"/>
            <p:cNvPicPr>
              <a:picLocks noChangeAspect="1" noChangeArrowheads="1"/>
            </p:cNvPicPr>
            <p:nvPr>
              <p:custDataLst>
                <p:tags r:id="rId8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662" name="图片 291"/>
            <p:cNvPicPr>
              <a:picLocks noChangeAspect="1"/>
            </p:cNvPicPr>
            <p:nvPr>
              <p:custDataLst>
                <p:tags r:id="rId8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63" name="图片 292"/>
            <p:cNvPicPr>
              <a:picLocks noChangeAspect="1"/>
            </p:cNvPicPr>
            <p:nvPr>
              <p:custDataLst>
                <p:tags r:id="rId9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65" name="矩形 285"/>
            <p:cNvSpPr>
              <a:spLocks noChangeArrowheads="1"/>
            </p:cNvSpPr>
            <p:nvPr>
              <p:custDataLst>
                <p:tags r:id="rId9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66" name="矩形 284"/>
            <p:cNvSpPr>
              <a:spLocks noChangeArrowheads="1"/>
            </p:cNvSpPr>
            <p:nvPr>
              <p:custDataLst>
                <p:tags r:id="rId9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67" name="图片 260"/>
            <p:cNvPicPr/>
            <p:nvPr>
              <p:custDataLst>
                <p:tags r:id="rId9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68" name="TextBox 79"/>
            <p:cNvSpPr txBox="1">
              <a:spLocks noChangeArrowheads="1"/>
            </p:cNvSpPr>
            <p:nvPr>
              <p:custDataLst>
                <p:tags r:id="rId95"/>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pPr>
              <a:r>
                <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rPr>
                <a:t>EDR agent</a:t>
              </a:r>
              <a:endParaRPr kumimoji="1" lang="en-US" altLang="zh-CN" sz="450" b="1" i="0" u="none" strike="noStrike" kern="0" cap="none" spc="0" normalizeH="0" baseline="0" noProof="0" dirty="0">
                <a:ln>
                  <a:noFill/>
                </a:ln>
                <a:solidFill>
                  <a:srgbClr val="C00000"/>
                </a:solidFill>
                <a:effectLst/>
                <a:uLnTx/>
                <a:uFillTx/>
                <a:latin typeface="微软雅黑" panose="020B0503020204020204" charset="-122"/>
                <a:ea typeface="微软雅黑" panose="020B0503020204020204" charset="-122"/>
              </a:endParaRPr>
            </a:p>
          </p:txBody>
        </p:sp>
        <p:sp>
          <p:nvSpPr>
            <p:cNvPr id="669" name="TextBox 79"/>
            <p:cNvSpPr txBox="1">
              <a:spLocks noChangeArrowheads="1"/>
            </p:cNvSpPr>
            <p:nvPr>
              <p:custDataLst>
                <p:tags r:id="rId96"/>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pPr>
              <a:r>
                <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rPr>
                <a:t>EDR agent</a:t>
              </a:r>
              <a:endPar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endParaRPr>
            </a:p>
          </p:txBody>
        </p:sp>
        <p:sp>
          <p:nvSpPr>
            <p:cNvPr id="28" name="文本框 27"/>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pPr>
              <a:r>
                <a:rPr kumimoji="1" lang="zh-CN" altLang="en-US" sz="450" b="1" kern="0" noProof="0" dirty="0">
                  <a:ln>
                    <a:noFill/>
                  </a:ln>
                  <a:solidFill>
                    <a:srgbClr val="C00000"/>
                  </a:solidFill>
                  <a:effectLst/>
                  <a:uLnTx/>
                  <a:uFillTx/>
                  <a:latin typeface="Arial" panose="020B0604020202020204" pitchFamily="34" charset="0"/>
                  <a:ea typeface="黑体-简" panose="02000000000000000000" charset="-122"/>
                  <a:sym typeface="+mn-ea"/>
                </a:rPr>
                <a:t>探针</a:t>
              </a:r>
              <a:r>
                <a:rPr kumimoji="1" lang="en-US" altLang="zh-CN" sz="450" b="1" kern="0" noProof="0" dirty="0">
                  <a:ln>
                    <a:noFill/>
                  </a:ln>
                  <a:solidFill>
                    <a:srgbClr val="C00000"/>
                  </a:solidFill>
                  <a:effectLst/>
                  <a:uLnTx/>
                  <a:uFillTx/>
                  <a:latin typeface="Arial" panose="020B0604020202020204" pitchFamily="34" charset="0"/>
                  <a:ea typeface="黑体-简" panose="02000000000000000000" charset="-122"/>
                  <a:sym typeface="+mn-ea"/>
                </a:rPr>
                <a:t>STA</a:t>
              </a:r>
              <a:endParaRPr kumimoji="1" lang="en-US" altLang="zh-CN" sz="450" b="1" kern="0" noProof="0" dirty="0">
                <a:ln>
                  <a:noFill/>
                </a:ln>
                <a:solidFill>
                  <a:srgbClr val="C00000"/>
                </a:solidFill>
                <a:effectLst/>
                <a:uLnTx/>
                <a:uFillTx/>
                <a:latin typeface="Arial" panose="020B0604020202020204" pitchFamily="34" charset="0"/>
                <a:ea typeface="黑体-简" panose="02000000000000000000" charset="-122"/>
                <a:sym typeface="+mn-ea"/>
              </a:endParaRPr>
            </a:p>
          </p:txBody>
        </p:sp>
      </p:grpSp>
      <p:grpSp>
        <p:nvGrpSpPr>
          <p:cNvPr id="30" name="组合 29"/>
          <p:cNvGrpSpPr/>
          <p:nvPr/>
        </p:nvGrpSpPr>
        <p:grpSpPr>
          <a:xfrm>
            <a:off x="1548130" y="4841240"/>
            <a:ext cx="1368425" cy="1696085"/>
            <a:chOff x="696" y="7623"/>
            <a:chExt cx="2155" cy="2671"/>
          </a:xfrm>
        </p:grpSpPr>
        <p:cxnSp>
          <p:nvCxnSpPr>
            <p:cNvPr id="31" name="直接连接符 30"/>
            <p:cNvCxnSpPr/>
            <p:nvPr>
              <p:custDataLst>
                <p:tags r:id="rId97"/>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32" name="直接连接符 31"/>
            <p:cNvCxnSpPr/>
            <p:nvPr>
              <p:custDataLst>
                <p:tags r:id="rId98"/>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33" name="直接连接符 32"/>
            <p:cNvCxnSpPr/>
            <p:nvPr>
              <p:custDataLst>
                <p:tags r:id="rId99"/>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34" name="直接连接符 33"/>
            <p:cNvCxnSpPr/>
            <p:nvPr>
              <p:custDataLst>
                <p:tags r:id="rId100"/>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35" name="图片 323"/>
            <p:cNvPicPr>
              <a:picLocks noChangeAspect="1"/>
            </p:cNvPicPr>
            <p:nvPr>
              <p:custDataLst>
                <p:tags r:id="rId101"/>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36" name="图片 343"/>
            <p:cNvPicPr>
              <a:picLocks noChangeAspect="1"/>
            </p:cNvPicPr>
            <p:nvPr>
              <p:custDataLst>
                <p:tags r:id="rId102"/>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37" name="圆角矩形 228"/>
            <p:cNvSpPr/>
            <p:nvPr>
              <p:custDataLst>
                <p:tags r:id="rId103"/>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38" name="直接连接符 37"/>
            <p:cNvCxnSpPr>
              <a:stCxn id="52" idx="2"/>
              <a:endCxn id="48" idx="0"/>
            </p:cNvCxnSpPr>
            <p:nvPr>
              <p:custDataLst>
                <p:tags r:id="rId104"/>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39" name="直接连接符 38"/>
            <p:cNvCxnSpPr>
              <a:stCxn id="53" idx="2"/>
              <a:endCxn id="49" idx="0"/>
            </p:cNvCxnSpPr>
            <p:nvPr>
              <p:custDataLst>
                <p:tags r:id="rId105"/>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41" name="组合 40"/>
            <p:cNvGrpSpPr/>
            <p:nvPr/>
          </p:nvGrpSpPr>
          <p:grpSpPr>
            <a:xfrm rot="0">
              <a:off x="1499" y="7623"/>
              <a:ext cx="863" cy="376"/>
              <a:chOff x="2467936" y="2358207"/>
              <a:chExt cx="669925" cy="310515"/>
            </a:xfrm>
          </p:grpSpPr>
          <p:sp>
            <p:nvSpPr>
              <p:cNvPr id="43" name="任意形状 33"/>
              <p:cNvSpPr/>
              <p:nvPr>
                <p:custDataLst>
                  <p:tags r:id="rId106"/>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45" name="矩形 242"/>
              <p:cNvSpPr>
                <a:spLocks noChangeArrowheads="1"/>
              </p:cNvSpPr>
              <p:nvPr>
                <p:custDataLst>
                  <p:tags r:id="rId107"/>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Arial" panose="020B0604020202020204" pitchFamily="34" charset="0"/>
                    <a:ea typeface="黑体-简" panose="02000000000000000000" charset="-122"/>
                  </a:rPr>
                  <a:t>Internet</a:t>
                </a:r>
                <a:endParaRPr kumimoji="1" lang="en-US" altLang="zh-CN" sz="500">
                  <a:solidFill>
                    <a:prstClr val="white"/>
                  </a:solidFill>
                  <a:latin typeface="Arial" panose="020B0604020202020204" pitchFamily="34" charset="0"/>
                  <a:ea typeface="黑体-简" panose="02000000000000000000" charset="-122"/>
                </a:endParaRPr>
              </a:p>
            </p:txBody>
          </p:sp>
        </p:grpSp>
        <p:cxnSp>
          <p:nvCxnSpPr>
            <p:cNvPr id="46" name="直接连接符 45"/>
            <p:cNvCxnSpPr/>
            <p:nvPr>
              <p:custDataLst>
                <p:tags r:id="rId108"/>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47" name="直接连接符 46"/>
            <p:cNvCxnSpPr/>
            <p:nvPr>
              <p:custDataLst>
                <p:tags r:id="rId109"/>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48" name="图片 335"/>
            <p:cNvPicPr>
              <a:picLocks noChangeAspect="1"/>
            </p:cNvPicPr>
            <p:nvPr>
              <p:custDataLst>
                <p:tags r:id="rId110"/>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49" name="图片 338"/>
            <p:cNvPicPr>
              <a:picLocks noChangeAspect="1"/>
            </p:cNvPicPr>
            <p:nvPr>
              <p:custDataLst>
                <p:tags r:id="rId111"/>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50" name="图片 385"/>
            <p:cNvPicPr>
              <a:picLocks noChangeAspect="1"/>
            </p:cNvPicPr>
            <p:nvPr>
              <p:custDataLst>
                <p:tags r:id="rId112"/>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51" name="直接连接符 50"/>
            <p:cNvCxnSpPr/>
            <p:nvPr>
              <p:custDataLst>
                <p:tags r:id="rId113"/>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52" name="图片 330"/>
            <p:cNvPicPr>
              <a:picLocks noChangeAspect="1"/>
            </p:cNvPicPr>
            <p:nvPr>
              <p:custDataLst>
                <p:tags r:id="rId114"/>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53" name="图片 331"/>
            <p:cNvPicPr>
              <a:picLocks noChangeAspect="1"/>
            </p:cNvPicPr>
            <p:nvPr>
              <p:custDataLst>
                <p:tags r:id="rId115"/>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54" name="图片 53"/>
            <p:cNvPicPr>
              <a:picLocks noChangeAspect="1"/>
            </p:cNvPicPr>
            <p:nvPr/>
          </p:nvPicPr>
          <p:blipFill>
            <a:blip r:embed="rId85" cstate="screen"/>
            <a:stretch>
              <a:fillRect/>
            </a:stretch>
          </p:blipFill>
          <p:spPr>
            <a:xfrm>
              <a:off x="906" y="9552"/>
              <a:ext cx="284" cy="235"/>
            </a:xfrm>
            <a:prstGeom prst="rect">
              <a:avLst/>
            </a:prstGeom>
          </p:spPr>
        </p:pic>
        <p:pic>
          <p:nvPicPr>
            <p:cNvPr id="55" name="图片 54"/>
            <p:cNvPicPr>
              <a:picLocks noChangeAspect="1"/>
            </p:cNvPicPr>
            <p:nvPr/>
          </p:nvPicPr>
          <p:blipFill>
            <a:blip r:embed="rId85" cstate="screen"/>
            <a:stretch>
              <a:fillRect/>
            </a:stretch>
          </p:blipFill>
          <p:spPr>
            <a:xfrm>
              <a:off x="1291" y="9552"/>
              <a:ext cx="284" cy="235"/>
            </a:xfrm>
            <a:prstGeom prst="rect">
              <a:avLst/>
            </a:prstGeom>
          </p:spPr>
        </p:pic>
        <p:pic>
          <p:nvPicPr>
            <p:cNvPr id="56" name="Picture 8" descr="ICON_Server_flat_Q408.png"/>
            <p:cNvPicPr>
              <a:picLocks noChangeAspect="1"/>
            </p:cNvPicPr>
            <p:nvPr>
              <p:custDataLst>
                <p:tags r:id="rId116"/>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57" name="Picture 4"/>
            <p:cNvPicPr>
              <a:picLocks noChangeAspect="1" noChangeArrowheads="1"/>
            </p:cNvPicPr>
            <p:nvPr>
              <p:custDataLst>
                <p:tags r:id="rId117"/>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58" name="Picture 4"/>
            <p:cNvPicPr>
              <a:picLocks noChangeAspect="1" noChangeArrowheads="1"/>
            </p:cNvPicPr>
            <p:nvPr>
              <p:custDataLst>
                <p:tags r:id="rId118"/>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59" name="图片 291"/>
            <p:cNvPicPr>
              <a:picLocks noChangeAspect="1"/>
            </p:cNvPicPr>
            <p:nvPr>
              <p:custDataLst>
                <p:tags r:id="rId119"/>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60" name="图片 292"/>
            <p:cNvPicPr>
              <a:picLocks noChangeAspect="1"/>
            </p:cNvPicPr>
            <p:nvPr>
              <p:custDataLst>
                <p:tags r:id="rId120"/>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61" name="矩形 285"/>
            <p:cNvSpPr>
              <a:spLocks noChangeArrowheads="1"/>
            </p:cNvSpPr>
            <p:nvPr>
              <p:custDataLst>
                <p:tags r:id="rId121"/>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62" name="矩形 284"/>
            <p:cNvSpPr>
              <a:spLocks noChangeArrowheads="1"/>
            </p:cNvSpPr>
            <p:nvPr>
              <p:custDataLst>
                <p:tags r:id="rId122"/>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63" name="图片 260"/>
            <p:cNvPicPr/>
            <p:nvPr>
              <p:custDataLst>
                <p:tags r:id="rId123"/>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64" name="TextBox 79"/>
            <p:cNvSpPr txBox="1">
              <a:spLocks noChangeArrowheads="1"/>
            </p:cNvSpPr>
            <p:nvPr>
              <p:custDataLst>
                <p:tags r:id="rId124"/>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pPr>
              <a:r>
                <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rPr>
                <a:t>EDR agent</a:t>
              </a:r>
              <a:endPar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endParaRPr>
            </a:p>
          </p:txBody>
        </p:sp>
        <p:sp>
          <p:nvSpPr>
            <p:cNvPr id="65" name="TextBox 79"/>
            <p:cNvSpPr txBox="1">
              <a:spLocks noChangeArrowheads="1"/>
            </p:cNvSpPr>
            <p:nvPr>
              <p:custDataLst>
                <p:tags r:id="rId125"/>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pPr>
              <a:r>
                <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rPr>
                <a:t>EDR agent</a:t>
              </a:r>
              <a:endPar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endParaRPr>
            </a:p>
          </p:txBody>
        </p:sp>
        <p:sp>
          <p:nvSpPr>
            <p:cNvPr id="66" name="文本框 65"/>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pPr>
              <a:r>
                <a:rPr kumimoji="1" lang="zh-CN" altLang="en-US" sz="450" b="1" kern="0" noProof="0" dirty="0">
                  <a:ln>
                    <a:noFill/>
                  </a:ln>
                  <a:solidFill>
                    <a:srgbClr val="C00000"/>
                  </a:solidFill>
                  <a:effectLst/>
                  <a:uLnTx/>
                  <a:uFillTx/>
                  <a:latin typeface="Arial" panose="020B0604020202020204" pitchFamily="34" charset="0"/>
                  <a:ea typeface="黑体-简" panose="02000000000000000000" charset="-122"/>
                  <a:sym typeface="+mn-ea"/>
                </a:rPr>
                <a:t>探针</a:t>
              </a:r>
              <a:r>
                <a:rPr kumimoji="1" lang="en-US" altLang="zh-CN" sz="450" b="1" kern="0" noProof="0" dirty="0">
                  <a:ln>
                    <a:noFill/>
                  </a:ln>
                  <a:solidFill>
                    <a:srgbClr val="C00000"/>
                  </a:solidFill>
                  <a:effectLst/>
                  <a:uLnTx/>
                  <a:uFillTx/>
                  <a:latin typeface="Arial" panose="020B0604020202020204" pitchFamily="34" charset="0"/>
                  <a:ea typeface="黑体-简" panose="02000000000000000000" charset="-122"/>
                  <a:sym typeface="+mn-ea"/>
                </a:rPr>
                <a:t>STA</a:t>
              </a:r>
              <a:endParaRPr kumimoji="1" lang="en-US" altLang="zh-CN" sz="450" b="1" kern="0" noProof="0" dirty="0">
                <a:ln>
                  <a:noFill/>
                </a:ln>
                <a:solidFill>
                  <a:srgbClr val="C00000"/>
                </a:solidFill>
                <a:effectLst/>
                <a:uLnTx/>
                <a:uFillTx/>
                <a:latin typeface="Arial" panose="020B0604020202020204" pitchFamily="34" charset="0"/>
                <a:ea typeface="黑体-简" panose="02000000000000000000" charset="-122"/>
                <a:sym typeface="+mn-ea"/>
              </a:endParaRPr>
            </a:p>
          </p:txBody>
        </p:sp>
      </p:grpSp>
      <p:grpSp>
        <p:nvGrpSpPr>
          <p:cNvPr id="68" name="组合 67"/>
          <p:cNvGrpSpPr/>
          <p:nvPr/>
        </p:nvGrpSpPr>
        <p:grpSpPr>
          <a:xfrm>
            <a:off x="2895600" y="4831715"/>
            <a:ext cx="1368425" cy="1696085"/>
            <a:chOff x="696" y="7623"/>
            <a:chExt cx="2155" cy="2671"/>
          </a:xfrm>
        </p:grpSpPr>
        <p:cxnSp>
          <p:nvCxnSpPr>
            <p:cNvPr id="69" name="直接连接符 68"/>
            <p:cNvCxnSpPr/>
            <p:nvPr>
              <p:custDataLst>
                <p:tags r:id="rId126"/>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70" name="直接连接符 69"/>
            <p:cNvCxnSpPr/>
            <p:nvPr>
              <p:custDataLst>
                <p:tags r:id="rId127"/>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71" name="直接连接符 70"/>
            <p:cNvCxnSpPr/>
            <p:nvPr>
              <p:custDataLst>
                <p:tags r:id="rId128"/>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72" name="直接连接符 71"/>
            <p:cNvCxnSpPr/>
            <p:nvPr>
              <p:custDataLst>
                <p:tags r:id="rId129"/>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73" name="图片 323"/>
            <p:cNvPicPr>
              <a:picLocks noChangeAspect="1"/>
            </p:cNvPicPr>
            <p:nvPr>
              <p:custDataLst>
                <p:tags r:id="rId130"/>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74" name="图片 343"/>
            <p:cNvPicPr>
              <a:picLocks noChangeAspect="1"/>
            </p:cNvPicPr>
            <p:nvPr>
              <p:custDataLst>
                <p:tags r:id="rId131"/>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75" name="圆角矩形 228"/>
            <p:cNvSpPr/>
            <p:nvPr>
              <p:custDataLst>
                <p:tags r:id="rId132"/>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76" name="直接连接符 75"/>
            <p:cNvCxnSpPr>
              <a:stCxn id="87" idx="2"/>
              <a:endCxn id="83" idx="0"/>
            </p:cNvCxnSpPr>
            <p:nvPr>
              <p:custDataLst>
                <p:tags r:id="rId133"/>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77" name="直接连接符 76"/>
            <p:cNvCxnSpPr>
              <a:stCxn id="88" idx="2"/>
              <a:endCxn id="84" idx="0"/>
            </p:cNvCxnSpPr>
            <p:nvPr>
              <p:custDataLst>
                <p:tags r:id="rId134"/>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78" name="组合 77"/>
            <p:cNvGrpSpPr/>
            <p:nvPr/>
          </p:nvGrpSpPr>
          <p:grpSpPr>
            <a:xfrm rot="0">
              <a:off x="1499" y="7623"/>
              <a:ext cx="863" cy="376"/>
              <a:chOff x="2467936" y="2358207"/>
              <a:chExt cx="669925" cy="310515"/>
            </a:xfrm>
          </p:grpSpPr>
          <p:sp>
            <p:nvSpPr>
              <p:cNvPr id="79" name="任意形状 33"/>
              <p:cNvSpPr/>
              <p:nvPr>
                <p:custDataLst>
                  <p:tags r:id="rId135"/>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80" name="矩形 242"/>
              <p:cNvSpPr>
                <a:spLocks noChangeArrowheads="1"/>
              </p:cNvSpPr>
              <p:nvPr>
                <p:custDataLst>
                  <p:tags r:id="rId136"/>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Arial" panose="020B0604020202020204" pitchFamily="34" charset="0"/>
                    <a:ea typeface="黑体-简" panose="02000000000000000000" charset="-122"/>
                  </a:rPr>
                  <a:t>Internet</a:t>
                </a:r>
                <a:endParaRPr kumimoji="1" lang="en-US" altLang="zh-CN" sz="500">
                  <a:solidFill>
                    <a:prstClr val="white"/>
                  </a:solidFill>
                  <a:latin typeface="Arial" panose="020B0604020202020204" pitchFamily="34" charset="0"/>
                  <a:ea typeface="黑体-简" panose="02000000000000000000" charset="-122"/>
                </a:endParaRPr>
              </a:p>
            </p:txBody>
          </p:sp>
        </p:grpSp>
        <p:cxnSp>
          <p:nvCxnSpPr>
            <p:cNvPr id="81" name="直接连接符 80"/>
            <p:cNvCxnSpPr/>
            <p:nvPr>
              <p:custDataLst>
                <p:tags r:id="rId137"/>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82" name="直接连接符 81"/>
            <p:cNvCxnSpPr/>
            <p:nvPr>
              <p:custDataLst>
                <p:tags r:id="rId138"/>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83" name="图片 335"/>
            <p:cNvPicPr>
              <a:picLocks noChangeAspect="1"/>
            </p:cNvPicPr>
            <p:nvPr>
              <p:custDataLst>
                <p:tags r:id="rId139"/>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84" name="图片 338"/>
            <p:cNvPicPr>
              <a:picLocks noChangeAspect="1"/>
            </p:cNvPicPr>
            <p:nvPr>
              <p:custDataLst>
                <p:tags r:id="rId140"/>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85" name="图片 385"/>
            <p:cNvPicPr>
              <a:picLocks noChangeAspect="1"/>
            </p:cNvPicPr>
            <p:nvPr>
              <p:custDataLst>
                <p:tags r:id="rId141"/>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86" name="直接连接符 85"/>
            <p:cNvCxnSpPr/>
            <p:nvPr>
              <p:custDataLst>
                <p:tags r:id="rId142"/>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87" name="图片 330"/>
            <p:cNvPicPr>
              <a:picLocks noChangeAspect="1"/>
            </p:cNvPicPr>
            <p:nvPr>
              <p:custDataLst>
                <p:tags r:id="rId143"/>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88" name="图片 331"/>
            <p:cNvPicPr>
              <a:picLocks noChangeAspect="1"/>
            </p:cNvPicPr>
            <p:nvPr>
              <p:custDataLst>
                <p:tags r:id="rId144"/>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89" name="图片 88"/>
            <p:cNvPicPr>
              <a:picLocks noChangeAspect="1"/>
            </p:cNvPicPr>
            <p:nvPr/>
          </p:nvPicPr>
          <p:blipFill>
            <a:blip r:embed="rId85" cstate="screen"/>
            <a:stretch>
              <a:fillRect/>
            </a:stretch>
          </p:blipFill>
          <p:spPr>
            <a:xfrm>
              <a:off x="906" y="9552"/>
              <a:ext cx="284" cy="235"/>
            </a:xfrm>
            <a:prstGeom prst="rect">
              <a:avLst/>
            </a:prstGeom>
          </p:spPr>
        </p:pic>
        <p:pic>
          <p:nvPicPr>
            <p:cNvPr id="90" name="图片 89"/>
            <p:cNvPicPr>
              <a:picLocks noChangeAspect="1"/>
            </p:cNvPicPr>
            <p:nvPr/>
          </p:nvPicPr>
          <p:blipFill>
            <a:blip r:embed="rId85" cstate="screen"/>
            <a:stretch>
              <a:fillRect/>
            </a:stretch>
          </p:blipFill>
          <p:spPr>
            <a:xfrm>
              <a:off x="1291" y="9552"/>
              <a:ext cx="284" cy="235"/>
            </a:xfrm>
            <a:prstGeom prst="rect">
              <a:avLst/>
            </a:prstGeom>
          </p:spPr>
        </p:pic>
        <p:pic>
          <p:nvPicPr>
            <p:cNvPr id="91" name="Picture 8" descr="ICON_Server_flat_Q408.png"/>
            <p:cNvPicPr>
              <a:picLocks noChangeAspect="1"/>
            </p:cNvPicPr>
            <p:nvPr>
              <p:custDataLst>
                <p:tags r:id="rId145"/>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92" name="Picture 4"/>
            <p:cNvPicPr>
              <a:picLocks noChangeAspect="1" noChangeArrowheads="1"/>
            </p:cNvPicPr>
            <p:nvPr>
              <p:custDataLst>
                <p:tags r:id="rId146"/>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93" name="Picture 4"/>
            <p:cNvPicPr>
              <a:picLocks noChangeAspect="1" noChangeArrowheads="1"/>
            </p:cNvPicPr>
            <p:nvPr>
              <p:custDataLst>
                <p:tags r:id="rId147"/>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94" name="图片 291"/>
            <p:cNvPicPr>
              <a:picLocks noChangeAspect="1"/>
            </p:cNvPicPr>
            <p:nvPr>
              <p:custDataLst>
                <p:tags r:id="rId148"/>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95" name="图片 292"/>
            <p:cNvPicPr>
              <a:picLocks noChangeAspect="1"/>
            </p:cNvPicPr>
            <p:nvPr>
              <p:custDataLst>
                <p:tags r:id="rId149"/>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96" name="矩形 285"/>
            <p:cNvSpPr>
              <a:spLocks noChangeArrowheads="1"/>
            </p:cNvSpPr>
            <p:nvPr>
              <p:custDataLst>
                <p:tags r:id="rId150"/>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97" name="矩形 284"/>
            <p:cNvSpPr>
              <a:spLocks noChangeArrowheads="1"/>
            </p:cNvSpPr>
            <p:nvPr>
              <p:custDataLst>
                <p:tags r:id="rId151"/>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98" name="图片 260"/>
            <p:cNvPicPr/>
            <p:nvPr>
              <p:custDataLst>
                <p:tags r:id="rId152"/>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99" name="TextBox 79"/>
            <p:cNvSpPr txBox="1">
              <a:spLocks noChangeArrowheads="1"/>
            </p:cNvSpPr>
            <p:nvPr>
              <p:custDataLst>
                <p:tags r:id="rId153"/>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pPr>
              <a:r>
                <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rPr>
                <a:t>EDR agent</a:t>
              </a:r>
              <a:endPar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endParaRPr>
            </a:p>
          </p:txBody>
        </p:sp>
        <p:sp>
          <p:nvSpPr>
            <p:cNvPr id="100" name="TextBox 79"/>
            <p:cNvSpPr txBox="1">
              <a:spLocks noChangeArrowheads="1"/>
            </p:cNvSpPr>
            <p:nvPr>
              <p:custDataLst>
                <p:tags r:id="rId154"/>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pPr>
              <a:r>
                <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rPr>
                <a:t>EDR agent</a:t>
              </a:r>
              <a:endPar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endParaRPr>
            </a:p>
          </p:txBody>
        </p:sp>
        <p:sp>
          <p:nvSpPr>
            <p:cNvPr id="101" name="文本框 100"/>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pPr>
              <a:r>
                <a:rPr kumimoji="1" lang="zh-CN" altLang="en-US" sz="450" b="1" kern="0" noProof="0" dirty="0">
                  <a:ln>
                    <a:noFill/>
                  </a:ln>
                  <a:solidFill>
                    <a:srgbClr val="C00000"/>
                  </a:solidFill>
                  <a:effectLst/>
                  <a:uLnTx/>
                  <a:uFillTx/>
                  <a:latin typeface="Arial" panose="020B0604020202020204" pitchFamily="34" charset="0"/>
                  <a:ea typeface="黑体-简" panose="02000000000000000000" charset="-122"/>
                  <a:sym typeface="+mn-ea"/>
                </a:rPr>
                <a:t>探针</a:t>
              </a:r>
              <a:r>
                <a:rPr kumimoji="1" lang="en-US" altLang="zh-CN" sz="450" b="1" kern="0" noProof="0" dirty="0">
                  <a:ln>
                    <a:noFill/>
                  </a:ln>
                  <a:solidFill>
                    <a:srgbClr val="C00000"/>
                  </a:solidFill>
                  <a:effectLst/>
                  <a:uLnTx/>
                  <a:uFillTx/>
                  <a:latin typeface="Arial" panose="020B0604020202020204" pitchFamily="34" charset="0"/>
                  <a:ea typeface="黑体-简" panose="02000000000000000000" charset="-122"/>
                  <a:sym typeface="+mn-ea"/>
                </a:rPr>
                <a:t>STA</a:t>
              </a:r>
              <a:endParaRPr kumimoji="1" lang="en-US" altLang="zh-CN" sz="450" b="1" kern="0" noProof="0" dirty="0">
                <a:ln>
                  <a:noFill/>
                </a:ln>
                <a:solidFill>
                  <a:srgbClr val="C00000"/>
                </a:solidFill>
                <a:effectLst/>
                <a:uLnTx/>
                <a:uFillTx/>
                <a:latin typeface="Arial" panose="020B0604020202020204" pitchFamily="34" charset="0"/>
                <a:ea typeface="黑体-简" panose="02000000000000000000" charset="-122"/>
                <a:sym typeface="+mn-ea"/>
              </a:endParaRPr>
            </a:p>
          </p:txBody>
        </p:sp>
      </p:grpSp>
      <p:grpSp>
        <p:nvGrpSpPr>
          <p:cNvPr id="102" name="组合 101"/>
          <p:cNvGrpSpPr/>
          <p:nvPr/>
        </p:nvGrpSpPr>
        <p:grpSpPr>
          <a:xfrm>
            <a:off x="4243070" y="4829810"/>
            <a:ext cx="1368425" cy="1696085"/>
            <a:chOff x="696" y="7623"/>
            <a:chExt cx="2155" cy="2671"/>
          </a:xfrm>
        </p:grpSpPr>
        <p:cxnSp>
          <p:nvCxnSpPr>
            <p:cNvPr id="103" name="直接连接符 102"/>
            <p:cNvCxnSpPr/>
            <p:nvPr>
              <p:custDataLst>
                <p:tags r:id="rId155"/>
              </p:custDataLst>
            </p:nvPr>
          </p:nvCxnSpPr>
          <p:spPr>
            <a:xfrm rot="16200000" flipH="1">
              <a:off x="1832" y="8657"/>
              <a:ext cx="333" cy="0"/>
            </a:xfrm>
            <a:prstGeom prst="line">
              <a:avLst/>
            </a:prstGeom>
            <a:noFill/>
            <a:ln w="25400" cap="flat" cmpd="sng" algn="ctr">
              <a:solidFill>
                <a:srgbClr val="184199"/>
              </a:solidFill>
              <a:prstDash val="solid"/>
              <a:miter lim="800000"/>
            </a:ln>
            <a:effectLst/>
          </p:spPr>
        </p:cxnSp>
        <p:cxnSp>
          <p:nvCxnSpPr>
            <p:cNvPr id="104" name="直接连接符 103"/>
            <p:cNvCxnSpPr/>
            <p:nvPr>
              <p:custDataLst>
                <p:tags r:id="rId156"/>
              </p:custDataLst>
            </p:nvPr>
          </p:nvCxnSpPr>
          <p:spPr>
            <a:xfrm rot="5400000">
              <a:off x="1903" y="8003"/>
              <a:ext cx="242" cy="2"/>
            </a:xfrm>
            <a:prstGeom prst="line">
              <a:avLst/>
            </a:prstGeom>
            <a:noFill/>
            <a:ln w="25400" cap="flat" cmpd="sng" algn="ctr">
              <a:solidFill>
                <a:srgbClr val="184199"/>
              </a:solidFill>
              <a:prstDash val="solid"/>
              <a:miter lim="800000"/>
            </a:ln>
            <a:effectLst/>
          </p:spPr>
        </p:cxnSp>
        <p:cxnSp>
          <p:nvCxnSpPr>
            <p:cNvPr id="105" name="直接连接符 104"/>
            <p:cNvCxnSpPr/>
            <p:nvPr>
              <p:custDataLst>
                <p:tags r:id="rId157"/>
              </p:custDataLst>
            </p:nvPr>
          </p:nvCxnSpPr>
          <p:spPr>
            <a:xfrm>
              <a:off x="1935" y="8334"/>
              <a:ext cx="716" cy="0"/>
            </a:xfrm>
            <a:prstGeom prst="line">
              <a:avLst/>
            </a:prstGeom>
            <a:noFill/>
            <a:ln w="12700" cap="flat" cmpd="sng" algn="ctr">
              <a:solidFill>
                <a:srgbClr val="184199"/>
              </a:solidFill>
              <a:prstDash val="dash"/>
              <a:miter lim="800000"/>
            </a:ln>
            <a:effectLst/>
          </p:spPr>
        </p:cxnSp>
        <p:cxnSp>
          <p:nvCxnSpPr>
            <p:cNvPr id="106" name="直接连接符 105"/>
            <p:cNvCxnSpPr/>
            <p:nvPr>
              <p:custDataLst>
                <p:tags r:id="rId158"/>
              </p:custDataLst>
            </p:nvPr>
          </p:nvCxnSpPr>
          <p:spPr>
            <a:xfrm>
              <a:off x="1935" y="8909"/>
              <a:ext cx="716" cy="0"/>
            </a:xfrm>
            <a:prstGeom prst="line">
              <a:avLst/>
            </a:prstGeom>
            <a:noFill/>
            <a:ln w="12700" cap="flat" cmpd="sng" algn="ctr">
              <a:solidFill>
                <a:srgbClr val="184199"/>
              </a:solidFill>
              <a:prstDash val="dash"/>
              <a:miter lim="800000"/>
            </a:ln>
            <a:effectLst/>
          </p:spPr>
        </p:cxnSp>
        <p:pic>
          <p:nvPicPr>
            <p:cNvPr id="107" name="图片 323"/>
            <p:cNvPicPr>
              <a:picLocks noChangeAspect="1"/>
            </p:cNvPicPr>
            <p:nvPr>
              <p:custDataLst>
                <p:tags r:id="rId159"/>
              </p:custDataLst>
            </p:nvPr>
          </p:nvPicPr>
          <p:blipFill>
            <a:blip r:embed="rId35" cstate="email"/>
            <a:srcRect/>
            <a:stretch>
              <a:fillRect/>
            </a:stretch>
          </p:blipFill>
          <p:spPr bwMode="auto">
            <a:xfrm>
              <a:off x="1788" y="8110"/>
              <a:ext cx="438" cy="382"/>
            </a:xfrm>
            <a:prstGeom prst="rect">
              <a:avLst/>
            </a:prstGeom>
            <a:noFill/>
            <a:ln w="9525">
              <a:noFill/>
              <a:miter lim="800000"/>
              <a:headEnd/>
              <a:tailEnd/>
            </a:ln>
          </p:spPr>
        </p:pic>
        <p:pic>
          <p:nvPicPr>
            <p:cNvPr id="108" name="图片 343"/>
            <p:cNvPicPr>
              <a:picLocks noChangeAspect="1"/>
            </p:cNvPicPr>
            <p:nvPr>
              <p:custDataLst>
                <p:tags r:id="rId160"/>
              </p:custDataLst>
            </p:nvPr>
          </p:nvPicPr>
          <p:blipFill>
            <a:blip r:embed="rId38" cstate="email"/>
            <a:srcRect/>
            <a:stretch>
              <a:fillRect/>
            </a:stretch>
          </p:blipFill>
          <p:spPr bwMode="auto">
            <a:xfrm>
              <a:off x="1819" y="8693"/>
              <a:ext cx="393" cy="348"/>
            </a:xfrm>
            <a:prstGeom prst="rect">
              <a:avLst/>
            </a:prstGeom>
            <a:noFill/>
            <a:ln w="9525">
              <a:noFill/>
              <a:miter lim="800000"/>
              <a:headEnd/>
              <a:tailEnd/>
            </a:ln>
          </p:spPr>
        </p:pic>
        <p:sp>
          <p:nvSpPr>
            <p:cNvPr id="109" name="圆角矩形 228"/>
            <p:cNvSpPr/>
            <p:nvPr>
              <p:custDataLst>
                <p:tags r:id="rId161"/>
              </p:custDataLst>
            </p:nvPr>
          </p:nvSpPr>
          <p:spPr>
            <a:xfrm>
              <a:off x="793" y="7809"/>
              <a:ext cx="2058" cy="2485"/>
            </a:xfrm>
            <a:prstGeom prst="roundRect">
              <a:avLst>
                <a:gd name="adj" fmla="val 4717"/>
              </a:avLst>
            </a:prstGeom>
            <a:solidFill>
              <a:schemeClr val="accent3">
                <a:lumMod val="20000"/>
                <a:lumOff val="80000"/>
              </a:schemeClr>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0" lang="zh-CN" altLang="en-US" sz="9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cxnSp>
          <p:nvCxnSpPr>
            <p:cNvPr id="110" name="直接连接符 109"/>
            <p:cNvCxnSpPr>
              <a:stCxn id="121" idx="2"/>
              <a:endCxn id="117" idx="0"/>
            </p:cNvCxnSpPr>
            <p:nvPr>
              <p:custDataLst>
                <p:tags r:id="rId162"/>
              </p:custDataLst>
            </p:nvPr>
          </p:nvCxnSpPr>
          <p:spPr>
            <a:xfrm flipH="1">
              <a:off x="1283" y="8660"/>
              <a:ext cx="10" cy="240"/>
            </a:xfrm>
            <a:prstGeom prst="line">
              <a:avLst/>
            </a:prstGeom>
            <a:noFill/>
            <a:ln w="25400" cap="flat" cmpd="sng" algn="ctr">
              <a:solidFill>
                <a:srgbClr val="184199"/>
              </a:solidFill>
              <a:prstDash val="solid"/>
              <a:miter lim="800000"/>
            </a:ln>
            <a:effectLst/>
          </p:spPr>
        </p:cxnSp>
        <p:cxnSp>
          <p:nvCxnSpPr>
            <p:cNvPr id="111" name="直接连接符 110"/>
            <p:cNvCxnSpPr>
              <a:stCxn id="122" idx="2"/>
              <a:endCxn id="118" idx="0"/>
            </p:cNvCxnSpPr>
            <p:nvPr>
              <p:custDataLst>
                <p:tags r:id="rId163"/>
              </p:custDataLst>
            </p:nvPr>
          </p:nvCxnSpPr>
          <p:spPr>
            <a:xfrm flipH="1">
              <a:off x="1847" y="8661"/>
              <a:ext cx="9" cy="219"/>
            </a:xfrm>
            <a:prstGeom prst="line">
              <a:avLst/>
            </a:prstGeom>
            <a:noFill/>
            <a:ln w="25400" cap="flat" cmpd="sng" algn="ctr">
              <a:solidFill>
                <a:srgbClr val="184199"/>
              </a:solidFill>
              <a:prstDash val="solid"/>
              <a:miter lim="800000"/>
            </a:ln>
            <a:effectLst/>
          </p:spPr>
        </p:cxnSp>
        <p:grpSp>
          <p:nvGrpSpPr>
            <p:cNvPr id="112" name="组合 111"/>
            <p:cNvGrpSpPr/>
            <p:nvPr/>
          </p:nvGrpSpPr>
          <p:grpSpPr>
            <a:xfrm rot="0">
              <a:off x="1499" y="7623"/>
              <a:ext cx="863" cy="376"/>
              <a:chOff x="2467936" y="2358207"/>
              <a:chExt cx="669925" cy="310515"/>
            </a:xfrm>
          </p:grpSpPr>
          <p:sp>
            <p:nvSpPr>
              <p:cNvPr id="113" name="任意形状 33"/>
              <p:cNvSpPr/>
              <p:nvPr>
                <p:custDataLst>
                  <p:tags r:id="rId164"/>
                </p:custDataLst>
              </p:nvPr>
            </p:nvSpPr>
            <p:spPr>
              <a:xfrm>
                <a:off x="2525086" y="2358207"/>
                <a:ext cx="546100" cy="310515"/>
              </a:xfrm>
              <a:custGeom>
                <a:avLst/>
                <a:gdLst>
                  <a:gd name="connsiteX0" fmla="*/ 2225150 w 3964603"/>
                  <a:gd name="connsiteY0" fmla="*/ 0 h 2369669"/>
                  <a:gd name="connsiteX1" fmla="*/ 3326336 w 3964603"/>
                  <a:gd name="connsiteY1" fmla="*/ 897492 h 2369669"/>
                  <a:gd name="connsiteX2" fmla="*/ 3342312 w 3964603"/>
                  <a:gd name="connsiteY2" fmla="*/ 1002169 h 2369669"/>
                  <a:gd name="connsiteX3" fmla="*/ 3416048 w 3964603"/>
                  <a:gd name="connsiteY3" fmla="*/ 1009602 h 2369669"/>
                  <a:gd name="connsiteX4" fmla="*/ 3964603 w 3964603"/>
                  <a:gd name="connsiteY4" fmla="*/ 1682657 h 2369669"/>
                  <a:gd name="connsiteX5" fmla="*/ 3277591 w 3964603"/>
                  <a:gd name="connsiteY5" fmla="*/ 2369669 h 2369669"/>
                  <a:gd name="connsiteX6" fmla="*/ 3265322 w 3964603"/>
                  <a:gd name="connsiteY6" fmla="*/ 2368432 h 2369669"/>
                  <a:gd name="connsiteX7" fmla="*/ 3265322 w 3964603"/>
                  <a:gd name="connsiteY7" fmla="*/ 2369669 h 2369669"/>
                  <a:gd name="connsiteX8" fmla="*/ 696120 w 3964603"/>
                  <a:gd name="connsiteY8" fmla="*/ 2369669 h 2369669"/>
                  <a:gd name="connsiteX9" fmla="*/ 696120 w 3964603"/>
                  <a:gd name="connsiteY9" fmla="*/ 2368751 h 2369669"/>
                  <a:gd name="connsiteX10" fmla="*/ 687012 w 3964603"/>
                  <a:gd name="connsiteY10" fmla="*/ 2369669 h 2369669"/>
                  <a:gd name="connsiteX11" fmla="*/ 0 w 3964603"/>
                  <a:gd name="connsiteY11" fmla="*/ 1682657 h 2369669"/>
                  <a:gd name="connsiteX12" fmla="*/ 419596 w 3964603"/>
                  <a:gd name="connsiteY12" fmla="*/ 1049634 h 2369669"/>
                  <a:gd name="connsiteX13" fmla="*/ 479586 w 3964603"/>
                  <a:gd name="connsiteY13" fmla="*/ 1031012 h 2369669"/>
                  <a:gd name="connsiteX14" fmla="*/ 480815 w 3964603"/>
                  <a:gd name="connsiteY14" fmla="*/ 1018815 h 2369669"/>
                  <a:gd name="connsiteX15" fmla="*/ 1118086 w 3964603"/>
                  <a:gd name="connsiteY15" fmla="*/ 499425 h 2369669"/>
                  <a:gd name="connsiteX16" fmla="*/ 1249182 w 3964603"/>
                  <a:gd name="connsiteY16" fmla="*/ 512640 h 2369669"/>
                  <a:gd name="connsiteX17" fmla="*/ 1277402 w 3964603"/>
                  <a:gd name="connsiteY17" fmla="*/ 521400 h 2369669"/>
                  <a:gd name="connsiteX18" fmla="*/ 1293094 w 3964603"/>
                  <a:gd name="connsiteY18" fmla="*/ 495571 h 2369669"/>
                  <a:gd name="connsiteX19" fmla="*/ 2225150 w 3964603"/>
                  <a:gd name="connsiteY19" fmla="*/ 0 h 236966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Lst>
                <a:rect l="l" t="t" r="r" b="b"/>
                <a:pathLst>
                  <a:path w="3964603" h="2369669">
                    <a:moveTo>
                      <a:pt x="2225150" y="0"/>
                    </a:moveTo>
                    <a:cubicBezTo>
                      <a:pt x="2768333" y="0"/>
                      <a:pt x="3221525" y="385295"/>
                      <a:pt x="3326336" y="897492"/>
                    </a:cubicBezTo>
                    <a:lnTo>
                      <a:pt x="3342312" y="1002169"/>
                    </a:lnTo>
                    <a:lnTo>
                      <a:pt x="3416048" y="1009602"/>
                    </a:lnTo>
                    <a:cubicBezTo>
                      <a:pt x="3729108" y="1073664"/>
                      <a:pt x="3964603" y="1350659"/>
                      <a:pt x="3964603" y="1682657"/>
                    </a:cubicBezTo>
                    <a:cubicBezTo>
                      <a:pt x="3964603" y="2062083"/>
                      <a:pt x="3657017" y="2369669"/>
                      <a:pt x="3277591" y="2369669"/>
                    </a:cubicBezTo>
                    <a:lnTo>
                      <a:pt x="3265322" y="2368432"/>
                    </a:lnTo>
                    <a:lnTo>
                      <a:pt x="3265322" y="2369669"/>
                    </a:lnTo>
                    <a:lnTo>
                      <a:pt x="696120" y="2369669"/>
                    </a:lnTo>
                    <a:lnTo>
                      <a:pt x="696120" y="2368751"/>
                    </a:lnTo>
                    <a:lnTo>
                      <a:pt x="687012" y="2369669"/>
                    </a:lnTo>
                    <a:cubicBezTo>
                      <a:pt x="307586" y="2369669"/>
                      <a:pt x="0" y="2062083"/>
                      <a:pt x="0" y="1682657"/>
                    </a:cubicBezTo>
                    <a:cubicBezTo>
                      <a:pt x="0" y="1398087"/>
                      <a:pt x="173017" y="1153928"/>
                      <a:pt x="419596" y="1049634"/>
                    </a:cubicBezTo>
                    <a:lnTo>
                      <a:pt x="479586" y="1031012"/>
                    </a:lnTo>
                    <a:lnTo>
                      <a:pt x="480815" y="1018815"/>
                    </a:lnTo>
                    <a:cubicBezTo>
                      <a:pt x="541471" y="722400"/>
                      <a:pt x="803740" y="499425"/>
                      <a:pt x="1118086" y="499425"/>
                    </a:cubicBezTo>
                    <a:cubicBezTo>
                      <a:pt x="1162993" y="499425"/>
                      <a:pt x="1206837" y="503975"/>
                      <a:pt x="1249182" y="512640"/>
                    </a:cubicBezTo>
                    <a:lnTo>
                      <a:pt x="1277402" y="521400"/>
                    </a:lnTo>
                    <a:lnTo>
                      <a:pt x="1293094" y="495571"/>
                    </a:lnTo>
                    <a:cubicBezTo>
                      <a:pt x="1495089" y="196579"/>
                      <a:pt x="1837163" y="0"/>
                      <a:pt x="2225150" y="0"/>
                    </a:cubicBezTo>
                    <a:close/>
                  </a:path>
                </a:pathLst>
              </a:custGeom>
              <a:solidFill>
                <a:srgbClr val="0170C1"/>
              </a:solidFill>
              <a:ln w="12700" cap="flat" cmpd="sng" algn="ctr">
                <a:noFill/>
                <a:prstDash val="solid"/>
                <a:miter lim="800000"/>
              </a:ln>
              <a:effectLst/>
            </p:spPr>
            <p:txBody>
              <a:bodyPr anchor="ctr"/>
              <a:p>
                <a:pPr marL="0" marR="0" lvl="0" indent="0" algn="ctr" defTabSz="914400" eaLnBrk="1" fontAlgn="auto" latinLnBrk="0" hangingPunct="1">
                  <a:lnSpc>
                    <a:spcPct val="100000"/>
                  </a:lnSpc>
                  <a:spcBef>
                    <a:spcPts val="0"/>
                  </a:spcBef>
                  <a:spcAft>
                    <a:spcPts val="0"/>
                  </a:spcAft>
                  <a:buClrTx/>
                  <a:buSzTx/>
                  <a:buFontTx/>
                  <a:buNone/>
                </a:pPr>
                <a:endParaRPr kumimoji="1" lang="zh-CN" altLang="en-US" sz="600" b="0" i="0" u="none" strike="noStrike" kern="0" cap="none" spc="0" normalizeH="0" baseline="0" noProof="0">
                  <a:ln>
                    <a:noFill/>
                  </a:ln>
                  <a:solidFill>
                    <a:prstClr val="white"/>
                  </a:solidFill>
                  <a:effectLst/>
                  <a:uLnTx/>
                  <a:uFillTx/>
                  <a:latin typeface="等线" panose="02010600030101010101" charset="-122"/>
                  <a:ea typeface="等线" panose="02010600030101010101" charset="-122"/>
                  <a:cs typeface="+mn-cs"/>
                </a:endParaRPr>
              </a:p>
            </p:txBody>
          </p:sp>
          <p:sp>
            <p:nvSpPr>
              <p:cNvPr id="114" name="矩形 242"/>
              <p:cNvSpPr>
                <a:spLocks noChangeArrowheads="1"/>
              </p:cNvSpPr>
              <p:nvPr>
                <p:custDataLst>
                  <p:tags r:id="rId165"/>
                </p:custDataLst>
              </p:nvPr>
            </p:nvSpPr>
            <p:spPr bwMode="auto">
              <a:xfrm>
                <a:off x="2467936" y="2456632"/>
                <a:ext cx="669925" cy="208937"/>
              </a:xfrm>
              <a:prstGeom prst="rect">
                <a:avLst/>
              </a:prstGeom>
              <a:noFill/>
              <a:ln w="9525">
                <a:noFill/>
                <a:miter lim="800000"/>
              </a:ln>
            </p:spPr>
            <p:txBody>
              <a:bodyPr wrap="square">
                <a:spAutoFit/>
              </a:bodyPr>
              <a:p>
                <a:pPr marL="228600" indent="-228600">
                  <a:lnSpc>
                    <a:spcPct val="90000"/>
                  </a:lnSpc>
                  <a:spcBef>
                    <a:spcPts val="1000"/>
                  </a:spcBef>
                </a:pPr>
                <a:r>
                  <a:rPr kumimoji="1" lang="en-US" altLang="zh-CN" sz="500">
                    <a:solidFill>
                      <a:prstClr val="white"/>
                    </a:solidFill>
                    <a:latin typeface="Arial" panose="020B0604020202020204" pitchFamily="34" charset="0"/>
                    <a:ea typeface="黑体-简" panose="02000000000000000000" charset="-122"/>
                  </a:rPr>
                  <a:t>Internet</a:t>
                </a:r>
                <a:endParaRPr kumimoji="1" lang="en-US" altLang="zh-CN" sz="500">
                  <a:solidFill>
                    <a:prstClr val="white"/>
                  </a:solidFill>
                  <a:latin typeface="Arial" panose="020B0604020202020204" pitchFamily="34" charset="0"/>
                  <a:ea typeface="黑体-简" panose="02000000000000000000" charset="-122"/>
                </a:endParaRPr>
              </a:p>
            </p:txBody>
          </p:sp>
        </p:grpSp>
        <p:cxnSp>
          <p:nvCxnSpPr>
            <p:cNvPr id="115" name="直接连接符 114"/>
            <p:cNvCxnSpPr/>
            <p:nvPr>
              <p:custDataLst>
                <p:tags r:id="rId166"/>
              </p:custDataLst>
            </p:nvPr>
          </p:nvCxnSpPr>
          <p:spPr>
            <a:xfrm>
              <a:off x="1429" y="8456"/>
              <a:ext cx="340" cy="0"/>
            </a:xfrm>
            <a:prstGeom prst="line">
              <a:avLst/>
            </a:prstGeom>
            <a:noFill/>
            <a:ln w="12700" cap="flat" cmpd="sng" algn="ctr">
              <a:solidFill>
                <a:srgbClr val="184199"/>
              </a:solidFill>
              <a:prstDash val="dash"/>
              <a:miter lim="800000"/>
            </a:ln>
            <a:effectLst/>
          </p:spPr>
        </p:cxnSp>
        <p:cxnSp>
          <p:nvCxnSpPr>
            <p:cNvPr id="116" name="直接连接符 115"/>
            <p:cNvCxnSpPr/>
            <p:nvPr>
              <p:custDataLst>
                <p:tags r:id="rId167"/>
              </p:custDataLst>
            </p:nvPr>
          </p:nvCxnSpPr>
          <p:spPr>
            <a:xfrm>
              <a:off x="1412" y="9062"/>
              <a:ext cx="397" cy="0"/>
            </a:xfrm>
            <a:prstGeom prst="line">
              <a:avLst/>
            </a:prstGeom>
            <a:noFill/>
            <a:ln w="12700" cap="flat" cmpd="sng" algn="ctr">
              <a:solidFill>
                <a:srgbClr val="184199"/>
              </a:solidFill>
              <a:prstDash val="dash"/>
              <a:miter lim="800000"/>
            </a:ln>
            <a:effectLst/>
          </p:spPr>
        </p:cxnSp>
        <p:pic>
          <p:nvPicPr>
            <p:cNvPr id="117" name="图片 335"/>
            <p:cNvPicPr>
              <a:picLocks noChangeAspect="1"/>
            </p:cNvPicPr>
            <p:nvPr>
              <p:custDataLst>
                <p:tags r:id="rId168"/>
              </p:custDataLst>
            </p:nvPr>
          </p:nvPicPr>
          <p:blipFill>
            <a:blip r:embed="rId78" cstate="email"/>
            <a:srcRect/>
            <a:stretch>
              <a:fillRect/>
            </a:stretch>
          </p:blipFill>
          <p:spPr bwMode="auto">
            <a:xfrm>
              <a:off x="1052" y="8900"/>
              <a:ext cx="461" cy="410"/>
            </a:xfrm>
            <a:prstGeom prst="rect">
              <a:avLst/>
            </a:prstGeom>
            <a:noFill/>
            <a:ln w="9525">
              <a:noFill/>
              <a:miter lim="800000"/>
              <a:headEnd/>
              <a:tailEnd/>
            </a:ln>
          </p:spPr>
        </p:pic>
        <p:pic>
          <p:nvPicPr>
            <p:cNvPr id="118" name="图片 338"/>
            <p:cNvPicPr>
              <a:picLocks noChangeAspect="1"/>
            </p:cNvPicPr>
            <p:nvPr>
              <p:custDataLst>
                <p:tags r:id="rId169"/>
              </p:custDataLst>
            </p:nvPr>
          </p:nvPicPr>
          <p:blipFill>
            <a:blip r:embed="rId78" cstate="email"/>
            <a:srcRect/>
            <a:stretch>
              <a:fillRect/>
            </a:stretch>
          </p:blipFill>
          <p:spPr bwMode="auto">
            <a:xfrm>
              <a:off x="1616" y="8880"/>
              <a:ext cx="461" cy="410"/>
            </a:xfrm>
            <a:prstGeom prst="rect">
              <a:avLst/>
            </a:prstGeom>
            <a:noFill/>
            <a:ln w="9525">
              <a:noFill/>
              <a:miter lim="800000"/>
              <a:headEnd/>
              <a:tailEnd/>
            </a:ln>
          </p:spPr>
        </p:pic>
        <p:pic>
          <p:nvPicPr>
            <p:cNvPr id="119" name="图片 385"/>
            <p:cNvPicPr>
              <a:picLocks noChangeAspect="1"/>
            </p:cNvPicPr>
            <p:nvPr>
              <p:custDataLst>
                <p:tags r:id="rId170"/>
              </p:custDataLst>
            </p:nvPr>
          </p:nvPicPr>
          <p:blipFill>
            <a:blip r:embed="rId42" cstate="email"/>
            <a:srcRect/>
            <a:stretch>
              <a:fillRect/>
            </a:stretch>
          </p:blipFill>
          <p:spPr bwMode="auto">
            <a:xfrm>
              <a:off x="2179" y="8967"/>
              <a:ext cx="501" cy="207"/>
            </a:xfrm>
            <a:prstGeom prst="rect">
              <a:avLst/>
            </a:prstGeom>
            <a:noFill/>
            <a:ln w="9525">
              <a:noFill/>
              <a:miter lim="800000"/>
              <a:headEnd/>
              <a:tailEnd/>
            </a:ln>
          </p:spPr>
        </p:pic>
        <p:cxnSp>
          <p:nvCxnSpPr>
            <p:cNvPr id="120" name="直接连接符 119"/>
            <p:cNvCxnSpPr/>
            <p:nvPr>
              <p:custDataLst>
                <p:tags r:id="rId171"/>
              </p:custDataLst>
            </p:nvPr>
          </p:nvCxnSpPr>
          <p:spPr>
            <a:xfrm>
              <a:off x="1980" y="9100"/>
              <a:ext cx="282" cy="2"/>
            </a:xfrm>
            <a:prstGeom prst="line">
              <a:avLst/>
            </a:prstGeom>
            <a:noFill/>
            <a:ln w="25400" cap="flat" cmpd="sng" algn="ctr">
              <a:solidFill>
                <a:srgbClr val="184199"/>
              </a:solidFill>
              <a:prstDash val="solid"/>
              <a:miter lim="800000"/>
            </a:ln>
            <a:effectLst/>
          </p:spPr>
        </p:cxnSp>
        <p:pic>
          <p:nvPicPr>
            <p:cNvPr id="121" name="图片 330"/>
            <p:cNvPicPr>
              <a:picLocks noChangeAspect="1"/>
            </p:cNvPicPr>
            <p:nvPr>
              <p:custDataLst>
                <p:tags r:id="rId172"/>
              </p:custDataLst>
            </p:nvPr>
          </p:nvPicPr>
          <p:blipFill>
            <a:blip r:embed="rId83" cstate="email"/>
            <a:srcRect/>
            <a:stretch>
              <a:fillRect/>
            </a:stretch>
          </p:blipFill>
          <p:spPr bwMode="auto">
            <a:xfrm>
              <a:off x="1087" y="8304"/>
              <a:ext cx="412" cy="357"/>
            </a:xfrm>
            <a:prstGeom prst="rect">
              <a:avLst/>
            </a:prstGeom>
            <a:noFill/>
            <a:ln w="9525">
              <a:noFill/>
              <a:miter lim="800000"/>
              <a:headEnd/>
              <a:tailEnd/>
            </a:ln>
          </p:spPr>
        </p:pic>
        <p:pic>
          <p:nvPicPr>
            <p:cNvPr id="122" name="图片 331"/>
            <p:cNvPicPr>
              <a:picLocks noChangeAspect="1"/>
            </p:cNvPicPr>
            <p:nvPr>
              <p:custDataLst>
                <p:tags r:id="rId173"/>
              </p:custDataLst>
            </p:nvPr>
          </p:nvPicPr>
          <p:blipFill>
            <a:blip r:embed="rId83" cstate="email"/>
            <a:srcRect/>
            <a:stretch>
              <a:fillRect/>
            </a:stretch>
          </p:blipFill>
          <p:spPr bwMode="auto">
            <a:xfrm>
              <a:off x="1650" y="8304"/>
              <a:ext cx="412" cy="357"/>
            </a:xfrm>
            <a:prstGeom prst="rect">
              <a:avLst/>
            </a:prstGeom>
            <a:noFill/>
            <a:ln w="9525">
              <a:noFill/>
              <a:miter lim="800000"/>
              <a:headEnd/>
              <a:tailEnd/>
            </a:ln>
          </p:spPr>
        </p:pic>
        <p:pic>
          <p:nvPicPr>
            <p:cNvPr id="123" name="图片 122"/>
            <p:cNvPicPr>
              <a:picLocks noChangeAspect="1"/>
            </p:cNvPicPr>
            <p:nvPr/>
          </p:nvPicPr>
          <p:blipFill>
            <a:blip r:embed="rId85" cstate="screen"/>
            <a:stretch>
              <a:fillRect/>
            </a:stretch>
          </p:blipFill>
          <p:spPr>
            <a:xfrm>
              <a:off x="906" y="9552"/>
              <a:ext cx="284" cy="235"/>
            </a:xfrm>
            <a:prstGeom prst="rect">
              <a:avLst/>
            </a:prstGeom>
          </p:spPr>
        </p:pic>
        <p:pic>
          <p:nvPicPr>
            <p:cNvPr id="124" name="图片 123"/>
            <p:cNvPicPr>
              <a:picLocks noChangeAspect="1"/>
            </p:cNvPicPr>
            <p:nvPr/>
          </p:nvPicPr>
          <p:blipFill>
            <a:blip r:embed="rId85" cstate="screen"/>
            <a:stretch>
              <a:fillRect/>
            </a:stretch>
          </p:blipFill>
          <p:spPr>
            <a:xfrm>
              <a:off x="1291" y="9552"/>
              <a:ext cx="284" cy="235"/>
            </a:xfrm>
            <a:prstGeom prst="rect">
              <a:avLst/>
            </a:prstGeom>
          </p:spPr>
        </p:pic>
        <p:pic>
          <p:nvPicPr>
            <p:cNvPr id="125" name="Picture 8" descr="ICON_Server_flat_Q408.png"/>
            <p:cNvPicPr>
              <a:picLocks noChangeAspect="1"/>
            </p:cNvPicPr>
            <p:nvPr>
              <p:custDataLst>
                <p:tags r:id="rId174"/>
              </p:custDataLst>
            </p:nvPr>
          </p:nvPicPr>
          <p:blipFill>
            <a:blip r:embed="rId11" cstate="email"/>
            <a:srcRect/>
            <a:stretch>
              <a:fillRect/>
            </a:stretch>
          </p:blipFill>
          <p:spPr bwMode="auto">
            <a:xfrm>
              <a:off x="1987" y="9850"/>
              <a:ext cx="786" cy="189"/>
            </a:xfrm>
            <a:prstGeom prst="rect">
              <a:avLst/>
            </a:prstGeom>
            <a:noFill/>
            <a:ln w="9525">
              <a:noFill/>
              <a:miter lim="800000"/>
              <a:headEnd/>
              <a:tailEnd/>
            </a:ln>
          </p:spPr>
        </p:pic>
        <p:pic>
          <p:nvPicPr>
            <p:cNvPr id="126" name="Picture 4"/>
            <p:cNvPicPr>
              <a:picLocks noChangeAspect="1" noChangeArrowheads="1"/>
            </p:cNvPicPr>
            <p:nvPr>
              <p:custDataLst>
                <p:tags r:id="rId175"/>
              </p:custDataLst>
            </p:nvPr>
          </p:nvPicPr>
          <p:blipFill>
            <a:blip r:embed="rId14" cstate="email">
              <a:duotone>
                <a:prstClr val="black"/>
                <a:srgbClr val="4EBE53">
                  <a:tint val="45000"/>
                  <a:satMod val="400000"/>
                </a:srgbClr>
              </a:duotone>
            </a:blip>
            <a:srcRect/>
            <a:stretch>
              <a:fillRect/>
            </a:stretch>
          </p:blipFill>
          <p:spPr bwMode="auto">
            <a:xfrm>
              <a:off x="2436" y="9507"/>
              <a:ext cx="297" cy="213"/>
            </a:xfrm>
            <a:prstGeom prst="rect">
              <a:avLst/>
            </a:prstGeom>
            <a:noFill/>
            <a:ln>
              <a:noFill/>
            </a:ln>
            <a:effectLst/>
          </p:spPr>
        </p:pic>
        <p:pic>
          <p:nvPicPr>
            <p:cNvPr id="127" name="Picture 4"/>
            <p:cNvPicPr>
              <a:picLocks noChangeAspect="1" noChangeArrowheads="1"/>
            </p:cNvPicPr>
            <p:nvPr>
              <p:custDataLst>
                <p:tags r:id="rId176"/>
              </p:custDataLst>
            </p:nvPr>
          </p:nvPicPr>
          <p:blipFill>
            <a:blip r:embed="rId14" cstate="email">
              <a:duotone>
                <a:prstClr val="black"/>
                <a:srgbClr val="4EBE53">
                  <a:tint val="45000"/>
                  <a:satMod val="400000"/>
                </a:srgbClr>
              </a:duotone>
            </a:blip>
            <a:srcRect/>
            <a:stretch>
              <a:fillRect/>
            </a:stretch>
          </p:blipFill>
          <p:spPr bwMode="auto">
            <a:xfrm>
              <a:off x="2105" y="9507"/>
              <a:ext cx="297" cy="213"/>
            </a:xfrm>
            <a:prstGeom prst="rect">
              <a:avLst/>
            </a:prstGeom>
            <a:noFill/>
            <a:ln>
              <a:noFill/>
            </a:ln>
            <a:effectLst/>
          </p:spPr>
        </p:pic>
        <p:pic>
          <p:nvPicPr>
            <p:cNvPr id="128" name="图片 291"/>
            <p:cNvPicPr>
              <a:picLocks noChangeAspect="1"/>
            </p:cNvPicPr>
            <p:nvPr>
              <p:custDataLst>
                <p:tags r:id="rId177"/>
              </p:custDataLst>
            </p:nvPr>
          </p:nvPicPr>
          <p:blipFill>
            <a:blip r:embed="rId26" cstate="email"/>
            <a:srcRect/>
            <a:stretch>
              <a:fillRect/>
            </a:stretch>
          </p:blipFill>
          <p:spPr bwMode="auto">
            <a:xfrm>
              <a:off x="2189" y="9672"/>
              <a:ext cx="161" cy="158"/>
            </a:xfrm>
            <a:prstGeom prst="rect">
              <a:avLst/>
            </a:prstGeom>
            <a:noFill/>
            <a:ln w="9525">
              <a:noFill/>
              <a:miter lim="800000"/>
              <a:headEnd/>
              <a:tailEnd/>
            </a:ln>
          </p:spPr>
        </p:pic>
        <p:pic>
          <p:nvPicPr>
            <p:cNvPr id="129" name="图片 292"/>
            <p:cNvPicPr>
              <a:picLocks noChangeAspect="1"/>
            </p:cNvPicPr>
            <p:nvPr>
              <p:custDataLst>
                <p:tags r:id="rId178"/>
              </p:custDataLst>
            </p:nvPr>
          </p:nvPicPr>
          <p:blipFill>
            <a:blip r:embed="rId26" cstate="email"/>
            <a:srcRect/>
            <a:stretch>
              <a:fillRect/>
            </a:stretch>
          </p:blipFill>
          <p:spPr bwMode="auto">
            <a:xfrm>
              <a:off x="2533" y="9672"/>
              <a:ext cx="162" cy="158"/>
            </a:xfrm>
            <a:prstGeom prst="rect">
              <a:avLst/>
            </a:prstGeom>
            <a:noFill/>
            <a:ln w="9525">
              <a:noFill/>
              <a:miter lim="800000"/>
              <a:headEnd/>
              <a:tailEnd/>
            </a:ln>
          </p:spPr>
        </p:pic>
        <p:sp>
          <p:nvSpPr>
            <p:cNvPr id="130" name="矩形 285"/>
            <p:cNvSpPr>
              <a:spLocks noChangeArrowheads="1"/>
            </p:cNvSpPr>
            <p:nvPr>
              <p:custDataLst>
                <p:tags r:id="rId179"/>
              </p:custDataLst>
            </p:nvPr>
          </p:nvSpPr>
          <p:spPr bwMode="auto">
            <a:xfrm>
              <a:off x="1979" y="10049"/>
              <a:ext cx="794" cy="227"/>
            </a:xfrm>
            <a:prstGeom prst="rect">
              <a:avLst/>
            </a:prstGeom>
            <a:noFill/>
            <a:ln w="9525">
              <a:noFill/>
              <a:miter lim="800000"/>
            </a:ln>
          </p:spPr>
          <p:txBody>
            <a:bodyPr wrap="square">
              <a:noAutofit/>
            </a:bodyPr>
            <a:p>
              <a:pPr marL="228600" indent="-227965" algn="ctr">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业务区</a:t>
              </a:r>
              <a:endParaRPr kumimoji="1" lang="zh-CN" altLang="en-US" sz="500" b="1" dirty="0">
                <a:solidFill>
                  <a:srgbClr val="184199"/>
                </a:solidFill>
                <a:latin typeface="微软雅黑" panose="020B0503020204020204" charset="-122"/>
                <a:ea typeface="微软雅黑" panose="020B0503020204020204" charset="-122"/>
              </a:endParaRPr>
            </a:p>
          </p:txBody>
        </p:sp>
        <p:sp>
          <p:nvSpPr>
            <p:cNvPr id="131" name="矩形 284"/>
            <p:cNvSpPr>
              <a:spLocks noChangeArrowheads="1"/>
            </p:cNvSpPr>
            <p:nvPr>
              <p:custDataLst>
                <p:tags r:id="rId180"/>
              </p:custDataLst>
            </p:nvPr>
          </p:nvSpPr>
          <p:spPr bwMode="auto">
            <a:xfrm>
              <a:off x="906" y="10013"/>
              <a:ext cx="832" cy="253"/>
            </a:xfrm>
            <a:prstGeom prst="rect">
              <a:avLst/>
            </a:prstGeom>
            <a:noFill/>
            <a:ln w="9525">
              <a:noFill/>
              <a:miter lim="800000"/>
            </a:ln>
          </p:spPr>
          <p:txBody>
            <a:bodyPr wrap="square">
              <a:spAutoFit/>
            </a:bodyPr>
            <a:p>
              <a:pPr marL="228600" indent="-228600">
                <a:lnSpc>
                  <a:spcPct val="90000"/>
                </a:lnSpc>
                <a:spcBef>
                  <a:spcPts val="1000"/>
                </a:spcBef>
              </a:pPr>
              <a:r>
                <a:rPr kumimoji="1" lang="zh-CN" altLang="en-US" sz="500" b="1" dirty="0">
                  <a:solidFill>
                    <a:srgbClr val="184199"/>
                  </a:solidFill>
                  <a:latin typeface="微软雅黑" panose="020B0503020204020204" charset="-122"/>
                  <a:ea typeface="微软雅黑" panose="020B0503020204020204" charset="-122"/>
                </a:rPr>
                <a:t>办公区</a:t>
              </a:r>
              <a:endParaRPr kumimoji="1" lang="zh-CN" altLang="en-US" sz="500" b="1" dirty="0">
                <a:solidFill>
                  <a:srgbClr val="184199"/>
                </a:solidFill>
                <a:latin typeface="微软雅黑" panose="020B0503020204020204" charset="-122"/>
                <a:ea typeface="微软雅黑" panose="020B0503020204020204" charset="-122"/>
              </a:endParaRPr>
            </a:p>
          </p:txBody>
        </p:sp>
        <p:pic>
          <p:nvPicPr>
            <p:cNvPr id="132" name="图片 260"/>
            <p:cNvPicPr/>
            <p:nvPr>
              <p:custDataLst>
                <p:tags r:id="rId181"/>
              </p:custDataLst>
            </p:nvPr>
          </p:nvPicPr>
          <p:blipFill>
            <a:blip r:embed="rId94" cstate="email"/>
            <a:srcRect/>
            <a:stretch>
              <a:fillRect/>
            </a:stretch>
          </p:blipFill>
          <p:spPr bwMode="auto">
            <a:xfrm>
              <a:off x="1650" y="9552"/>
              <a:ext cx="284" cy="227"/>
            </a:xfrm>
            <a:prstGeom prst="rect">
              <a:avLst/>
            </a:prstGeom>
            <a:noFill/>
            <a:ln w="9525">
              <a:noFill/>
              <a:miter lim="800000"/>
              <a:headEnd/>
              <a:tailEnd/>
            </a:ln>
          </p:spPr>
        </p:pic>
        <p:sp>
          <p:nvSpPr>
            <p:cNvPr id="133" name="TextBox 79"/>
            <p:cNvSpPr txBox="1">
              <a:spLocks noChangeArrowheads="1"/>
            </p:cNvSpPr>
            <p:nvPr>
              <p:custDataLst>
                <p:tags r:id="rId182"/>
              </p:custDataLst>
            </p:nvPr>
          </p:nvSpPr>
          <p:spPr bwMode="auto">
            <a:xfrm>
              <a:off x="696" y="9344"/>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pPr>
              <a:r>
                <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rPr>
                <a:t>EDR agent</a:t>
              </a:r>
              <a:endPar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endParaRPr>
            </a:p>
          </p:txBody>
        </p:sp>
        <p:sp>
          <p:nvSpPr>
            <p:cNvPr id="134" name="TextBox 79"/>
            <p:cNvSpPr txBox="1">
              <a:spLocks noChangeArrowheads="1"/>
            </p:cNvSpPr>
            <p:nvPr>
              <p:custDataLst>
                <p:tags r:id="rId183"/>
              </p:custDataLst>
            </p:nvPr>
          </p:nvSpPr>
          <p:spPr bwMode="auto">
            <a:xfrm>
              <a:off x="2023" y="9523"/>
              <a:ext cx="828" cy="241"/>
            </a:xfrm>
            <a:prstGeom prst="rect">
              <a:avLst/>
            </a:prstGeom>
            <a:noFill/>
            <a:ln w="9525">
              <a:noFill/>
              <a:miter lim="800000"/>
            </a:ln>
          </p:spPr>
          <p:txBody>
            <a:bodyPr wrap="square">
              <a:spAutoFit/>
            </a:bodyPr>
            <a:p>
              <a:pPr marL="228600" marR="0" lvl="0" indent="-228600" defTabSz="914400" eaLnBrk="1" fontAlgn="auto" latinLnBrk="0" hangingPunct="1">
                <a:lnSpc>
                  <a:spcPct val="90000"/>
                </a:lnSpc>
                <a:spcBef>
                  <a:spcPts val="1000"/>
                </a:spcBef>
                <a:spcAft>
                  <a:spcPts val="0"/>
                </a:spcAft>
                <a:buClrTx/>
                <a:buSzTx/>
                <a:buFontTx/>
                <a:buNone/>
              </a:pPr>
              <a:r>
                <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rPr>
                <a:t>EDR agent</a:t>
              </a:r>
              <a:endParaRPr kumimoji="1" lang="en-US" altLang="zh-CN" sz="450" b="1" i="0" u="none" strike="noStrike" kern="0" cap="none" spc="0" normalizeH="0" baseline="0" noProof="0" dirty="0">
                <a:ln>
                  <a:noFill/>
                </a:ln>
                <a:solidFill>
                  <a:srgbClr val="C00000"/>
                </a:solidFill>
                <a:effectLst/>
                <a:uLnTx/>
                <a:uFillTx/>
                <a:latin typeface="Arial" panose="020B0604020202020204" pitchFamily="34" charset="0"/>
                <a:ea typeface="黑体-简" panose="02000000000000000000" charset="-122"/>
              </a:endParaRPr>
            </a:p>
          </p:txBody>
        </p:sp>
        <p:sp>
          <p:nvSpPr>
            <p:cNvPr id="135" name="文本框 134"/>
            <p:cNvSpPr txBox="1"/>
            <p:nvPr/>
          </p:nvSpPr>
          <p:spPr>
            <a:xfrm>
              <a:off x="2105" y="8729"/>
              <a:ext cx="682" cy="276"/>
            </a:xfrm>
            <a:prstGeom prst="rect">
              <a:avLst/>
            </a:prstGeom>
            <a:noFill/>
          </p:spPr>
          <p:txBody>
            <a:bodyPr wrap="square" rtlCol="0" anchor="ctr" anchorCtr="0">
              <a:noAutofit/>
            </a:bodyPr>
            <a:p>
              <a:pPr marR="0" lvl="0" indent="0" algn="ctr" defTabSz="914400" fontAlgn="auto">
                <a:lnSpc>
                  <a:spcPct val="90000"/>
                </a:lnSpc>
                <a:spcBef>
                  <a:spcPts val="0"/>
                </a:spcBef>
                <a:spcAft>
                  <a:spcPts val="0"/>
                </a:spcAft>
                <a:buClrTx/>
                <a:buSzTx/>
                <a:buFontTx/>
                <a:buNone/>
              </a:pPr>
              <a:r>
                <a:rPr kumimoji="1" lang="zh-CN" altLang="en-US" sz="450" b="1" kern="0" noProof="0" dirty="0">
                  <a:ln>
                    <a:noFill/>
                  </a:ln>
                  <a:solidFill>
                    <a:srgbClr val="C00000"/>
                  </a:solidFill>
                  <a:effectLst/>
                  <a:uLnTx/>
                  <a:uFillTx/>
                  <a:latin typeface="Arial" panose="020B0604020202020204" pitchFamily="34" charset="0"/>
                  <a:ea typeface="黑体-简" panose="02000000000000000000" charset="-122"/>
                  <a:sym typeface="+mn-ea"/>
                </a:rPr>
                <a:t>探针</a:t>
              </a:r>
              <a:r>
                <a:rPr kumimoji="1" lang="en-US" altLang="zh-CN" sz="450" b="1" kern="0" noProof="0" dirty="0">
                  <a:ln>
                    <a:noFill/>
                  </a:ln>
                  <a:solidFill>
                    <a:srgbClr val="C00000"/>
                  </a:solidFill>
                  <a:effectLst/>
                  <a:uLnTx/>
                  <a:uFillTx/>
                  <a:latin typeface="Arial" panose="020B0604020202020204" pitchFamily="34" charset="0"/>
                  <a:ea typeface="黑体-简" panose="02000000000000000000" charset="-122"/>
                  <a:sym typeface="+mn-ea"/>
                </a:rPr>
                <a:t>STA</a:t>
              </a:r>
              <a:endParaRPr kumimoji="1" lang="en-US" altLang="zh-CN" sz="450" b="1" kern="0" noProof="0" dirty="0">
                <a:ln>
                  <a:noFill/>
                </a:ln>
                <a:solidFill>
                  <a:srgbClr val="C00000"/>
                </a:solidFill>
                <a:effectLst/>
                <a:uLnTx/>
                <a:uFillTx/>
                <a:latin typeface="Arial" panose="020B0604020202020204" pitchFamily="34" charset="0"/>
                <a:ea typeface="黑体-简" panose="02000000000000000000" charset="-122"/>
                <a:sym typeface="+mn-ea"/>
              </a:endParaRPr>
            </a:p>
          </p:txBody>
        </p:sp>
      </p:gr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63" name="图片 62" descr="深信服 + 智安全"/>
          <p:cNvPicPr>
            <a:picLocks noChangeAspect="1"/>
          </p:cNvPicPr>
          <p:nvPr/>
        </p:nvPicPr>
        <p:blipFill>
          <a:blip r:embed="rId1"/>
          <a:srcRect l="5232" t="26576" r="4938" b="29565"/>
          <a:stretch>
            <a:fillRect/>
          </a:stretch>
        </p:blipFill>
        <p:spPr>
          <a:xfrm>
            <a:off x="10330815" y="273073"/>
            <a:ext cx="1629867" cy="360000"/>
          </a:xfrm>
          <a:prstGeom prst="rect">
            <a:avLst/>
          </a:prstGeom>
        </p:spPr>
      </p:pic>
      <p:sp>
        <p:nvSpPr>
          <p:cNvPr id="1880" name="文本框 8"/>
          <p:cNvSpPr txBox="1"/>
          <p:nvPr/>
        </p:nvSpPr>
        <p:spPr>
          <a:xfrm>
            <a:off x="1229360" y="3956685"/>
            <a:ext cx="5427345" cy="240030"/>
          </a:xfrm>
          <a:prstGeom prst="rect">
            <a:avLst/>
          </a:prstGeom>
          <a:ln w="12700">
            <a:miter lim="400000"/>
          </a:ln>
        </p:spPr>
        <p:txBody>
          <a:bodyPr wrap="square" lIns="34290" tIns="34290" rIns="34290" bIns="34290">
            <a:spAutoFit/>
          </a:bodyPr>
          <a:lstStyle>
            <a:lvl1pPr algn="just">
              <a:lnSpc>
                <a:spcPct val="80000"/>
              </a:lnSpc>
              <a:spcBef>
                <a:spcPts val="1000"/>
              </a:spcBef>
              <a:defRPr sz="1400">
                <a:solidFill>
                  <a:srgbClr val="FFFFFF"/>
                </a:solidFill>
                <a:latin typeface="微软雅黑" panose="020B0503020204020204" charset="-122"/>
                <a:ea typeface="微软雅黑" panose="020B0503020204020204" charset="-122"/>
                <a:cs typeface="微软雅黑" panose="020B0503020204020204" charset="-122"/>
                <a:sym typeface="微软雅黑" panose="020B0503020204020204" charset="-122"/>
              </a:defRPr>
            </a:lvl1pPr>
          </a:lstStyle>
          <a:p>
            <a:pPr algn="l"/>
            <a:r>
              <a:rPr lang="zh-CN" altLang="en-US">
                <a:solidFill>
                  <a:schemeClr val="tx1"/>
                </a:solidFill>
                <a:latin typeface="Arial" panose="020B0604020202020204" pitchFamily="34" charset="0"/>
                <a:ea typeface="黑体-简" panose="02000000000000000000" charset="-122"/>
              </a:rPr>
              <a:t>感谢这份双向奔赴的信任，期待我们继续并肩，共同创造价值</a:t>
            </a:r>
            <a:endParaRPr lang="zh-CN" altLang="en-US">
              <a:solidFill>
                <a:schemeClr val="tx1"/>
              </a:solidFill>
              <a:latin typeface="Arial" panose="020B0604020202020204" pitchFamily="34" charset="0"/>
              <a:ea typeface="黑体-简" panose="02000000000000000000" charset="-122"/>
            </a:endParaRPr>
          </a:p>
        </p:txBody>
      </p:sp>
      <p:sp>
        <p:nvSpPr>
          <p:cNvPr id="4" name="标题"/>
          <p:cNvSpPr>
            <a:spLocks noGrp="1"/>
          </p:cNvSpPr>
          <p:nvPr>
            <p:ph type="ctrTitle"/>
            <p:custDataLst>
              <p:tags r:id="rId2"/>
            </p:custDataLst>
          </p:nvPr>
        </p:nvSpPr>
        <p:spPr>
          <a:xfrm>
            <a:off x="1240155" y="2310765"/>
            <a:ext cx="5552440" cy="1230630"/>
          </a:xfrm>
        </p:spPr>
        <p:txBody>
          <a:bodyPr vert="horz" wrap="square" lIns="0" tIns="0" rIns="0" bIns="0" rtlCol="0" anchor="ctr" anchorCtr="0">
            <a:normAutofit fontScale="90000"/>
          </a:bodyPr>
          <a:lstStyle/>
          <a:p>
            <a:pPr lvl="0" algn="l">
              <a:buClrTx/>
              <a:buSzTx/>
              <a:buFontTx/>
            </a:pPr>
            <a:r>
              <a:rPr lang="zh-CN" altLang="en-US" sz="4800">
                <a:solidFill>
                  <a:srgbClr val="4C61E7"/>
                </a:solidFill>
                <a:latin typeface="Arial Black" panose="020B0A04020102020204" pitchFamily="34" charset="0"/>
                <a:ea typeface="微软雅黑" panose="020B0503020204020204" charset="-122"/>
                <a:sym typeface="+mn-ea"/>
              </a:rPr>
              <a:t>客户成功  </a:t>
            </a:r>
            <a:br>
              <a:rPr lang="zh-CN" altLang="en-US" sz="4800">
                <a:solidFill>
                  <a:srgbClr val="4C61E7"/>
                </a:solidFill>
                <a:latin typeface="Arial Black" panose="020B0A04020102020204" pitchFamily="34" charset="0"/>
                <a:ea typeface="微软雅黑" panose="020B0503020204020204" charset="-122"/>
                <a:sym typeface="+mn-ea"/>
              </a:rPr>
            </a:br>
            <a:r>
              <a:rPr lang="zh-CN" altLang="en-US" sz="4800">
                <a:solidFill>
                  <a:srgbClr val="4C61E7"/>
                </a:solidFill>
                <a:latin typeface="Arial Black" panose="020B0A04020102020204" pitchFamily="34" charset="0"/>
                <a:ea typeface="微软雅黑" panose="020B0503020204020204" charset="-122"/>
                <a:sym typeface="+mn-ea"/>
              </a:rPr>
              <a:t>才是深信服的成功</a:t>
            </a:r>
            <a:endParaRPr lang="zh-CN" altLang="en-US" sz="4800">
              <a:solidFill>
                <a:srgbClr val="4C61E7"/>
              </a:solidFill>
              <a:latin typeface="Arial Black" panose="020B0A04020102020204" pitchFamily="34" charset="0"/>
              <a:ea typeface="微软雅黑" panose="020B0503020204020204" charset="-122"/>
              <a:sym typeface="+mn-ea"/>
            </a:endParaRPr>
          </a:p>
        </p:txBody>
      </p:sp>
      <p:grpSp>
        <p:nvGrpSpPr>
          <p:cNvPr id="247" name="组合 246"/>
          <p:cNvGrpSpPr/>
          <p:nvPr>
            <p:custDataLst>
              <p:tags r:id="rId3"/>
            </p:custDataLst>
          </p:nvPr>
        </p:nvGrpSpPr>
        <p:grpSpPr>
          <a:xfrm rot="0">
            <a:off x="8006715" y="2411730"/>
            <a:ext cx="2171700" cy="2050415"/>
            <a:chOff x="2318" y="2339"/>
            <a:chExt cx="14664" cy="14559"/>
          </a:xfrm>
        </p:grpSpPr>
        <p:sp>
          <p:nvSpPr>
            <p:cNvPr id="248" name="任意多边形 247"/>
            <p:cNvSpPr/>
            <p:nvPr>
              <p:custDataLst>
                <p:tags r:id="rId4"/>
              </p:custDataLst>
            </p:nvPr>
          </p:nvSpPr>
          <p:spPr>
            <a:xfrm>
              <a:off x="6476" y="14814"/>
              <a:ext cx="10506" cy="1920"/>
            </a:xfrm>
            <a:custGeom>
              <a:avLst/>
              <a:gdLst>
                <a:gd name="connisteX0" fmla="*/ 0 w 3017520"/>
                <a:gd name="connsiteY0" fmla="*/ 533400 h 571500"/>
                <a:gd name="connisteX1" fmla="*/ 289560 w 3017520"/>
                <a:gd name="connsiteY1" fmla="*/ 571500 h 571500"/>
                <a:gd name="connisteX2" fmla="*/ 3017520 w 3017520"/>
                <a:gd name="connsiteY2" fmla="*/ 281940 h 571500"/>
                <a:gd name="connisteX3" fmla="*/ 2811780 w 3017520"/>
                <a:gd name="connsiteY3" fmla="*/ 0 h 571500"/>
                <a:gd name="connisteX4" fmla="*/ 0 w 3017520"/>
                <a:gd name="connsiteY4" fmla="*/ 533400 h 571500"/>
              </a:gdLst>
              <a:ahLst/>
              <a:cxnLst>
                <a:cxn ang="0">
                  <a:pos x="connisteX0" y="connsiteY0"/>
                </a:cxn>
                <a:cxn ang="0">
                  <a:pos x="connisteX1" y="connsiteY1"/>
                </a:cxn>
                <a:cxn ang="0">
                  <a:pos x="connisteX2" y="connsiteY2"/>
                </a:cxn>
                <a:cxn ang="0">
                  <a:pos x="connisteX3" y="connsiteY3"/>
                </a:cxn>
                <a:cxn ang="0">
                  <a:pos x="connisteX4" y="connsiteY4"/>
                </a:cxn>
              </a:cxnLst>
              <a:rect l="l" t="t" r="r" b="b"/>
              <a:pathLst>
                <a:path w="3017520" h="571500">
                  <a:moveTo>
                    <a:pt x="0" y="533400"/>
                  </a:moveTo>
                  <a:lnTo>
                    <a:pt x="289560" y="571500"/>
                  </a:lnTo>
                  <a:lnTo>
                    <a:pt x="3017520" y="281940"/>
                  </a:lnTo>
                  <a:lnTo>
                    <a:pt x="2811780" y="0"/>
                  </a:lnTo>
                  <a:lnTo>
                    <a:pt x="0" y="533400"/>
                  </a:lnTo>
                  <a:close/>
                </a:path>
              </a:pathLst>
            </a:custGeom>
            <a:gradFill>
              <a:gsLst>
                <a:gs pos="10000">
                  <a:srgbClr val="CBCBCB">
                    <a:alpha val="0"/>
                  </a:srgbClr>
                </a:gs>
                <a:gs pos="51000">
                  <a:srgbClr val="676767"/>
                </a:gs>
                <a:gs pos="96000">
                  <a:srgbClr val="CBCBCB">
                    <a:alpha val="0"/>
                  </a:srgbClr>
                </a:gs>
              </a:gsLst>
              <a:path path="circle">
                <a:fillToRect t="100000" r="100000"/>
              </a:path>
              <a:tileRect l="-100000" b="-100000"/>
            </a:gradFill>
            <a:ln>
              <a:noFill/>
            </a:ln>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sp>
          <p:nvSpPr>
            <p:cNvPr id="249" name="椭圆 248"/>
            <p:cNvSpPr/>
            <p:nvPr>
              <p:custDataLst>
                <p:tags r:id="rId5"/>
              </p:custDataLst>
            </p:nvPr>
          </p:nvSpPr>
          <p:spPr>
            <a:xfrm>
              <a:off x="2318" y="15242"/>
              <a:ext cx="7523" cy="1656"/>
            </a:xfrm>
            <a:prstGeom prst="ellipse">
              <a:avLst/>
            </a:prstGeom>
            <a:gradFill>
              <a:gsLst>
                <a:gs pos="7000">
                  <a:srgbClr val="FFFFFF">
                    <a:alpha val="0"/>
                  </a:srgbClr>
                </a:gs>
                <a:gs pos="71000">
                  <a:srgbClr val="404040"/>
                </a:gs>
              </a:gsLst>
              <a:lin ang="18900000" scaled="0"/>
            </a:gradFill>
            <a:ln>
              <a:noFill/>
            </a:ln>
            <a:effectLst>
              <a:softEdge rad="63500"/>
            </a:effectLst>
          </p:spPr>
          <p:style>
            <a:lnRef idx="2">
              <a:schemeClr val="accent1">
                <a:lumMod val="75000"/>
              </a:schemeClr>
            </a:lnRef>
            <a:fillRef idx="1">
              <a:schemeClr val="accent1"/>
            </a:fillRef>
            <a:effectRef idx="0">
              <a:srgbClr val="FFFFFF"/>
            </a:effectRef>
            <a:fontRef idx="minor">
              <a:schemeClr val="lt1"/>
            </a:fontRef>
          </p:style>
          <p:txBody>
            <a:bodyPr rtlCol="0" anchor="ctr"/>
            <a:lstStyle/>
            <a:p>
              <a:pPr algn="ctr"/>
              <a:endParaRPr lang="zh-CN" altLang="en-US"/>
            </a:p>
          </p:txBody>
        </p:sp>
        <p:pic>
          <p:nvPicPr>
            <p:cNvPr id="250" name="图片 249" descr="44"/>
            <p:cNvPicPr>
              <a:picLocks noChangeAspect="1"/>
            </p:cNvPicPr>
            <p:nvPr>
              <p:custDataLst>
                <p:tags r:id="rId6"/>
              </p:custDataLst>
            </p:nvPr>
          </p:nvPicPr>
          <p:blipFill>
            <a:blip r:embed="rId7"/>
            <a:stretch>
              <a:fillRect/>
            </a:stretch>
          </p:blipFill>
          <p:spPr>
            <a:xfrm>
              <a:off x="5002" y="2339"/>
              <a:ext cx="11794" cy="14284"/>
            </a:xfrm>
            <a:prstGeom prst="rect">
              <a:avLst/>
            </a:prstGeom>
          </p:spPr>
        </p:pic>
        <p:pic>
          <p:nvPicPr>
            <p:cNvPr id="251" name="图片 250" descr="E:/设计图片素材/mads-schmidt-rasmussen-cdsjnp2hrXs-unsplash.jpgmads-schmidt-rasmussen-cdsjnp2hrXs-unsplash"/>
            <p:cNvPicPr>
              <a:picLocks noChangeAspect="1"/>
            </p:cNvPicPr>
            <p:nvPr>
              <p:custDataLst>
                <p:tags r:id="rId8"/>
              </p:custDataLst>
            </p:nvPr>
          </p:nvPicPr>
          <p:blipFill>
            <a:blip r:embed="rId9"/>
            <a:srcRect l="20806" t="-3" r="20806" b="-3"/>
            <a:stretch>
              <a:fillRect/>
            </a:stretch>
          </p:blipFill>
          <p:spPr>
            <a:xfrm>
              <a:off x="7550" y="4027"/>
              <a:ext cx="8086" cy="9283"/>
            </a:xfrm>
            <a:custGeom>
              <a:avLst/>
              <a:gdLst/>
              <a:ahLst/>
              <a:cxnLst>
                <a:cxn ang="3">
                  <a:pos x="hc" y="t"/>
                </a:cxn>
                <a:cxn ang="cd2">
                  <a:pos x="l" y="vc"/>
                </a:cxn>
                <a:cxn ang="cd4">
                  <a:pos x="hc" y="b"/>
                </a:cxn>
                <a:cxn ang="0">
                  <a:pos x="r" y="vc"/>
                </a:cxn>
              </a:cxnLst>
              <a:rect l="l" t="t" r="r" b="b"/>
              <a:pathLst>
                <a:path w="4014" h="4608">
                  <a:moveTo>
                    <a:pt x="3354" y="0"/>
                  </a:moveTo>
                  <a:lnTo>
                    <a:pt x="4014" y="4242"/>
                  </a:lnTo>
                  <a:lnTo>
                    <a:pt x="606" y="4608"/>
                  </a:lnTo>
                  <a:lnTo>
                    <a:pt x="0" y="36"/>
                  </a:lnTo>
                  <a:lnTo>
                    <a:pt x="3354" y="0"/>
                  </a:lnTo>
                  <a:close/>
                </a:path>
              </a:pathLst>
            </a:custGeom>
            <a:effectLst>
              <a:innerShdw blurRad="114300">
                <a:prstClr val="black">
                  <a:alpha val="33000"/>
                </a:prstClr>
              </a:innerShdw>
            </a:effectLst>
          </p:spPr>
        </p:pic>
      </p:grpSp>
    </p:spTree>
    <p:custDataLst>
      <p:tags r:id="rId10"/>
    </p:custData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 name="文本框 43"/>
          <p:cNvSpPr txBox="1"/>
          <p:nvPr>
            <p:custDataLst>
              <p:tags r:id="rId1"/>
            </p:custDataLst>
          </p:nvPr>
        </p:nvSpPr>
        <p:spPr>
          <a:xfrm>
            <a:off x="6092825" y="3663315"/>
            <a:ext cx="4703445" cy="424815"/>
          </a:xfrm>
          <a:prstGeom prst="rect">
            <a:avLst/>
          </a:prstGeom>
          <a:noFill/>
          <a:ln w="0">
            <a:noFill/>
          </a:ln>
        </p:spPr>
        <p:txBody>
          <a:bodyPr wrap="square" lIns="0" tIns="0" rIns="0" bIns="0" anchor="ctr" anchorCtr="0">
            <a:noAutofit/>
          </a:bodyPr>
          <a:p>
            <a:pPr marL="12700" algn="l" rtl="0" eaLnBrk="0">
              <a:lnSpc>
                <a:spcPct val="100000"/>
              </a:lnSpc>
              <a:spcBef>
                <a:spcPts val="5"/>
              </a:spcBef>
            </a:pPr>
            <a:r>
              <a:rPr sz="1600" kern="0" spc="70" dirty="0">
                <a:solidFill>
                  <a:schemeClr val="dk1"/>
                </a:solidFill>
                <a:latin typeface="Arial" panose="020B0604020202020204" pitchFamily="34" charset="0"/>
                <a:ea typeface="黑体-简" panose="02000000000000000000" charset="-122"/>
                <a:cs typeface="黑体" panose="02010609060101010101" charset="-122"/>
                <a:sym typeface="+mn-ea"/>
              </a:rPr>
              <a:t>资产管理、威胁监测、漏洞管理、事</a:t>
            </a:r>
            <a:r>
              <a:rPr sz="1600" kern="0" spc="60" dirty="0">
                <a:solidFill>
                  <a:schemeClr val="dk1"/>
                </a:solidFill>
                <a:latin typeface="Arial" panose="020B0604020202020204" pitchFamily="34" charset="0"/>
                <a:ea typeface="黑体-简" panose="02000000000000000000" charset="-122"/>
                <a:cs typeface="黑体" panose="02010609060101010101" charset="-122"/>
                <a:sym typeface="+mn-ea"/>
              </a:rPr>
              <a:t>件处置</a:t>
            </a:r>
            <a:endParaRPr lang="en-US" sz="1600" b="0" u="none" strike="noStrike" kern="0" spc="60" dirty="0">
              <a:solidFill>
                <a:schemeClr val="dk1"/>
              </a:solidFill>
              <a:effectLst/>
              <a:uFillTx/>
              <a:latin typeface="Arial" panose="020B0604020202020204" pitchFamily="34" charset="0"/>
              <a:ea typeface="黑体-简" panose="02000000000000000000" charset="-122"/>
              <a:cs typeface="黑体" panose="02010609060101010101" charset="-122"/>
              <a:sym typeface="+mn-ea"/>
            </a:endParaRPr>
          </a:p>
        </p:txBody>
      </p:sp>
      <p:sp>
        <p:nvSpPr>
          <p:cNvPr id="4" name="标题"/>
          <p:cNvSpPr>
            <a:spLocks noGrp="1"/>
          </p:cNvSpPr>
          <p:nvPr>
            <p:ph type="title"/>
            <p:custDataLst>
              <p:tags r:id="rId2"/>
            </p:custDataLst>
          </p:nvPr>
        </p:nvSpPr>
        <p:spPr>
          <a:xfrm>
            <a:off x="6092825" y="2439035"/>
            <a:ext cx="4622800" cy="1224000"/>
          </a:xfrm>
        </p:spPr>
        <p:txBody>
          <a:bodyPr vert="horz" wrap="square" lIns="0" tIns="0" rIns="0" bIns="0" rtlCol="0" anchor="ctr" anchorCtr="0">
            <a:noAutofit/>
          </a:bodyPr>
          <a:lstStyle/>
          <a:p>
            <a:pPr lvl="0" algn="l">
              <a:buClrTx/>
              <a:buSzTx/>
              <a:buFontTx/>
            </a:pPr>
            <a:r>
              <a:rPr lang="zh-CN" altLang="en-US" sz="3200">
                <a:solidFill>
                  <a:srgbClr val="4C61E7"/>
                </a:solidFill>
                <a:latin typeface="Arial" panose="020B0604020202020204" pitchFamily="34" charset="0"/>
                <a:ea typeface="黑体-简" panose="02000000000000000000" charset="-122"/>
                <a:sym typeface="+mn-ea"/>
              </a:rPr>
              <a:t>工作成果详情</a:t>
            </a:r>
            <a:endParaRPr lang="zh-CN" altLang="en-US" sz="3200">
              <a:solidFill>
                <a:srgbClr val="4C61E7"/>
              </a:solidFill>
              <a:latin typeface="Arial" panose="020B0604020202020204" pitchFamily="34" charset="0"/>
              <a:ea typeface="黑体-简" panose="02000000000000000000" charset="-122"/>
              <a:sym typeface="+mn-ea"/>
            </a:endParaRPr>
          </a:p>
        </p:txBody>
      </p:sp>
      <p:sp>
        <p:nvSpPr>
          <p:cNvPr id="6" name="节编号"/>
          <p:cNvSpPr>
            <a:spLocks noGrp="1"/>
          </p:cNvSpPr>
          <p:nvPr>
            <p:ph type="body" sz="quarter" idx="13"/>
            <p:custDataLst>
              <p:tags r:id="rId3"/>
            </p:custDataLst>
          </p:nvPr>
        </p:nvSpPr>
        <p:spPr/>
        <p:txBody>
          <a:bodyPr>
            <a:normAutofit lnSpcReduction="20000"/>
          </a:bodyPr>
          <a:lstStyle/>
          <a:p>
            <a:r>
              <a:rPr lang="zh-CN" altLang="en-US">
                <a:solidFill>
                  <a:srgbClr val="4C61E7"/>
                </a:solidFill>
                <a:latin typeface="Arial Black" panose="020B0A04020102020204" pitchFamily="34" charset="0"/>
                <a:ea typeface="微软雅黑" panose="020B0503020204020204" charset="-122"/>
              </a:rPr>
              <a:t>附录</a:t>
            </a:r>
            <a:endParaRPr lang="zh-CN" altLang="en-US">
              <a:solidFill>
                <a:srgbClr val="4C61E7"/>
              </a:solidFill>
              <a:latin typeface="Arial Black" panose="020B0A04020102020204" pitchFamily="34" charset="0"/>
              <a:ea typeface="微软雅黑" panose="020B0503020204020204" charset="-122"/>
            </a:endParaRPr>
          </a:p>
        </p:txBody>
      </p:sp>
      <p:pic>
        <p:nvPicPr>
          <p:cNvPr id="7" name="图片 6" descr="深信服 + 智安全"/>
          <p:cNvPicPr>
            <a:picLocks noChangeAspect="1"/>
          </p:cNvPicPr>
          <p:nvPr/>
        </p:nvPicPr>
        <p:blipFill>
          <a:blip r:embed="rId4"/>
          <a:srcRect l="5232" t="26576" r="4938" b="29565"/>
          <a:stretch>
            <a:fillRect/>
          </a:stretch>
        </p:blipFill>
        <p:spPr>
          <a:xfrm>
            <a:off x="10017125" y="238760"/>
            <a:ext cx="1629867" cy="360000"/>
          </a:xfrm>
          <a:prstGeom prst="rect">
            <a:avLst/>
          </a:prstGeom>
        </p:spPr>
      </p:pic>
    </p:spTree>
    <p:custDataLst>
      <p:tags r:id="rId5"/>
    </p:custData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1" name="textbox 50"/>
          <p:cNvSpPr/>
          <p:nvPr/>
        </p:nvSpPr>
        <p:spPr>
          <a:xfrm>
            <a:off x="6888480" y="3982085"/>
            <a:ext cx="4751705" cy="2370455"/>
          </a:xfrm>
          <a:prstGeom prst="rect">
            <a:avLst/>
          </a:prstGeom>
          <a:solidFill>
            <a:schemeClr val="accent4">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3" name="textbox 50"/>
          <p:cNvSpPr/>
          <p:nvPr/>
        </p:nvSpPr>
        <p:spPr>
          <a:xfrm>
            <a:off x="875665" y="3982085"/>
            <a:ext cx="2744470" cy="2370455"/>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5" name="textbox 158"/>
          <p:cNvSpPr/>
          <p:nvPr/>
        </p:nvSpPr>
        <p:spPr>
          <a:xfrm>
            <a:off x="647740" y="36781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noProof="0" dirty="0">
                <a:solidFill>
                  <a:srgbClr val="4C61E7"/>
                </a:solidFill>
                <a:uLnTx/>
                <a:latin typeface="Arial Black" panose="020B0A04020102020204" pitchFamily="34" charset="0"/>
                <a:ea typeface="微软雅黑" panose="020B0503020204020204" charset="-122"/>
                <a:sym typeface="+mn-ea"/>
              </a:rPr>
              <a:t>安全事件管理详情</a:t>
            </a:r>
            <a:endParaRPr sz="1900" dirty="0">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主动管理，及时阻断，有效闭环，避免业务</a:t>
            </a:r>
            <a:r>
              <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rPr>
              <a:t>影响</a:t>
            </a:r>
            <a:endParaRPr lang="zh-CN" altLang="en-US" sz="1000" dirty="0">
              <a:solidFill>
                <a:sysClr val="windowText" lastClr="000000"/>
              </a:solidFill>
              <a:latin typeface="黑体" panose="02010609060101010101" charset="-122"/>
              <a:ea typeface="黑体" panose="02010609060101010101" charset="-122"/>
              <a:cs typeface="黑体" panose="02010609060101010101" charset="-122"/>
              <a:sym typeface="+mn-ea"/>
            </a:endParaRPr>
          </a:p>
        </p:txBody>
      </p:sp>
      <p:sp>
        <p:nvSpPr>
          <p:cNvPr id="86" name="textbox 50"/>
          <p:cNvSpPr/>
          <p:nvPr/>
        </p:nvSpPr>
        <p:spPr>
          <a:xfrm>
            <a:off x="3750945" y="3982085"/>
            <a:ext cx="3006725" cy="2370455"/>
          </a:xfrm>
          <a:prstGeom prst="rect">
            <a:avLst/>
          </a:prstGeom>
          <a:solidFill>
            <a:sysClr val="window" lastClr="FFFFFF">
              <a:lumMod val="95000"/>
            </a:sysClr>
          </a:solidFill>
          <a:ln w="0" cap="flat">
            <a:noFill/>
            <a:prstDash val="solid"/>
            <a:miter lim="0"/>
          </a:ln>
        </p:spPr>
        <p:txBody>
          <a:bodyPr vert="horz" wrap="square" lIns="0" tIns="0" rIns="0" bIns="0"/>
          <a:p>
            <a:pPr algn="l" rtl="0" eaLnBrk="0">
              <a:lnSpc>
                <a:spcPct val="109000"/>
              </a:lnSpc>
            </a:pPr>
            <a:endParaRPr sz="2400" dirty="0">
              <a:highlight>
                <a:srgbClr val="FFFF00"/>
              </a:highlight>
              <a:latin typeface="Times New Roman" panose="02020603050405020304"/>
              <a:ea typeface="Times New Roman" panose="02020603050405020304"/>
              <a:cs typeface="Times New Roman" panose="02020603050405020304"/>
            </a:endParaRPr>
          </a:p>
          <a:p>
            <a:pPr marL="710565" algn="l" rtl="0" eaLnBrk="0">
              <a:lnSpc>
                <a:spcPts val="1085"/>
              </a:lnSpc>
              <a:spcBef>
                <a:spcPts val="5"/>
              </a:spcBef>
            </a:pPr>
            <a:endParaRPr sz="900" kern="0" spc="130" dirty="0">
              <a:solidFill>
                <a:srgbClr val="307050">
                  <a:alpha val="100000"/>
                </a:srgbClr>
              </a:solidFill>
              <a:highlight>
                <a:srgbClr val="FFFF00"/>
              </a:highlight>
              <a:latin typeface="黑体" panose="02010609060101010101" charset="-122"/>
              <a:ea typeface="黑体" panose="02010609060101010101" charset="-122"/>
              <a:cs typeface="黑体" panose="02010609060101010101" charset="-122"/>
            </a:endParaRPr>
          </a:p>
        </p:txBody>
      </p:sp>
      <p:sp>
        <p:nvSpPr>
          <p:cNvPr id="87" name="íṥlïḍê"/>
          <p:cNvSpPr txBox="1"/>
          <p:nvPr>
            <p:custDataLst>
              <p:tags r:id="rId4"/>
            </p:custDataLst>
          </p:nvPr>
        </p:nvSpPr>
        <p:spPr>
          <a:xfrm>
            <a:off x="3881755" y="4065270"/>
            <a:ext cx="233680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平均处置时效（</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9" name="组合 88"/>
          <p:cNvGrpSpPr/>
          <p:nvPr/>
        </p:nvGrpSpPr>
        <p:grpSpPr>
          <a:xfrm>
            <a:off x="3875723" y="2326323"/>
            <a:ext cx="7772083" cy="1512571"/>
            <a:chOff x="12177" y="-373"/>
            <a:chExt cx="24479" cy="4764"/>
          </a:xfrm>
        </p:grpSpPr>
        <p:sp>
          <p:nvSpPr>
            <p:cNvPr id="91" name="textbox 40"/>
            <p:cNvSpPr/>
            <p:nvPr/>
          </p:nvSpPr>
          <p:spPr>
            <a:xfrm>
              <a:off x="12564" y="294"/>
              <a:ext cx="24092" cy="4010"/>
            </a:xfrm>
            <a:prstGeom prst="rect">
              <a:avLst/>
            </a:prstGeom>
            <a:solidFill>
              <a:srgbClr val="DAE3F3"/>
            </a:solidFill>
            <a:ln w="0" cap="flat">
              <a:noFill/>
              <a:prstDash val="solid"/>
              <a:miter lim="0"/>
            </a:ln>
          </p:spPr>
          <p:txBody>
            <a:bodyPr vert="horz" wrap="square" lIns="0" tIns="0" rIns="0" bIns="0"/>
            <a:lstStyle/>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102" name="文本框 101"/>
            <p:cNvSpPr txBox="1"/>
            <p:nvPr/>
          </p:nvSpPr>
          <p:spPr>
            <a:xfrm>
              <a:off x="12749" y="207"/>
              <a:ext cx="7708" cy="4076"/>
            </a:xfrm>
            <a:prstGeom prst="rect">
              <a:avLst/>
            </a:prstGeom>
            <a:noFill/>
          </p:spPr>
          <p:txBody>
            <a:bodyPr wrap="square" rtlCol="0" anchor="t">
              <a:noAutofit/>
            </a:bodyPr>
            <a:p>
              <a:pPr algn="l" rtl="0" eaLnBrk="0">
                <a:lnSpc>
                  <a:spcPct val="155000"/>
                </a:lnSpc>
              </a:pPr>
              <a:r>
                <a:rPr sz="9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业务持续性保障</a:t>
              </a:r>
              <a:endParaRPr sz="900" dirty="0">
                <a:latin typeface="黑体" panose="02010609060101010101" charset="-122"/>
                <a:ea typeface="黑体" panose="02010609060101010101" charset="-122"/>
                <a:cs typeface="黑体" panose="02010609060101010101" charset="-122"/>
              </a:endParaRPr>
            </a:p>
            <a:p>
              <a:pPr algn="just" rtl="0" eaLnBrk="0">
                <a:lnSpc>
                  <a:spcPct val="119000"/>
                </a:lnSpc>
                <a:spcBef>
                  <a:spcPts val="185"/>
                </a:spcBef>
                <a:buClrTx/>
                <a:buSzTx/>
                <a:buFontTx/>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business_continuity_assurance_conclusion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04" name="文本框 103"/>
            <p:cNvSpPr txBox="1"/>
            <p:nvPr/>
          </p:nvSpPr>
          <p:spPr>
            <a:xfrm>
              <a:off x="20551" y="353"/>
              <a:ext cx="7742" cy="4038"/>
            </a:xfrm>
            <a:prstGeom prst="rect">
              <a:avLst/>
            </a:prstGeom>
            <a:noFill/>
          </p:spPr>
          <p:txBody>
            <a:bodyPr wrap="square" rtlCol="0" anchor="t">
              <a:noAutofit/>
            </a:bodyPr>
            <a:p>
              <a:pPr algn="l" rtl="0" eaLnBrk="0">
                <a:lnSpc>
                  <a:spcPct val="119000"/>
                </a:lnSpc>
              </a:pPr>
              <a:r>
                <a:rPr lang="zh-CN"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用户信赖度保障</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19000"/>
                </a:lnSpc>
              </a:pP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user_trust_assurance_conclusion</a:t>
              </a:r>
              <a:r>
                <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5" name="文本框 114"/>
            <p:cNvSpPr txBox="1"/>
            <p:nvPr/>
          </p:nvSpPr>
          <p:spPr>
            <a:xfrm>
              <a:off x="28496" y="428"/>
              <a:ext cx="7694" cy="2784"/>
            </a:xfrm>
            <a:prstGeom prst="rect">
              <a:avLst/>
            </a:prstGeom>
            <a:noFill/>
          </p:spPr>
          <p:txBody>
            <a:bodyPr wrap="square" rtlCol="0" anchor="t">
              <a:noAutofit/>
            </a:bodyPr>
            <a:p>
              <a:pPr algn="l" rtl="0" eaLnBrk="0">
                <a:lnSpc>
                  <a:spcPct val="108000"/>
                </a:lnSpc>
              </a:pPr>
              <a:r>
                <a:rPr sz="9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运营风险与成本降低</a:t>
              </a: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just" rtl="0" eaLnBrk="0">
                <a:lnSpc>
                  <a:spcPct val="108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构建</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 7</a:t>
              </a:r>
              <a:r>
                <a:rPr lang="en-US"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24</a:t>
              </a: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小时主动运营体系，实现持续监控与风险预警，及时发现并处理潜在问题，减少应急处置成本，避免业务中断损失；同时持续降低运营风险，有效支撑公司经营效率提升。</a:t>
              </a:r>
              <a:endPar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16" name="íṥlïḍê"/>
            <p:cNvSpPr txBox="1"/>
            <p:nvPr>
              <p:custDataLst>
                <p:tags r:id="rId5"/>
              </p:custDataLst>
            </p:nvPr>
          </p:nvSpPr>
          <p:spPr>
            <a:xfrm>
              <a:off x="12177" y="-373"/>
              <a:ext cx="7359" cy="85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关键结论</a:t>
              </a:r>
              <a:endParaRPr lang="zh-CN" sz="12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117" name="图片 116" descr="深信服 + 智安全"/>
          <p:cNvPicPr>
            <a:picLocks noChangeAspect="1"/>
          </p:cNvPicPr>
          <p:nvPr/>
        </p:nvPicPr>
        <p:blipFill>
          <a:blip r:embed="rId6"/>
          <a:srcRect l="5232" t="26576" r="4938" b="29565"/>
          <a:stretch>
            <a:fillRect/>
          </a:stretch>
        </p:blipFill>
        <p:spPr>
          <a:xfrm>
            <a:off x="10017125" y="246380"/>
            <a:ext cx="1629867" cy="360000"/>
          </a:xfrm>
          <a:prstGeom prst="rect">
            <a:avLst/>
          </a:prstGeom>
        </p:spPr>
      </p:pic>
      <p:graphicFrame>
        <p:nvGraphicFramePr>
          <p:cNvPr id="118" name="图表 117"/>
          <p:cNvGraphicFramePr/>
          <p:nvPr/>
        </p:nvGraphicFramePr>
        <p:xfrm>
          <a:off x="3780790" y="4467860"/>
          <a:ext cx="2948305" cy="1845945"/>
        </p:xfrm>
        <a:graphic>
          <a:graphicData uri="http://schemas.openxmlformats.org/drawingml/2006/chart">
            <c:chart xmlns:c="http://schemas.openxmlformats.org/drawingml/2006/chart" xmlns:r="http://schemas.openxmlformats.org/officeDocument/2006/relationships" r:id="rId1"/>
          </a:graphicData>
        </a:graphic>
      </p:graphicFrame>
      <p:sp>
        <p:nvSpPr>
          <p:cNvPr id="119" name="textbox 48"/>
          <p:cNvSpPr/>
          <p:nvPr/>
        </p:nvSpPr>
        <p:spPr>
          <a:xfrm>
            <a:off x="875665" y="128333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120" name="文本框 119"/>
          <p:cNvSpPr txBox="1"/>
          <p:nvPr/>
        </p:nvSpPr>
        <p:spPr>
          <a:xfrm>
            <a:off x="1038860" y="131318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多级安全响应流程</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121" name="组合 120"/>
          <p:cNvGrpSpPr/>
          <p:nvPr>
            <p:custDataLst>
              <p:tags r:id="rId7"/>
            </p:custDataLst>
          </p:nvPr>
        </p:nvGrpSpPr>
        <p:grpSpPr>
          <a:xfrm>
            <a:off x="1006502" y="1731405"/>
            <a:ext cx="2729838" cy="397339"/>
            <a:chOff x="3275" y="5404"/>
            <a:chExt cx="8787" cy="1279"/>
          </a:xfrm>
        </p:grpSpPr>
        <p:sp>
          <p:nvSpPr>
            <p:cNvPr id="122" name="圆角矩形 14"/>
            <p:cNvSpPr/>
            <p:nvPr>
              <p:custDataLst>
                <p:tags r:id="rId8"/>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13970" algn="l" rtl="0" eaLnBrk="0">
                <a:lnSpc>
                  <a:spcPct val="100000"/>
                </a:lnSpc>
                <a:spcBef>
                  <a:spcPts val="215"/>
                </a:spcBef>
              </a:pP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L1</a:t>
              </a:r>
              <a:r>
                <a:rPr lang="en-US"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spc="10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7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自动检测</a:t>
              </a:r>
              <a:endParaRPr sz="1000" b="1" dirty="0">
                <a:latin typeface="宋体" panose="02010600030101010101" pitchFamily="2" charset="-122"/>
                <a:ea typeface="宋体" panose="02010600030101010101" pitchFamily="2" charset="-122"/>
                <a:cs typeface="宋体" panose="02010600030101010101" pitchFamily="2" charset="-122"/>
              </a:endParaRPr>
            </a:p>
            <a:p>
              <a:pPr marL="13970" algn="l" rtl="0" eaLnBrk="0">
                <a:lnSpc>
                  <a:spcPct val="100000"/>
                </a:lnSpc>
                <a:spcBef>
                  <a:spcPts val="110"/>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7*24小时智能检测，平均检出时间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123" name="圆角矩形 122"/>
            <p:cNvSpPr/>
            <p:nvPr>
              <p:custDataLst>
                <p:tags r:id="rId9"/>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125" name="组合 124"/>
          <p:cNvGrpSpPr/>
          <p:nvPr>
            <p:custDataLst>
              <p:tags r:id="rId10"/>
            </p:custDataLst>
          </p:nvPr>
        </p:nvGrpSpPr>
        <p:grpSpPr>
          <a:xfrm>
            <a:off x="1005570" y="2245735"/>
            <a:ext cx="2729838" cy="401824"/>
            <a:chOff x="3275" y="7389"/>
            <a:chExt cx="8787" cy="1293"/>
          </a:xfrm>
        </p:grpSpPr>
        <p:sp>
          <p:nvSpPr>
            <p:cNvPr id="126" name="圆角矩形 14"/>
            <p:cNvSpPr/>
            <p:nvPr>
              <p:custDataLst>
                <p:tags r:id="rId11"/>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4130" algn="l" rtl="0" eaLnBrk="0">
                <a:lnSpc>
                  <a:spcPct val="10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L2</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a:t>
              </a:r>
              <a:r>
                <a:rPr sz="1000" b="1"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专家分析</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24130" algn="l" rtl="0" eaLnBrk="0">
                <a:lnSpc>
                  <a:spcPct val="100000"/>
                </a:lnSpc>
                <a:spcBef>
                  <a:spcPts val="215"/>
                </a:spcBef>
              </a:pPr>
              <a:r>
                <a:rPr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专家研判分析，平</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均响应时间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30分钟</a:t>
              </a:r>
              <a:endParaRPr lang="zh-CN" altLang="en-US" sz="1000" kern="0" dirty="0">
                <a:ln>
                  <a:noFill/>
                  <a:prstDash val="sysDot"/>
                </a:ln>
                <a:solidFill>
                  <a:srgbClr val="2040A0">
                    <a:alpha val="100000"/>
                  </a:srgbClr>
                </a:solidFill>
                <a:uFillTx/>
                <a:latin typeface="黑体" panose="02010609060101010101" charset="-122"/>
                <a:ea typeface="黑体" panose="02010609060101010101" charset="-122"/>
                <a:cs typeface="黑体" panose="02010609060101010101" charset="-122"/>
                <a:sym typeface="+mn-ea"/>
              </a:endParaRPr>
            </a:p>
          </p:txBody>
        </p:sp>
        <p:sp>
          <p:nvSpPr>
            <p:cNvPr id="127" name="圆角矩形 126"/>
            <p:cNvSpPr/>
            <p:nvPr>
              <p:custDataLst>
                <p:tags r:id="rId12"/>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128" name="组合 127"/>
          <p:cNvGrpSpPr/>
          <p:nvPr>
            <p:custDataLst>
              <p:tags r:id="rId13"/>
            </p:custDataLst>
          </p:nvPr>
        </p:nvGrpSpPr>
        <p:grpSpPr>
          <a:xfrm>
            <a:off x="1006502" y="2764704"/>
            <a:ext cx="2729838" cy="396390"/>
            <a:chOff x="3275" y="9388"/>
            <a:chExt cx="8787" cy="1276"/>
          </a:xfrm>
        </p:grpSpPr>
        <p:sp>
          <p:nvSpPr>
            <p:cNvPr id="129" name="圆角矩形 14"/>
            <p:cNvSpPr/>
            <p:nvPr>
              <p:custDataLst>
                <p:tags r:id="rId14"/>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0" algn="l" rtl="0" eaLnBrk="0">
                <a:lnSpc>
                  <a:spcPct val="150000"/>
                </a:lnSpc>
                <a:spcBef>
                  <a:spcPts val="215"/>
                </a:spcBef>
              </a:pP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L3</a:t>
              </a:r>
              <a:r>
                <a:rPr lang="en-US"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应急处置</a:t>
              </a:r>
              <a:endParaRPr sz="1000" b="1" spc="8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endParaRPr>
            </a:p>
            <a:p>
              <a:pPr marL="0" algn="l" rtl="0" eaLnBrk="0">
                <a:lnSpc>
                  <a:spcPct val="100000"/>
                </a:lnSpc>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制定处置方案，平均处置时间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2小时</a:t>
              </a:r>
              <a:endParaRPr lang="zh-CN" alt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0" name="圆角矩形 129"/>
            <p:cNvSpPr/>
            <p:nvPr>
              <p:custDataLst>
                <p:tags r:id="rId15"/>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131" name="组合 130"/>
          <p:cNvGrpSpPr/>
          <p:nvPr>
            <p:custDataLst>
              <p:tags r:id="rId16"/>
            </p:custDataLst>
          </p:nvPr>
        </p:nvGrpSpPr>
        <p:grpSpPr>
          <a:xfrm>
            <a:off x="1005570" y="3278104"/>
            <a:ext cx="2729838" cy="372912"/>
            <a:chOff x="3275" y="11370"/>
            <a:chExt cx="8787" cy="1200"/>
          </a:xfrm>
        </p:grpSpPr>
        <p:sp>
          <p:nvSpPr>
            <p:cNvPr id="132" name="圆角矩形 14"/>
            <p:cNvSpPr/>
            <p:nvPr>
              <p:custDataLst>
                <p:tags r:id="rId17"/>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15875" algn="l" rtl="0" eaLnBrk="0">
                <a:lnSpc>
                  <a:spcPct val="150000"/>
                </a:lnSpc>
                <a:spcBef>
                  <a:spcPts val="220"/>
                </a:spcBef>
              </a:pP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L4</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r>
                <a:rPr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闭环验证</a:t>
              </a:r>
              <a:r>
                <a:rPr lang="en-US" sz="1000" b="1" spc="50" dirty="0">
                  <a:solidFill>
                    <a:srgbClr val="000000">
                      <a:alpha val="100000"/>
                    </a:srgbClr>
                  </a:solidFill>
                  <a:latin typeface="宋体" panose="02010600030101010101" pitchFamily="2" charset="-122"/>
                  <a:ea typeface="宋体" panose="02010600030101010101" pitchFamily="2" charset="-122"/>
                  <a:cs typeface="宋体" panose="02010600030101010101" pitchFamily="2" charset="-122"/>
                  <a:sym typeface="+mn-ea"/>
                </a:rPr>
                <a:t> </a:t>
              </a:r>
              <a:endParaRPr sz="1000" b="1" dirty="0">
                <a:latin typeface="宋体" panose="02010600030101010101" pitchFamily="2" charset="-122"/>
                <a:ea typeface="宋体" panose="02010600030101010101" pitchFamily="2" charset="-122"/>
                <a:cs typeface="宋体" panose="02010600030101010101" pitchFamily="2" charset="-122"/>
              </a:endParaRPr>
            </a:p>
            <a:p>
              <a:pPr marL="15875" algn="l" rtl="0" eaLnBrk="0">
                <a:lnSpc>
                  <a:spcPct val="100000"/>
                </a:lnSpc>
                <a:spcBef>
                  <a:spcPts val="115"/>
                </a:spcBef>
              </a:pP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处置效果验证，平均闭环时间</a:t>
              </a:r>
              <a:r>
                <a:rPr lang="en-US"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r>
                <a:rPr lang="en-US"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24</a:t>
              </a:r>
              <a:r>
                <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rPr>
                <a:t>小时</a:t>
              </a:r>
              <a:endParaRPr lang="zh-CN" sz="1000" dirty="0">
                <a:solidFill>
                  <a:srgbClr val="2040A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3" name="圆角矩形 132"/>
            <p:cNvSpPr/>
            <p:nvPr>
              <p:custDataLst>
                <p:tags r:id="rId18"/>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1200">
                <a:solidFill>
                  <a:sysClr val="window" lastClr="FFFFFF"/>
                </a:solidFill>
              </a:endParaRPr>
            </a:p>
          </p:txBody>
        </p:sp>
      </p:grpSp>
      <p:grpSp>
        <p:nvGrpSpPr>
          <p:cNvPr id="134" name="组合 133"/>
          <p:cNvGrpSpPr/>
          <p:nvPr/>
        </p:nvGrpSpPr>
        <p:grpSpPr>
          <a:xfrm>
            <a:off x="3865880" y="1151255"/>
            <a:ext cx="2346325" cy="1145223"/>
            <a:chOff x="12176" y="5135"/>
            <a:chExt cx="7390" cy="3607"/>
          </a:xfrm>
        </p:grpSpPr>
        <p:sp>
          <p:nvSpPr>
            <p:cNvPr id="135" name="文本框 134"/>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安全事件</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识别</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6" name="文本框 135"/>
            <p:cNvSpPr txBox="1"/>
            <p:nvPr/>
          </p:nvSpPr>
          <p:spPr>
            <a:xfrm>
              <a:off x="12176" y="7483"/>
              <a:ext cx="73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{{incident_total}}</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37" name="文本框 136"/>
            <p:cNvSpPr txBox="1"/>
            <p:nvPr/>
          </p:nvSpPr>
          <p:spPr>
            <a:xfrm>
              <a:off x="13504"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100%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响应率</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38" name="图片 137" descr="警示"/>
            <p:cNvPicPr>
              <a:picLocks noChangeAspect="1"/>
            </p:cNvPicPr>
            <p:nvPr/>
          </p:nvPicPr>
          <p:blipFill>
            <a:blip r:embed="rId19">
              <a:extLst>
                <a:ext uri="{96DAC541-7B7A-43D3-8B79-37D633B846F1}">
                  <asvg:svgBlip xmlns:asvg="http://schemas.microsoft.com/office/drawing/2016/SVG/main" r:embed="rId20"/>
                </a:ext>
              </a:extLst>
            </a:blip>
            <a:stretch>
              <a:fillRect/>
            </a:stretch>
          </p:blipFill>
          <p:spPr>
            <a:xfrm>
              <a:off x="15187" y="5135"/>
              <a:ext cx="1134" cy="1134"/>
            </a:xfrm>
            <a:prstGeom prst="rect">
              <a:avLst/>
            </a:prstGeom>
          </p:spPr>
        </p:pic>
      </p:grpSp>
      <p:grpSp>
        <p:nvGrpSpPr>
          <p:cNvPr id="139" name="组合 138"/>
          <p:cNvGrpSpPr/>
          <p:nvPr/>
        </p:nvGrpSpPr>
        <p:grpSpPr>
          <a:xfrm>
            <a:off x="5847715" y="1151255"/>
            <a:ext cx="2378075" cy="1145223"/>
            <a:chOff x="17104" y="5135"/>
            <a:chExt cx="7490" cy="3607"/>
          </a:xfrm>
        </p:grpSpPr>
        <p:pic>
          <p:nvPicPr>
            <p:cNvPr id="140" name="图片 139" descr="极速响应"/>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20219" y="5135"/>
              <a:ext cx="1134" cy="1134"/>
            </a:xfrm>
            <a:prstGeom prst="rect">
              <a:avLst/>
            </a:prstGeom>
          </p:spPr>
        </p:pic>
        <p:sp>
          <p:nvSpPr>
            <p:cNvPr id="141" name="文本框 1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平均响应时间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2" name="文本框 141"/>
            <p:cNvSpPr txBox="1"/>
            <p:nvPr/>
          </p:nvSpPr>
          <p:spPr>
            <a:xfrm>
              <a:off x="17104" y="7483"/>
              <a:ext cx="7490"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{{average_response_time}}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43" name="文本框 142"/>
            <p:cNvSpPr txBox="1"/>
            <p:nvPr/>
          </p:nvSpPr>
          <p:spPr>
            <a:xfrm>
              <a:off x="18536" y="81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达到行业领先水平</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144" name="组合 143"/>
          <p:cNvGrpSpPr/>
          <p:nvPr/>
        </p:nvGrpSpPr>
        <p:grpSpPr>
          <a:xfrm>
            <a:off x="8117205" y="1151255"/>
            <a:ext cx="1869440" cy="1139826"/>
            <a:chOff x="22605" y="5162"/>
            <a:chExt cx="5888" cy="3590"/>
          </a:xfrm>
        </p:grpSpPr>
        <p:sp>
          <p:nvSpPr>
            <p:cNvPr id="145" name="文本框 1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平均处置时间</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46" name="文本框 145"/>
            <p:cNvSpPr txBox="1"/>
            <p:nvPr/>
          </p:nvSpPr>
          <p:spPr>
            <a:xfrm>
              <a:off x="22605" y="7494"/>
              <a:ext cx="588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{{average_resolution_duration}}</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zh-CN" alt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47" name="文本框 146"/>
            <p:cNvSpPr txBox="1"/>
            <p:nvPr/>
          </p:nvSpPr>
          <p:spPr>
            <a:xfrm>
              <a:off x="23235" y="818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rPr>
                <a:t>基本符合预期水平</a:t>
              </a:r>
              <a:endParaRPr lang="zh-CN" altLang="en-US" sz="900" kern="0" spc="120" dirty="0">
                <a:solidFill>
                  <a:srgbClr val="00B0F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148" name="图片 147" descr="打印机"/>
            <p:cNvPicPr>
              <a:picLocks noChangeAspect="1"/>
            </p:cNvPicPr>
            <p:nvPr/>
          </p:nvPicPr>
          <p:blipFill>
            <a:blip r:embed="rId23">
              <a:extLst>
                <a:ext uri="{96DAC541-7B7A-43D3-8B79-37D633B846F1}">
                  <asvg:svgBlip xmlns:asvg="http://schemas.microsoft.com/office/drawing/2016/SVG/main" r:embed="rId24"/>
                </a:ext>
              </a:extLst>
            </a:blip>
            <a:stretch>
              <a:fillRect/>
            </a:stretch>
          </p:blipFill>
          <p:spPr>
            <a:xfrm>
              <a:off x="24918" y="5162"/>
              <a:ext cx="1134" cy="1134"/>
            </a:xfrm>
            <a:prstGeom prst="rect">
              <a:avLst/>
            </a:prstGeom>
          </p:spPr>
        </p:pic>
      </p:grpSp>
      <p:grpSp>
        <p:nvGrpSpPr>
          <p:cNvPr id="149" name="组合 148"/>
          <p:cNvGrpSpPr/>
          <p:nvPr/>
        </p:nvGrpSpPr>
        <p:grpSpPr>
          <a:xfrm>
            <a:off x="9887825" y="1151255"/>
            <a:ext cx="2310913" cy="1145223"/>
            <a:chOff x="29119" y="5135"/>
            <a:chExt cx="7272" cy="3607"/>
          </a:xfrm>
        </p:grpSpPr>
        <p:pic>
          <p:nvPicPr>
            <p:cNvPr id="150" name="图片 149" descr="招标结束"/>
            <p:cNvPicPr>
              <a:picLocks noChangeAspect="1"/>
            </p:cNvPicPr>
            <p:nvPr/>
          </p:nvPicPr>
          <p:blipFill>
            <a:blip r:embed="rId25">
              <a:extLst>
                <a:ext uri="{96DAC541-7B7A-43D3-8B79-37D633B846F1}">
                  <asvg:svgBlip xmlns:asvg="http://schemas.microsoft.com/office/drawing/2016/SVG/main" r:embed="rId26"/>
                </a:ext>
              </a:extLst>
            </a:blip>
            <a:stretch>
              <a:fillRect/>
            </a:stretch>
          </p:blipFill>
          <p:spPr>
            <a:xfrm>
              <a:off x="32200" y="5135"/>
              <a:ext cx="1134" cy="1134"/>
            </a:xfrm>
            <a:prstGeom prst="rect">
              <a:avLst/>
            </a:prstGeom>
          </p:spPr>
        </p:pic>
        <p:sp>
          <p:nvSpPr>
            <p:cNvPr id="151" name="文本框 150"/>
            <p:cNvSpPr txBox="1"/>
            <p:nvPr/>
          </p:nvSpPr>
          <p:spPr>
            <a:xfrm>
              <a:off x="30517"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2" name="文本框 151"/>
            <p:cNvSpPr txBox="1"/>
            <p:nvPr/>
          </p:nvSpPr>
          <p:spPr>
            <a:xfrm>
              <a:off x="29119" y="7483"/>
              <a:ext cx="7272"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{{event_closed_loop_rate}}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153" name="文本框 152"/>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0</a:t>
              </a:r>
              <a:r>
                <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rPr>
                <a:t>安全事故</a:t>
              </a:r>
              <a:endParaRPr lang="zh-CN" altLang="en-US" sz="900" kern="0" spc="120" dirty="0">
                <a:solidFill>
                  <a:srgbClr val="66A840">
                    <a:alpha val="100000"/>
                  </a:srgbClr>
                </a:solidFill>
                <a:latin typeface="黑体" panose="02010609060101010101" charset="-122"/>
                <a:ea typeface="黑体" panose="02010609060101010101" charset="-122"/>
                <a:cs typeface="黑体" panose="02010609060101010101" charset="-122"/>
                <a:sym typeface="+mn-ea"/>
              </a:endParaRPr>
            </a:p>
          </p:txBody>
        </p:sp>
      </p:grpSp>
      <p:graphicFrame>
        <p:nvGraphicFramePr>
          <p:cNvPr id="154" name="图表 153" descr="7b0a202020202263686172745265734964223a20223230343736383734220a7d0a"/>
          <p:cNvGraphicFramePr/>
          <p:nvPr/>
        </p:nvGraphicFramePr>
        <p:xfrm>
          <a:off x="941070" y="4453255"/>
          <a:ext cx="2476500" cy="1846580"/>
        </p:xfrm>
        <a:graphic>
          <a:graphicData uri="http://schemas.openxmlformats.org/drawingml/2006/chart">
            <c:chart xmlns:c="http://schemas.openxmlformats.org/drawingml/2006/chart" xmlns:r="http://schemas.openxmlformats.org/officeDocument/2006/relationships" r:id="rId2"/>
          </a:graphicData>
        </a:graphic>
      </p:graphicFrame>
      <p:sp>
        <p:nvSpPr>
          <p:cNvPr id="155" name="文本框 154"/>
          <p:cNvSpPr txBox="1"/>
          <p:nvPr/>
        </p:nvSpPr>
        <p:spPr>
          <a:xfrm>
            <a:off x="1062990" y="4016375"/>
            <a:ext cx="1800000" cy="288000"/>
          </a:xfrm>
          <a:prstGeom prst="rect">
            <a:avLst/>
          </a:prstGeom>
          <a:noFill/>
        </p:spPr>
        <p:txBody>
          <a:bodyPr rot="0" vert="horz" wrap="square" lIns="91440" tIns="45720" rIns="91440" bIns="45720" numCol="1" spcCol="0" rtlCol="0" anchor="t"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12700" lvl="0" algn="l" defTabSz="2438400" eaLnBrk="0">
              <a:lnSpc>
                <a:spcPct val="98000"/>
              </a:lnSpc>
            </a:pPr>
            <a:r>
              <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事件类型分布</a:t>
            </a:r>
            <a:endParaRPr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156" name="图表 155" descr="7b0a202020202263686172745265734964223a20223230343731343133220a7d0a"/>
          <p:cNvGraphicFramePr/>
          <p:nvPr/>
        </p:nvGraphicFramePr>
        <p:xfrm>
          <a:off x="6888480" y="4453255"/>
          <a:ext cx="4751705" cy="1940560"/>
        </p:xfrm>
        <a:graphic>
          <a:graphicData uri="http://schemas.openxmlformats.org/drawingml/2006/chart">
            <c:chart xmlns:c="http://schemas.openxmlformats.org/drawingml/2006/chart" xmlns:r="http://schemas.openxmlformats.org/officeDocument/2006/relationships" r:id="rId3"/>
          </a:graphicData>
        </a:graphic>
      </p:graphicFrame>
      <p:sp>
        <p:nvSpPr>
          <p:cNvPr id="157" name="íṥlïḍê"/>
          <p:cNvSpPr txBox="1"/>
          <p:nvPr>
            <p:custDataLst>
              <p:tags r:id="rId27"/>
            </p:custDataLst>
          </p:nvPr>
        </p:nvSpPr>
        <p:spPr>
          <a:xfrm>
            <a:off x="7019290" y="4065270"/>
            <a:ext cx="2396490" cy="24257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平均响应趋势（</a:t>
            </a:r>
            <a:r>
              <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分钟）</a:t>
            </a:r>
            <a:endParaRPr lang="zh-CN" sz="1400"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58" name="文本框 157"/>
          <p:cNvSpPr txBox="1"/>
          <p:nvPr/>
        </p:nvSpPr>
        <p:spPr>
          <a:xfrm>
            <a:off x="10017125" y="4099560"/>
            <a:ext cx="1636395" cy="368300"/>
          </a:xfrm>
          <a:prstGeom prst="rect">
            <a:avLst/>
          </a:prstGeom>
          <a:noFill/>
        </p:spPr>
        <p:txBody>
          <a:bodyPr wrap="square" rtlCol="0" anchor="t">
            <a:spAutoFit/>
          </a:bodyPr>
          <a:p>
            <a:r>
              <a:rPr lang="zh-CN" altLang="en-US">
                <a:sym typeface="+mn-ea"/>
              </a:rPr>
              <a:t>{{P</a:t>
            </a:r>
            <a:r>
              <a:rPr lang="en-US">
                <a:sym typeface="+mn-ea"/>
              </a:rPr>
              <a:t>24</a:t>
            </a:r>
            <a:r>
              <a:rPr lang="zh-CN" altLang="en-US">
                <a:sym typeface="+mn-ea"/>
              </a:rPr>
              <a:t>_</a:t>
            </a:r>
            <a:r>
              <a:rPr lang="en-US" altLang="zh-CN">
                <a:sym typeface="+mn-ea"/>
              </a:rPr>
              <a:t>line</a:t>
            </a:r>
            <a:r>
              <a:rPr lang="zh-CN" altLang="en-US">
                <a:sym typeface="+mn-ea"/>
              </a:rPr>
              <a:t>}}</a:t>
            </a:r>
            <a:endParaRPr lang="zh-CN" altLang="en-US">
              <a:sym typeface="+mn-ea"/>
            </a:endParaRPr>
          </a:p>
        </p:txBody>
      </p:sp>
      <p:sp>
        <p:nvSpPr>
          <p:cNvPr id="159" name="文本框 158"/>
          <p:cNvSpPr txBox="1"/>
          <p:nvPr/>
        </p:nvSpPr>
        <p:spPr>
          <a:xfrm>
            <a:off x="4141470" y="4453255"/>
            <a:ext cx="1506855" cy="368300"/>
          </a:xfrm>
          <a:prstGeom prst="rect">
            <a:avLst/>
          </a:prstGeom>
          <a:noFill/>
        </p:spPr>
        <p:txBody>
          <a:bodyPr wrap="square" rtlCol="0" anchor="t">
            <a:spAutoFit/>
          </a:bodyPr>
          <a:p>
            <a:r>
              <a:rPr lang="zh-CN" altLang="en-US">
                <a:sym typeface="+mn-ea"/>
              </a:rPr>
              <a:t>{{</a:t>
            </a:r>
            <a:r>
              <a:rPr lang="en-US" altLang="zh-CN">
                <a:sym typeface="+mn-ea"/>
              </a:rPr>
              <a:t>P24_bar}</a:t>
            </a:r>
            <a:r>
              <a:rPr lang="zh-CN" altLang="en-US">
                <a:sym typeface="+mn-ea"/>
              </a:rPr>
              <a:t>}</a:t>
            </a:r>
            <a:endParaRPr lang="zh-CN" altLang="en-US">
              <a:sym typeface="+mn-ea"/>
            </a:endParaRPr>
          </a:p>
        </p:txBody>
      </p:sp>
      <p:sp>
        <p:nvSpPr>
          <p:cNvPr id="160" name="文本框 159"/>
          <p:cNvSpPr txBox="1"/>
          <p:nvPr/>
        </p:nvSpPr>
        <p:spPr>
          <a:xfrm>
            <a:off x="798830" y="4307840"/>
            <a:ext cx="1256665" cy="368300"/>
          </a:xfrm>
          <a:prstGeom prst="rect">
            <a:avLst/>
          </a:prstGeom>
          <a:noFill/>
        </p:spPr>
        <p:txBody>
          <a:bodyPr wrap="square" rtlCol="0" anchor="t">
            <a:spAutoFit/>
          </a:bodyPr>
          <a:p>
            <a:r>
              <a:rPr lang="zh-CN" altLang="en-US">
                <a:sym typeface="+mn-ea"/>
              </a:rPr>
              <a:t>{{</a:t>
            </a:r>
            <a:r>
              <a:rPr lang="en-US" altLang="zh-CN">
                <a:sym typeface="+mn-ea"/>
              </a:rPr>
              <a:t>P24_pie}</a:t>
            </a:r>
            <a:r>
              <a:rPr lang="zh-CN" altLang="en-US">
                <a:sym typeface="+mn-ea"/>
              </a:rPr>
              <a:t>}</a:t>
            </a:r>
            <a:endParaRPr lang="zh-CN" altLang="en-US">
              <a:sym typeface="+mn-ea"/>
            </a:endParaRP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44"/>
          <p:cNvSpPr/>
          <p:nvPr/>
        </p:nvSpPr>
        <p:spPr>
          <a:xfrm>
            <a:off x="7811770" y="1202055"/>
            <a:ext cx="3747135" cy="287020"/>
          </a:xfrm>
          <a:prstGeom prst="rect">
            <a:avLst/>
          </a:prstGeom>
          <a:no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marL="28575" algn="l" rtl="0" eaLnBrk="0">
              <a:lnSpc>
                <a:spcPct val="98000"/>
              </a:lnSpc>
            </a:pPr>
            <a:r>
              <a:rPr lang="en-US" altLang="zh-CN" sz="1200" b="1" kern="0" spc="30" dirty="0">
                <a:solidFill>
                  <a:srgbClr val="204080">
                    <a:alpha val="100000"/>
                  </a:srgbClr>
                </a:solidFill>
                <a:latin typeface="黑体" panose="02010609060101010101" charset="-122"/>
                <a:ea typeface="黑体" panose="02010609060101010101" charset="-122"/>
                <a:cs typeface="黑体" panose="02010609060101010101" charset="-122"/>
              </a:rPr>
              <a:t>威胁运营总结</a:t>
            </a:r>
            <a:endParaRPr sz="1000" kern="0" spc="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 name="textbox 246"/>
          <p:cNvSpPr/>
          <p:nvPr/>
        </p:nvSpPr>
        <p:spPr>
          <a:xfrm>
            <a:off x="647700" y="1202055"/>
            <a:ext cx="3003550" cy="2772410"/>
          </a:xfrm>
          <a:prstGeom prst="rect">
            <a:avLst/>
          </a:prstGeom>
          <a:solidFill>
            <a:srgbClr val="F1F6FF">
              <a:alpha val="100000"/>
            </a:srgbClr>
          </a:solidFill>
          <a:ln w="0" cap="flat">
            <a:noFill/>
            <a:prstDash val="solid"/>
            <a:miter lim="0"/>
          </a:ln>
        </p:spPr>
        <p:txBody>
          <a:bodyPr vert="horz" wrap="square" lIns="0" tIns="0" rIns="0" bIns="0"/>
          <a:p>
            <a:pPr algn="l" rtl="0" eaLnBrk="0">
              <a:lnSpc>
                <a:spcPct val="130000"/>
              </a:lnSpc>
            </a:pPr>
            <a:endParaRPr sz="700" dirty="0">
              <a:latin typeface="黑体" panose="02010609060101010101" charset="-122"/>
              <a:ea typeface="黑体" panose="02010609060101010101" charset="-122"/>
              <a:cs typeface="黑体" panose="02010609060101010101" charset="-122"/>
            </a:endParaRPr>
          </a:p>
        </p:txBody>
      </p:sp>
      <p:sp>
        <p:nvSpPr>
          <p:cNvPr id="6" name="textbox 158"/>
          <p:cNvSpPr/>
          <p:nvPr/>
        </p:nvSpPr>
        <p:spPr>
          <a:xfrm>
            <a:off x="647700" y="360045"/>
            <a:ext cx="4261485"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marL="15875" algn="l" rtl="0" eaLnBrk="0">
              <a:lnSpc>
                <a:spcPct val="98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威胁趋势分析</a:t>
            </a:r>
            <a:endParaRPr lang="zh-CN" altLang="en-US" sz="1900" dirty="0">
              <a:solidFill>
                <a:srgbClr val="4C61E7"/>
              </a:solidFill>
              <a:latin typeface="黑体" panose="02010609060101010101" charset="-122"/>
              <a:ea typeface="黑体" panose="02010609060101010101" charset="-122"/>
              <a:cs typeface="黑体" panose="02010609060101010101" charset="-122"/>
            </a:endParaRPr>
          </a:p>
          <a:p>
            <a:pPr algn="l" rtl="0" eaLnBrk="0">
              <a:lnSpc>
                <a:spcPct val="101000"/>
              </a:lnSpc>
            </a:pP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全方位防护体系，有效阻断网络攻击，保障业务安全</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grpSp>
        <p:nvGrpSpPr>
          <p:cNvPr id="7" name="组合 6"/>
          <p:cNvGrpSpPr/>
          <p:nvPr/>
        </p:nvGrpSpPr>
        <p:grpSpPr>
          <a:xfrm>
            <a:off x="648335" y="4287520"/>
            <a:ext cx="10918825" cy="1179024"/>
            <a:chOff x="2042" y="13744"/>
            <a:chExt cx="34390" cy="3714"/>
          </a:xfrm>
        </p:grpSpPr>
        <p:sp>
          <p:nvSpPr>
            <p:cNvPr id="8" name="Shape 1"/>
            <p:cNvSpPr/>
            <p:nvPr/>
          </p:nvSpPr>
          <p:spPr>
            <a:xfrm>
              <a:off x="2042" y="13744"/>
              <a:ext cx="34390" cy="3714"/>
            </a:xfrm>
            <a:prstGeom prst="roundRect">
              <a:avLst>
                <a:gd name="adj" fmla="val 6757"/>
              </a:avLst>
            </a:prstGeom>
            <a:noFill/>
            <a:ln w="12700">
              <a:solidFill>
                <a:srgbClr val="CCE1F5"/>
              </a:solidFill>
              <a:prstDash val="solid"/>
            </a:ln>
          </p:spPr>
        </p:sp>
        <p:graphicFrame>
          <p:nvGraphicFramePr>
            <p:cNvPr id="24" name="图表 23"/>
            <p:cNvGraphicFramePr/>
            <p:nvPr/>
          </p:nvGraphicFramePr>
          <p:xfrm>
            <a:off x="2318" y="13879"/>
            <a:ext cx="33839" cy="3398"/>
          </p:xfrm>
          <a:graphic>
            <a:graphicData uri="http://schemas.openxmlformats.org/drawingml/2006/chart">
              <c:chart xmlns:c="http://schemas.openxmlformats.org/drawingml/2006/chart" xmlns:r="http://schemas.openxmlformats.org/officeDocument/2006/relationships" r:id="rId1"/>
            </a:graphicData>
          </a:graphic>
        </p:graphicFrame>
      </p:grpSp>
      <p:sp>
        <p:nvSpPr>
          <p:cNvPr id="30" name="文本框 29"/>
          <p:cNvSpPr txBox="1"/>
          <p:nvPr/>
        </p:nvSpPr>
        <p:spPr>
          <a:xfrm>
            <a:off x="575945" y="4050983"/>
            <a:ext cx="114077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威胁分布</a:t>
            </a:r>
            <a:r>
              <a:rPr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趋势</a:t>
            </a:r>
            <a:endParaRPr lang="zh-CN" altLang="en-US"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1" name="文本框 30"/>
          <p:cNvSpPr txBox="1"/>
          <p:nvPr/>
        </p:nvSpPr>
        <p:spPr>
          <a:xfrm>
            <a:off x="735965" y="1253490"/>
            <a:ext cx="2299970" cy="269875"/>
          </a:xfrm>
          <a:prstGeom prst="rect">
            <a:avLst/>
          </a:prstGeom>
          <a:noFill/>
        </p:spPr>
        <p:txBody>
          <a:bodyPr wrap="square" rtlCol="0" anchor="ctr" anchorCtr="0">
            <a:noAutofit/>
          </a:bodyPr>
          <a:p>
            <a:pPr marL="28575" algn="l" rtl="0" eaLnBrk="0">
              <a:lnSpc>
                <a:spcPct val="98000"/>
              </a:lnSpc>
              <a:spcBef>
                <a:spcPts val="0"/>
              </a:spcBef>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7*24</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小时威胁对抗</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2" name="íṥlïḍê"/>
          <p:cNvSpPr txBox="1"/>
          <p:nvPr>
            <p:custDataLst>
              <p:tags r:id="rId5"/>
            </p:custDataLst>
          </p:nvPr>
        </p:nvSpPr>
        <p:spPr>
          <a:xfrm>
            <a:off x="982980" y="1506220"/>
            <a:ext cx="2746375"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{external_attack_log_count_XDR}}</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余条内外部攻击日志</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3" name="文本框 32"/>
          <p:cNvSpPr txBox="1"/>
          <p:nvPr/>
        </p:nvSpPr>
        <p:spPr>
          <a:xfrm>
            <a:off x="982663" y="2565718"/>
            <a:ext cx="2380298"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{{security_device_policy_check_count}}</a:t>
            </a:r>
            <a:r>
              <a:rPr lang="en-US" sz="9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次策略有效性检查</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4" name="íṥlïḍê"/>
          <p:cNvSpPr txBox="1"/>
          <p:nvPr>
            <p:custDataLst>
              <p:tags r:id="rId6"/>
            </p:custDataLst>
          </p:nvPr>
        </p:nvSpPr>
        <p:spPr>
          <a:xfrm>
            <a:off x="982980" y="1744980"/>
            <a:ext cx="3094990"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{{real_time_threat_alert_count}}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条实时威胁告警</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6" name="íṥlïḍê"/>
          <p:cNvSpPr txBox="1"/>
          <p:nvPr>
            <p:custDataLst>
              <p:tags r:id="rId7"/>
            </p:custDataLst>
          </p:nvPr>
        </p:nvSpPr>
        <p:spPr>
          <a:xfrm>
            <a:off x="982663" y="1998663"/>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{{MSS_threat_ticket_count}}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条威胁工单及时处置，平均</a:t>
            </a:r>
            <a:r>
              <a:rPr lang="en-US" altLang="zh-CN"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  </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{{threat_ticket_average_response_time}}</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分钟响应</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37" name="文本框 36"/>
          <p:cNvSpPr txBox="1"/>
          <p:nvPr/>
        </p:nvSpPr>
        <p:spPr>
          <a:xfrm>
            <a:off x="735965" y="2332038"/>
            <a:ext cx="2299653" cy="241935"/>
          </a:xfrm>
          <a:prstGeom prst="rect">
            <a:avLst/>
          </a:prstGeom>
          <a:noFill/>
        </p:spPr>
        <p:txBody>
          <a:bodyPr wrap="square" rtlCol="0" anchor="t">
            <a:spAutoFit/>
          </a:bodyPr>
          <a:p>
            <a:pPr marL="28575" lvl="0" algn="l" eaLnBrk="0">
              <a:lnSpc>
                <a:spcPct val="98000"/>
              </a:lnSpc>
              <a:spcBef>
                <a:spcPts val="0"/>
              </a:spcBef>
              <a:buClrTx/>
              <a:buSzTx/>
              <a:buFontTx/>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策略有效性监测与预防</a:t>
            </a:r>
            <a:endPar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982980" y="2782570"/>
            <a:ext cx="2494915" cy="235585"/>
          </a:xfrm>
          <a:prstGeom prst="rect">
            <a:avLst/>
          </a:prstGeom>
          <a:noFill/>
        </p:spPr>
        <p:txBody>
          <a:bodyPr wrap="square" rtlCol="0" anchor="t">
            <a:noAutofit/>
          </a:bodyPr>
          <a:p>
            <a:pPr marL="11430" lvl="0" algn="l" eaLnBrk="0">
              <a:spcBef>
                <a:spcPts val="5"/>
              </a:spcBef>
            </a:pPr>
            <a:r>
              <a:rPr lang="en-US" altLang="zh-CN" sz="10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{{optimized_policy_risk_count}}</a:t>
            </a:r>
            <a:r>
              <a:rPr lang="en-US" sz="900" b="1"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rPr>
              <a:t>次策略隐患有效修复</a:t>
            </a:r>
            <a:endParaRPr lang="zh-CN" altLang="en-US" sz="1000" spc="120" dirty="0">
              <a:solidFill>
                <a:schemeClr val="tx1">
                  <a:alpha val="100000"/>
                </a:schemeClr>
              </a:solidFill>
              <a:latin typeface="黑体" panose="02010609060101010101" charset="-122"/>
              <a:ea typeface="黑体" panose="02010609060101010101" charset="-122"/>
              <a:cs typeface="黑体" panose="02010609060101010101" charset="-122"/>
              <a:sym typeface="+mn-ea"/>
            </a:endParaRPr>
          </a:p>
        </p:txBody>
      </p:sp>
      <p:sp>
        <p:nvSpPr>
          <p:cNvPr id="39" name="文本框 38"/>
          <p:cNvSpPr txBox="1"/>
          <p:nvPr/>
        </p:nvSpPr>
        <p:spPr>
          <a:xfrm>
            <a:off x="735965" y="3079433"/>
            <a:ext cx="2299653" cy="258763"/>
          </a:xfrm>
          <a:prstGeom prst="rect">
            <a:avLst/>
          </a:prstGeom>
          <a:noFill/>
        </p:spPr>
        <p:txBody>
          <a:bodyPr wrap="square" rtlCol="0" anchor="ctr" anchorCtr="0">
            <a:noAutofit/>
          </a:bodyPr>
          <a:p>
            <a:pPr marL="28575" lvl="0" algn="l" eaLnBrk="0">
              <a:lnSpc>
                <a:spcPct val="98000"/>
              </a:lnSpc>
            </a:pPr>
            <a:r>
              <a:rPr lang="en-US" altLang="zh-CN"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最新情报风险</a:t>
            </a:r>
            <a:r>
              <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rPr>
              <a:t>排查</a:t>
            </a:r>
            <a:endParaRPr lang="zh-CN" altLang="en-US" sz="1000" b="1" spc="3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0" name="íṥlïḍê"/>
          <p:cNvSpPr txBox="1"/>
          <p:nvPr>
            <p:custDataLst>
              <p:tags r:id="rId8"/>
            </p:custDataLst>
          </p:nvPr>
        </p:nvSpPr>
        <p:spPr>
          <a:xfrm>
            <a:off x="982663" y="3335338"/>
            <a:ext cx="2495233" cy="269875"/>
          </a:xfrm>
          <a:prstGeom prst="rect">
            <a:avLst/>
          </a:prstGeom>
        </p:spPr>
        <p:txBody>
          <a:bodyPr wrap="square" rtlCol="0" anchor="ctr"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hangingPunct="1">
              <a:defRPr/>
            </a:pPr>
            <a:r>
              <a:rPr lang="en-US" altLang="zh-CN"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{{latest_threat_intelligence_count}}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条最新威胁情报</a:t>
            </a:r>
            <a:endParaRPr lang="zh-CN" alt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sp>
        <p:nvSpPr>
          <p:cNvPr id="41" name="文本框 40"/>
          <p:cNvSpPr txBox="1"/>
          <p:nvPr/>
        </p:nvSpPr>
        <p:spPr>
          <a:xfrm>
            <a:off x="982663" y="3605848"/>
            <a:ext cx="2299335" cy="229870"/>
          </a:xfrm>
          <a:prstGeom prst="rect">
            <a:avLst/>
          </a:prstGeom>
        </p:spPr>
        <p:txBody>
          <a:bodyPr rot="0" vert="horz" wrap="square" lIns="91440" tIns="45720" rIns="91440" bIns="45720" numCol="1" spcCol="0" rtlCol="0" anchor="ctr" anchorCtr="0" forceAA="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lvl="0" algn="l">
              <a:defRPr/>
            </a:pP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{{latest_threat_impacted_asset_count}}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rPr>
              <a:t>个受影响资产快速修复，遏制风险</a:t>
            </a:r>
            <a:endParaRPr lang="en-US" sz="900" spc="-30" dirty="0">
              <a:solidFill>
                <a:schemeClr val="bg2">
                  <a:lumMod val="10000"/>
                  <a:alpha val="100000"/>
                </a:schemeClr>
              </a:solidFill>
              <a:latin typeface="宋体" panose="02010600030101010101" pitchFamily="2" charset="-122"/>
              <a:ea typeface="宋体" panose="02010600030101010101" pitchFamily="2" charset="-122"/>
              <a:cs typeface="宋体" panose="02010600030101010101" pitchFamily="2" charset="-122"/>
              <a:sym typeface="+mn-ea"/>
            </a:endParaRPr>
          </a:p>
        </p:txBody>
      </p:sp>
      <p:graphicFrame>
        <p:nvGraphicFramePr>
          <p:cNvPr id="42" name="图表 41"/>
          <p:cNvGraphicFramePr/>
          <p:nvPr/>
        </p:nvGraphicFramePr>
        <p:xfrm>
          <a:off x="3896360" y="2966720"/>
          <a:ext cx="3826510" cy="1021715"/>
        </p:xfrm>
        <a:graphic>
          <a:graphicData uri="http://schemas.openxmlformats.org/drawingml/2006/chart">
            <c:chart xmlns:c="http://schemas.openxmlformats.org/drawingml/2006/chart" xmlns:r="http://schemas.openxmlformats.org/officeDocument/2006/relationships" r:id="rId2"/>
          </a:graphicData>
        </a:graphic>
      </p:graphicFrame>
      <p:sp>
        <p:nvSpPr>
          <p:cNvPr id="43" name="文本框 42"/>
          <p:cNvSpPr txBox="1"/>
          <p:nvPr/>
        </p:nvSpPr>
        <p:spPr>
          <a:xfrm>
            <a:off x="3896360" y="2721610"/>
            <a:ext cx="2299970" cy="236220"/>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遭受攻击业务主机</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4" name="文本框 43"/>
          <p:cNvSpPr txBox="1"/>
          <p:nvPr/>
        </p:nvSpPr>
        <p:spPr>
          <a:xfrm>
            <a:off x="3896360" y="1223010"/>
            <a:ext cx="1677035"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攻击来源地域分布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aphicFrame>
        <p:nvGraphicFramePr>
          <p:cNvPr id="45" name="图表 44"/>
          <p:cNvGraphicFramePr/>
          <p:nvPr/>
        </p:nvGraphicFramePr>
        <p:xfrm>
          <a:off x="3896360" y="1489075"/>
          <a:ext cx="1858645" cy="121666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46" name="图表 45"/>
          <p:cNvGraphicFramePr/>
          <p:nvPr/>
        </p:nvGraphicFramePr>
        <p:xfrm>
          <a:off x="6024245" y="1488440"/>
          <a:ext cx="1698625" cy="1220470"/>
        </p:xfrm>
        <a:graphic>
          <a:graphicData uri="http://schemas.openxmlformats.org/drawingml/2006/chart">
            <c:chart xmlns:c="http://schemas.openxmlformats.org/drawingml/2006/chart" xmlns:r="http://schemas.openxmlformats.org/officeDocument/2006/relationships" r:id="rId4"/>
          </a:graphicData>
        </a:graphic>
      </p:graphicFrame>
      <p:sp>
        <p:nvSpPr>
          <p:cNvPr id="47" name="文本框 46"/>
          <p:cNvSpPr txBox="1"/>
          <p:nvPr/>
        </p:nvSpPr>
        <p:spPr>
          <a:xfrm>
            <a:off x="6024130" y="1222693"/>
            <a:ext cx="1620000" cy="215265"/>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攻击类型分布</a:t>
            </a:r>
            <a:r>
              <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TOP5</a:t>
            </a:r>
            <a:endParaRPr lang="en-US" alt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48" name="图片 47" descr="1755071818846"/>
          <p:cNvPicPr>
            <a:picLocks noChangeAspect="1"/>
          </p:cNvPicPr>
          <p:nvPr/>
        </p:nvPicPr>
        <p:blipFill>
          <a:blip r:embed="rId9"/>
          <a:stretch>
            <a:fillRect/>
          </a:stretch>
        </p:blipFill>
        <p:spPr>
          <a:xfrm>
            <a:off x="630873" y="5719763"/>
            <a:ext cx="10940415" cy="801688"/>
          </a:xfrm>
          <a:prstGeom prst="rect">
            <a:avLst/>
          </a:prstGeom>
        </p:spPr>
      </p:pic>
      <p:sp>
        <p:nvSpPr>
          <p:cNvPr id="49" name="文本框 48"/>
          <p:cNvSpPr txBox="1"/>
          <p:nvPr/>
        </p:nvSpPr>
        <p:spPr>
          <a:xfrm>
            <a:off x="594043" y="5504180"/>
            <a:ext cx="1503998"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威胁运营待提升</a:t>
            </a: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项</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758190" y="5788025"/>
            <a:ext cx="3376930" cy="6540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{{threat_improve1}}</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297680" y="5782310"/>
            <a:ext cx="3564890" cy="71310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{{threat_improve2}}</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2" name="文本框 51"/>
          <p:cNvSpPr txBox="1"/>
          <p:nvPr/>
        </p:nvSpPr>
        <p:spPr>
          <a:xfrm>
            <a:off x="8025765" y="5796280"/>
            <a:ext cx="3460750" cy="62357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anchorCtr="0" forceAA="0">
            <a:noAutofit/>
          </a:bodyPr>
          <a:p>
            <a:pPr marL="0" marR="0" indent="0" algn="just" defTabSz="2438400" rtl="0" fontAlgn="auto" latinLnBrk="0" hangingPunct="0">
              <a:lnSpc>
                <a:spcPct val="100000"/>
              </a:lnSpc>
              <a:spcBef>
                <a:spcPts val="0"/>
              </a:spcBef>
              <a:spcAft>
                <a:spcPts val="0"/>
              </a:spcAft>
              <a:buClrTx/>
              <a:buSzTx/>
              <a:buFontTx/>
              <a:buNone/>
            </a:pPr>
            <a:r>
              <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{{threat_improve3}}</a:t>
            </a:r>
            <a:endParaRPr lang="en-US" altLang="zh-CN" sz="80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53" name="图片 52" descr="深信服 + 智安全"/>
          <p:cNvPicPr>
            <a:picLocks noChangeAspect="1"/>
          </p:cNvPicPr>
          <p:nvPr/>
        </p:nvPicPr>
        <p:blipFill>
          <a:blip r:embed="rId10"/>
          <a:srcRect l="5232" t="26576" r="4938" b="29565"/>
          <a:stretch>
            <a:fillRect/>
          </a:stretch>
        </p:blipFill>
        <p:spPr>
          <a:xfrm>
            <a:off x="10017125" y="238760"/>
            <a:ext cx="1629867" cy="360000"/>
          </a:xfrm>
          <a:prstGeom prst="rect">
            <a:avLst/>
          </a:prstGeom>
        </p:spPr>
      </p:pic>
      <p:sp>
        <p:nvSpPr>
          <p:cNvPr id="54" name="文本框 53"/>
          <p:cNvSpPr txBox="1"/>
          <p:nvPr/>
        </p:nvSpPr>
        <p:spPr>
          <a:xfrm>
            <a:off x="7740650" y="1530985"/>
            <a:ext cx="3817620" cy="2458085"/>
          </a:xfrm>
          <a:prstGeom prst="rect">
            <a:avLst/>
          </a:prstGeom>
          <a:noFill/>
        </p:spPr>
        <p:txBody>
          <a:bodyPr wrap="square" rtlCol="0" anchor="t">
            <a:noAutofit/>
          </a:bodyPr>
          <a:p>
            <a:pPr algn="just"/>
            <a:r>
              <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{{threat_summary}}</a:t>
            </a:r>
            <a:endParaRPr lang="en-US" altLang="zh-CN" sz="10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5" name="文本框 54"/>
          <p:cNvSpPr txBox="1"/>
          <p:nvPr/>
        </p:nvSpPr>
        <p:spPr>
          <a:xfrm>
            <a:off x="8744585" y="4549775"/>
            <a:ext cx="1654810" cy="213995"/>
          </a:xfrm>
          <a:prstGeom prst="rect">
            <a:avLst/>
          </a:prstGeom>
          <a:noFill/>
        </p:spPr>
        <p:txBody>
          <a:bodyPr wrap="square" rtlCol="0" anchor="t">
            <a:spAutoFit/>
          </a:bodyPr>
          <a:p>
            <a:r>
              <a:rPr lang="zh-CN" altLang="en-US" sz="800">
                <a:sym typeface="+mn-ea"/>
              </a:rPr>
              <a:t>{{</a:t>
            </a:r>
            <a:r>
              <a:rPr lang="en-US" altLang="zh-CN" sz="800">
                <a:sym typeface="+mn-ea"/>
              </a:rPr>
              <a:t>P25_line</a:t>
            </a:r>
            <a:r>
              <a:rPr lang="zh-CN" altLang="en-US" sz="800">
                <a:sym typeface="+mn-ea"/>
              </a:rPr>
              <a:t>}}</a:t>
            </a:r>
            <a:endParaRPr lang="zh-CN" altLang="en-US" sz="800">
              <a:sym typeface="+mn-ea"/>
            </a:endParaRPr>
          </a:p>
        </p:txBody>
      </p:sp>
      <p:sp>
        <p:nvSpPr>
          <p:cNvPr id="56" name="文本框 55"/>
          <p:cNvSpPr txBox="1"/>
          <p:nvPr/>
        </p:nvSpPr>
        <p:spPr>
          <a:xfrm>
            <a:off x="4135120" y="1016635"/>
            <a:ext cx="853440" cy="213995"/>
          </a:xfrm>
          <a:prstGeom prst="rect">
            <a:avLst/>
          </a:prstGeom>
          <a:noFill/>
        </p:spPr>
        <p:txBody>
          <a:bodyPr wrap="square" rtlCol="0" anchor="t">
            <a:spAutoFit/>
          </a:bodyPr>
          <a:p>
            <a:r>
              <a:rPr lang="zh-CN" altLang="en-US" sz="800">
                <a:sym typeface="+mn-ea"/>
              </a:rPr>
              <a:t>{{</a:t>
            </a:r>
            <a:r>
              <a:rPr lang="en-US" altLang="zh-CN" sz="800">
                <a:sym typeface="+mn-ea"/>
              </a:rPr>
              <a:t>P25_pie_1</a:t>
            </a:r>
            <a:r>
              <a:rPr lang="zh-CN" altLang="en-US" sz="800">
                <a:sym typeface="+mn-ea"/>
              </a:rPr>
              <a:t>}}</a:t>
            </a:r>
            <a:endParaRPr lang="zh-CN" altLang="en-US" sz="800">
              <a:sym typeface="+mn-ea"/>
            </a:endParaRPr>
          </a:p>
        </p:txBody>
      </p:sp>
      <p:sp>
        <p:nvSpPr>
          <p:cNvPr id="57" name="文本框 56"/>
          <p:cNvSpPr txBox="1"/>
          <p:nvPr/>
        </p:nvSpPr>
        <p:spPr>
          <a:xfrm>
            <a:off x="6163310" y="982980"/>
            <a:ext cx="876935" cy="213995"/>
          </a:xfrm>
          <a:prstGeom prst="rect">
            <a:avLst/>
          </a:prstGeom>
          <a:noFill/>
        </p:spPr>
        <p:txBody>
          <a:bodyPr wrap="square" rtlCol="0" anchor="t">
            <a:spAutoFit/>
          </a:bodyPr>
          <a:p>
            <a:r>
              <a:rPr lang="zh-CN" altLang="en-US" sz="800">
                <a:sym typeface="+mn-ea"/>
              </a:rPr>
              <a:t>{{</a:t>
            </a:r>
            <a:r>
              <a:rPr lang="en-US" altLang="zh-CN" sz="800">
                <a:sym typeface="+mn-ea"/>
              </a:rPr>
              <a:t>P25_pie_2</a:t>
            </a:r>
            <a:r>
              <a:rPr lang="zh-CN" altLang="en-US" sz="800">
                <a:sym typeface="+mn-ea"/>
              </a:rPr>
              <a:t>}}</a:t>
            </a:r>
            <a:endParaRPr lang="zh-CN" altLang="en-US" sz="800">
              <a:sym typeface="+mn-ea"/>
            </a:endParaRPr>
          </a:p>
        </p:txBody>
      </p:sp>
      <p:sp>
        <p:nvSpPr>
          <p:cNvPr id="58" name="文本框 57"/>
          <p:cNvSpPr txBox="1"/>
          <p:nvPr/>
        </p:nvSpPr>
        <p:spPr>
          <a:xfrm>
            <a:off x="6767195" y="3022600"/>
            <a:ext cx="876935" cy="213995"/>
          </a:xfrm>
          <a:prstGeom prst="rect">
            <a:avLst/>
          </a:prstGeom>
          <a:noFill/>
        </p:spPr>
        <p:txBody>
          <a:bodyPr wrap="square" rtlCol="0" anchor="t">
            <a:spAutoFit/>
          </a:bodyPr>
          <a:p>
            <a:r>
              <a:rPr lang="zh-CN" altLang="en-US" sz="800">
                <a:sym typeface="+mn-ea"/>
              </a:rPr>
              <a:t>{{</a:t>
            </a:r>
            <a:r>
              <a:rPr lang="en-US" altLang="zh-CN" sz="800">
                <a:sym typeface="+mn-ea"/>
              </a:rPr>
              <a:t>P25_bar</a:t>
            </a:r>
            <a:r>
              <a:rPr lang="zh-CN" altLang="en-US" sz="800">
                <a:sym typeface="+mn-ea"/>
              </a:rPr>
              <a:t>}}</a:t>
            </a:r>
            <a:endParaRPr lang="zh-CN" altLang="en-US" sz="800">
              <a:sym typeface="+mn-ea"/>
            </a:endParaRP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4" name="textbox 48"/>
          <p:cNvSpPr/>
          <p:nvPr/>
        </p:nvSpPr>
        <p:spPr>
          <a:xfrm>
            <a:off x="647700" y="1275715"/>
            <a:ext cx="3006000" cy="2519998"/>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sp>
        <p:nvSpPr>
          <p:cNvPr id="65" name="textbox 158"/>
          <p:cNvSpPr/>
          <p:nvPr/>
        </p:nvSpPr>
        <p:spPr>
          <a:xfrm>
            <a:off x="647740" y="360198"/>
            <a:ext cx="363982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pitchFamily="34" charset="0"/>
              <a:ea typeface="黑体-简" panose="02000000000000000000" charset="-122"/>
              <a:cs typeface="Arial" panose="020B0604020202020204"/>
            </a:endParaRPr>
          </a:p>
          <a:p>
            <a:pPr algn="l" rtl="0" eaLnBrk="0">
              <a:lnSpc>
                <a:spcPct val="101000"/>
              </a:lnSpc>
            </a:pPr>
            <a:r>
              <a:rPr lang="zh-CN" altLang="en-US" sz="1900" dirty="0">
                <a:solidFill>
                  <a:srgbClr val="4C61E7"/>
                </a:solidFill>
                <a:latin typeface="Arial" panose="020B0604020202020204" pitchFamily="34" charset="0"/>
                <a:ea typeface="黑体-简" panose="02000000000000000000" charset="-122"/>
                <a:cs typeface="黑体" panose="02010609060101010101" charset="-122"/>
              </a:rPr>
              <a:t>风险预防工作详情</a:t>
            </a:r>
            <a:endParaRPr lang="zh-CN" altLang="en-US" sz="1900" dirty="0">
              <a:solidFill>
                <a:srgbClr val="4C61E7"/>
              </a:solidFill>
              <a:latin typeface="Arial" panose="020B0604020202020204" pitchFamily="34" charset="0"/>
              <a:ea typeface="黑体-简" panose="02000000000000000000" charset="-122"/>
              <a:cs typeface="黑体" panose="02010609060101010101" charset="-122"/>
            </a:endParaRPr>
          </a:p>
          <a:p>
            <a:pPr algn="l" rtl="0" eaLnBrk="0">
              <a:lnSpc>
                <a:spcPct val="101000"/>
              </a:lnSpc>
            </a:pPr>
            <a:endParaRPr sz="800" dirty="0">
              <a:latin typeface="Arial" panose="020B0604020202020204" pitchFamily="34" charset="0"/>
              <a:ea typeface="黑体-简" panose="02000000000000000000" charset="-122"/>
              <a:cs typeface="Arial" panose="020B0604020202020204"/>
            </a:endParaRPr>
          </a:p>
          <a:p>
            <a:pPr marL="12700" algn="l" rtl="0" eaLnBrk="0">
              <a:lnSpc>
                <a:spcPct val="92000"/>
              </a:lnSpc>
              <a:spcBef>
                <a:spcPts val="5"/>
              </a:spcBef>
            </a:pPr>
            <a:r>
              <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rPr>
              <a:t>持续治理业务脆弱性，防范风险于未然</a:t>
            </a:r>
            <a:endParaRPr lang="zh-CN" altLang="en-US" sz="1000" dirty="0">
              <a:solidFill>
                <a:sysClr val="windowText" lastClr="000000"/>
              </a:solidFill>
              <a:latin typeface="Arial" panose="020B0604020202020204" pitchFamily="34" charset="0"/>
              <a:ea typeface="黑体-简" panose="02000000000000000000" charset="-122"/>
              <a:cs typeface="黑体" panose="02010609060101010101" charset="-122"/>
              <a:sym typeface="+mn-ea"/>
            </a:endParaRPr>
          </a:p>
        </p:txBody>
      </p:sp>
      <p:sp>
        <p:nvSpPr>
          <p:cNvPr id="67" name="文本框 66"/>
          <p:cNvSpPr txBox="1"/>
          <p:nvPr/>
        </p:nvSpPr>
        <p:spPr>
          <a:xfrm>
            <a:off x="758190" y="1305560"/>
            <a:ext cx="1824355" cy="288290"/>
          </a:xfrm>
          <a:prstGeom prst="rect">
            <a:avLst/>
          </a:prstGeom>
          <a:noFill/>
        </p:spPr>
        <p:txBody>
          <a:bodyPr wrap="square" rtlCol="0" anchor="t" anchorCtr="0">
            <a:noAutofit/>
          </a:bodyPr>
          <a:lstStyle>
            <a:lvl1pPr marL="0" marR="0" indent="0" algn="l" defTabSz="825500" rtl="0" latinLnBrk="0">
              <a:lnSpc>
                <a:spcPct val="100000"/>
              </a:lnSpc>
              <a:spcBef>
                <a:spcPts val="0"/>
              </a:spcBef>
              <a:spcAft>
                <a:spcPts val="0"/>
              </a:spcAft>
              <a:buClrTx/>
              <a:buSzTx/>
              <a:buFontTx/>
              <a:buNone/>
              <a:defRPr sz="4000" b="1" i="0" u="none" strike="noStrike" cap="none" spc="0" baseline="0">
                <a:solidFill>
                  <a:srgbClr val="000000"/>
                </a:solidFill>
                <a:uFillTx/>
                <a:latin typeface="+mn-lt"/>
                <a:ea typeface="+mn-ea"/>
                <a:cs typeface="+mn-cs"/>
                <a:sym typeface="Helvetica Neue" panose="02000503000000020004"/>
              </a:defRPr>
            </a:lvl1pPr>
            <a:lvl2pPr marL="0" marR="0" indent="457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2pPr>
            <a:lvl3pPr marL="0" marR="0" indent="914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3pPr>
            <a:lvl4pPr marL="0" marR="0" indent="1371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4pPr>
            <a:lvl5pPr marL="0" marR="0" indent="18288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5pPr>
            <a:lvl6pPr marL="0" marR="0" indent="22860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6pPr>
            <a:lvl7pPr marL="0" marR="0" indent="27432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7pPr>
            <a:lvl8pPr marL="0" marR="0" indent="32004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8pPr>
            <a:lvl9pPr marL="0" marR="0" indent="3657600" algn="l" defTabSz="825500" rtl="0" latinLnBrk="0">
              <a:lnSpc>
                <a:spcPct val="100000"/>
              </a:lnSpc>
              <a:spcBef>
                <a:spcPts val="0"/>
              </a:spcBef>
              <a:spcAft>
                <a:spcPts val="0"/>
              </a:spcAft>
              <a:buClrTx/>
              <a:buSzTx/>
              <a:buFontTx/>
              <a:buNone/>
              <a:defRPr sz="5500" b="1" i="0" u="none" strike="noStrike" cap="none" spc="0" baseline="0">
                <a:solidFill>
                  <a:srgbClr val="000000"/>
                </a:solidFill>
                <a:uFillTx/>
                <a:latin typeface="+mn-lt"/>
                <a:ea typeface="+mn-ea"/>
                <a:cs typeface="+mn-cs"/>
                <a:sym typeface="Helvetica Neue" panose="02000503000000020004"/>
              </a:defRPr>
            </a:lvl9pPr>
          </a:lstStyle>
          <a:p>
            <a:pPr marL="28575" lvl="0" algn="l" defTabSz="2438400" eaLnBrk="0">
              <a:lnSpc>
                <a:spcPct val="98000"/>
              </a:lnSpc>
            </a:pPr>
            <a:r>
              <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rPr>
              <a:t>漏洞优先级梳理</a:t>
            </a:r>
            <a:endParaRPr lang="zh-CN" sz="1400" spc="30" dirty="0">
              <a:solidFill>
                <a:srgbClr val="204080">
                  <a:alpha val="100000"/>
                </a:srgbClr>
              </a:solidFill>
              <a:latin typeface="Arial" panose="020B0604020202020204" pitchFamily="34" charset="0"/>
              <a:ea typeface="黑体-简" panose="02000000000000000000" charset="-122"/>
              <a:cs typeface="黑体" panose="02010609060101010101" charset="-122"/>
              <a:sym typeface="+mn-ea"/>
            </a:endParaRPr>
          </a:p>
        </p:txBody>
      </p:sp>
      <p:grpSp>
        <p:nvGrpSpPr>
          <p:cNvPr id="68" name="组合 67"/>
          <p:cNvGrpSpPr/>
          <p:nvPr>
            <p:custDataLst>
              <p:tags r:id="rId3"/>
            </p:custDataLst>
          </p:nvPr>
        </p:nvGrpSpPr>
        <p:grpSpPr>
          <a:xfrm>
            <a:off x="759127" y="1745375"/>
            <a:ext cx="2744509" cy="399474"/>
            <a:chOff x="3275" y="5404"/>
            <a:chExt cx="8787" cy="1279"/>
          </a:xfrm>
        </p:grpSpPr>
        <p:sp>
          <p:nvSpPr>
            <p:cNvPr id="69" name="圆角矩形 14"/>
            <p:cNvSpPr/>
            <p:nvPr>
              <p:custDataLst>
                <p:tags r:id="rId4"/>
              </p:custDataLst>
            </p:nvPr>
          </p:nvSpPr>
          <p:spPr>
            <a:xfrm>
              <a:off x="3275" y="5498"/>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lIns="72072" tIns="0" rIns="72072" bIns="0" rtlCol="0" anchor="ctr"/>
            <a:p>
              <a:pPr marL="238125" algn="l" rtl="0" eaLnBrk="0">
                <a:lnSpc>
                  <a:spcPct val="100000"/>
                </a:lnSpc>
                <a:spcBef>
                  <a:spcPts val="215"/>
                </a:spcBef>
              </a:pPr>
              <a:r>
                <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rPr>
                <a:t>每季度扫描，优先级排序，提高管理效率</a:t>
              </a:r>
              <a:endParaRPr lang="zh-CN" altLang="en-US" sz="1000" kern="0" dirty="0">
                <a:ln>
                  <a:noFill/>
                  <a:prstDash val="sysDot"/>
                </a:ln>
                <a:solidFill>
                  <a:srgbClr val="2040A0">
                    <a:alpha val="100000"/>
                  </a:srgbClr>
                </a:solidFill>
                <a:uFillTx/>
                <a:latin typeface="Arial" panose="020B0604020202020204" pitchFamily="34" charset="0"/>
                <a:ea typeface="黑体-简" panose="02000000000000000000" charset="-122"/>
                <a:cs typeface="黑体" panose="02010609060101010101" charset="-122"/>
                <a:sym typeface="+mn-ea"/>
              </a:endParaRPr>
            </a:p>
          </p:txBody>
        </p:sp>
        <p:sp>
          <p:nvSpPr>
            <p:cNvPr id="70" name="圆角矩形 69"/>
            <p:cNvSpPr/>
            <p:nvPr>
              <p:custDataLst>
                <p:tags r:id="rId5"/>
              </p:custDataLst>
            </p:nvPr>
          </p:nvSpPr>
          <p:spPr>
            <a:xfrm>
              <a:off x="3636" y="5404"/>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1" name="组合 70"/>
          <p:cNvGrpSpPr/>
          <p:nvPr>
            <p:custDataLst>
              <p:tags r:id="rId6"/>
            </p:custDataLst>
          </p:nvPr>
        </p:nvGrpSpPr>
        <p:grpSpPr>
          <a:xfrm>
            <a:off x="758190" y="2262469"/>
            <a:ext cx="2744509" cy="403984"/>
            <a:chOff x="3275" y="7389"/>
            <a:chExt cx="8787" cy="1293"/>
          </a:xfrm>
        </p:grpSpPr>
        <p:sp>
          <p:nvSpPr>
            <p:cNvPr id="72" name="圆角矩形 14"/>
            <p:cNvSpPr/>
            <p:nvPr>
              <p:custDataLst>
                <p:tags r:id="rId7"/>
              </p:custDataLst>
            </p:nvPr>
          </p:nvSpPr>
          <p:spPr>
            <a:xfrm>
              <a:off x="3275" y="7497"/>
              <a:ext cx="8787" cy="1185"/>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050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互联网资产漏洞优先防护，高效降低被利用风险</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73" name="圆角矩形 72"/>
            <p:cNvSpPr/>
            <p:nvPr>
              <p:custDataLst>
                <p:tags r:id="rId8"/>
              </p:custDataLst>
            </p:nvPr>
          </p:nvSpPr>
          <p:spPr>
            <a:xfrm>
              <a:off x="3636" y="7389"/>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74" name="组合 73"/>
          <p:cNvGrpSpPr/>
          <p:nvPr>
            <p:custDataLst>
              <p:tags r:id="rId9"/>
            </p:custDataLst>
          </p:nvPr>
        </p:nvGrpSpPr>
        <p:grpSpPr>
          <a:xfrm>
            <a:off x="759127" y="2784227"/>
            <a:ext cx="2744509" cy="398520"/>
            <a:chOff x="3275" y="9388"/>
            <a:chExt cx="8787" cy="1276"/>
          </a:xfrm>
        </p:grpSpPr>
        <p:sp>
          <p:nvSpPr>
            <p:cNvPr id="78" name="圆角矩形 14"/>
            <p:cNvSpPr/>
            <p:nvPr>
              <p:custDataLst>
                <p:tags r:id="rId10"/>
              </p:custDataLst>
            </p:nvPr>
          </p:nvSpPr>
          <p:spPr>
            <a:xfrm>
              <a:off x="3275" y="9479"/>
              <a:ext cx="8787" cy="1185"/>
            </a:xfrm>
            <a:prstGeom prst="roundRect">
              <a:avLst>
                <a:gd name="adj" fmla="val 15982"/>
              </a:avLst>
            </a:prstGeom>
            <a:solidFill>
              <a:srgbClr val="4472C4">
                <a:lumMod val="60000"/>
                <a:lumOff val="40000"/>
                <a:alpha val="12000"/>
              </a:srgbClr>
            </a:solidFill>
            <a:ln w="9525" cap="flat" cmpd="sng" algn="ctr">
              <a:gradFill>
                <a:gsLst>
                  <a:gs pos="100000">
                    <a:srgbClr val="4472C4">
                      <a:alpha val="15000"/>
                    </a:srgbClr>
                  </a:gs>
                  <a:gs pos="0">
                    <a:srgbClr val="4472C4">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8125" algn="l" rtl="0" eaLnBrk="0">
                <a:lnSpc>
                  <a:spcPct val="100000"/>
                </a:lnSpc>
                <a:spcBef>
                  <a:spcPts val="215"/>
                </a:spcBef>
              </a:pPr>
              <a:r>
                <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无法防护的可利用漏洞优先修复，精准定位修复对象</a:t>
              </a:r>
              <a:endParaRPr lang="zh-CN" sz="1000" b="1" spc="8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0" name="圆角矩形 79"/>
            <p:cNvSpPr/>
            <p:nvPr>
              <p:custDataLst>
                <p:tags r:id="rId11"/>
              </p:custDataLst>
            </p:nvPr>
          </p:nvSpPr>
          <p:spPr>
            <a:xfrm>
              <a:off x="3636" y="9388"/>
              <a:ext cx="1108" cy="137"/>
            </a:xfrm>
            <a:prstGeom prst="roundRect">
              <a:avLst>
                <a:gd name="adj" fmla="val 50000"/>
              </a:avLst>
            </a:prstGeom>
            <a:gradFill>
              <a:gsLst>
                <a:gs pos="100000">
                  <a:srgbClr val="4472C4">
                    <a:lumMod val="60000"/>
                    <a:lumOff val="40000"/>
                    <a:alpha val="71000"/>
                  </a:srgbClr>
                </a:gs>
                <a:gs pos="0">
                  <a:srgbClr val="4472C4">
                    <a:alpha val="100000"/>
                  </a:srgbClr>
                </a:gs>
              </a:gsLst>
              <a:lin ang="0"/>
            </a:gradFill>
            <a:ln w="12700" cap="flat" cmpd="sng" algn="ctr">
              <a:noFill/>
              <a:prstDash val="solid"/>
              <a:miter lim="800000"/>
            </a:ln>
            <a:effectLst>
              <a:outerShdw blurRad="50800" dist="38100" dir="2700000" algn="tl" rotWithShape="0">
                <a:srgbClr val="4472C4">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grpSp>
        <p:nvGrpSpPr>
          <p:cNvPr id="82" name="组合 81"/>
          <p:cNvGrpSpPr/>
          <p:nvPr>
            <p:custDataLst>
              <p:tags r:id="rId12"/>
            </p:custDataLst>
          </p:nvPr>
        </p:nvGrpSpPr>
        <p:grpSpPr>
          <a:xfrm>
            <a:off x="758190" y="3300387"/>
            <a:ext cx="2744509" cy="374916"/>
            <a:chOff x="3275" y="11370"/>
            <a:chExt cx="8787" cy="1200"/>
          </a:xfrm>
        </p:grpSpPr>
        <p:sp>
          <p:nvSpPr>
            <p:cNvPr id="84" name="圆角矩形 14"/>
            <p:cNvSpPr/>
            <p:nvPr>
              <p:custDataLst>
                <p:tags r:id="rId13"/>
              </p:custDataLst>
            </p:nvPr>
          </p:nvSpPr>
          <p:spPr>
            <a:xfrm>
              <a:off x="3275" y="11442"/>
              <a:ext cx="8787" cy="1128"/>
            </a:xfrm>
            <a:prstGeom prst="roundRect">
              <a:avLst>
                <a:gd name="adj" fmla="val 15982"/>
              </a:avLst>
            </a:prstGeom>
            <a:solidFill>
              <a:srgbClr val="70AD47">
                <a:lumMod val="60000"/>
                <a:lumOff val="40000"/>
                <a:alpha val="12000"/>
              </a:srgbClr>
            </a:solidFill>
            <a:ln w="9525" cap="flat" cmpd="sng" algn="ctr">
              <a:gradFill>
                <a:gsLst>
                  <a:gs pos="100000">
                    <a:srgbClr val="70AD47">
                      <a:alpha val="15000"/>
                    </a:srgbClr>
                  </a:gs>
                  <a:gs pos="0">
                    <a:srgbClr val="70AD47">
                      <a:alpha val="60000"/>
                    </a:srgbClr>
                  </a:gs>
                </a:gsLst>
                <a:path path="circle">
                  <a:fillToRect l="50000" t="50000" r="50000" b="50000"/>
                </a:path>
                <a:tileRect/>
              </a:gradFill>
              <a:prstDash val="solid"/>
              <a:miter lim="800000"/>
            </a:ln>
            <a:effectLst>
              <a:outerShdw blurRad="444500" dist="38100" dir="2700000" algn="tl" rotWithShape="0">
                <a:prstClr val="black">
                  <a:alpha val="7000"/>
                </a:prstClr>
              </a:outerShdw>
            </a:effectLst>
          </p:spPr>
          <p:style>
            <a:lnRef idx="2">
              <a:srgbClr val="5B9BD5">
                <a:lumMod val="75000"/>
              </a:srgbClr>
            </a:lnRef>
            <a:fillRef idx="1">
              <a:srgbClr val="5B9BD5"/>
            </a:fillRef>
            <a:effectRef idx="0">
              <a:srgbClr val="FFFFFF"/>
            </a:effectRef>
            <a:fontRef idx="minor">
              <a:sysClr val="window" lastClr="FFFFFF"/>
            </a:fontRef>
          </p:style>
          <p:txBody>
            <a:bodyPr vertOverflow="overflow" horzOverflow="overflow" vert="horz" wrap="square" lIns="72072" tIns="0" rIns="72072" bIns="0" numCol="1" spcCol="0" rtlCol="0" fromWordArt="0" anchor="ctr" anchorCtr="0" forceAA="0" compatLnSpc="1">
              <a:noAutofit/>
            </a:bodyPr>
            <a:p>
              <a:pPr marL="231775" algn="l" rtl="0" eaLnBrk="0">
                <a:lnSpc>
                  <a:spcPct val="100000"/>
                </a:lnSpc>
                <a:spcBef>
                  <a:spcPts val="220"/>
                </a:spcBef>
              </a:pPr>
              <a:r>
                <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rPr>
                <a:t>关联威胁监测，无法修复的漏洞一旦发生被利用可快速发现和遏制</a:t>
              </a:r>
              <a:endParaRPr lang="zh-CN" sz="1000" b="1" spc="50" dirty="0">
                <a:solidFill>
                  <a:srgbClr val="000000">
                    <a:alpha val="100000"/>
                  </a:srgbClr>
                </a:solidFill>
                <a:latin typeface="Arial" panose="020B0604020202020204" pitchFamily="34" charset="0"/>
                <a:ea typeface="黑体-简" panose="02000000000000000000" charset="-122"/>
                <a:cs typeface="宋体" panose="02010600030101010101" pitchFamily="2" charset="-122"/>
                <a:sym typeface="+mn-ea"/>
              </a:endParaRPr>
            </a:p>
          </p:txBody>
        </p:sp>
        <p:sp>
          <p:nvSpPr>
            <p:cNvPr id="88" name="圆角矩形 87"/>
            <p:cNvSpPr/>
            <p:nvPr>
              <p:custDataLst>
                <p:tags r:id="rId14"/>
              </p:custDataLst>
            </p:nvPr>
          </p:nvSpPr>
          <p:spPr>
            <a:xfrm>
              <a:off x="3636" y="11370"/>
              <a:ext cx="1108" cy="137"/>
            </a:xfrm>
            <a:prstGeom prst="roundRect">
              <a:avLst>
                <a:gd name="adj" fmla="val 50000"/>
              </a:avLst>
            </a:prstGeom>
            <a:gradFill>
              <a:gsLst>
                <a:gs pos="100000">
                  <a:srgbClr val="70AD47">
                    <a:lumMod val="60000"/>
                    <a:lumOff val="40000"/>
                    <a:alpha val="71000"/>
                  </a:srgbClr>
                </a:gs>
                <a:gs pos="0">
                  <a:srgbClr val="70AD47">
                    <a:alpha val="100000"/>
                  </a:srgbClr>
                </a:gs>
              </a:gsLst>
              <a:lin ang="0"/>
            </a:gradFill>
            <a:ln w="12700" cap="flat" cmpd="sng" algn="ctr">
              <a:noFill/>
              <a:prstDash val="solid"/>
              <a:miter lim="800000"/>
            </a:ln>
            <a:effectLst>
              <a:outerShdw blurRad="50800" dist="38100" dir="2700000" algn="tl" rotWithShape="0">
                <a:srgbClr val="70AD47">
                  <a:lumMod val="75000"/>
                  <a:alpha val="20000"/>
                </a:srgbClr>
              </a:outerShdw>
            </a:effectLst>
          </p:spPr>
          <p:style>
            <a:lnRef idx="2">
              <a:srgbClr val="5B9BD5">
                <a:lumMod val="75000"/>
              </a:srgbClr>
            </a:lnRef>
            <a:fillRef idx="1">
              <a:srgbClr val="5B9BD5"/>
            </a:fillRef>
            <a:effectRef idx="0">
              <a:srgbClr val="FFFFFF"/>
            </a:effectRef>
            <a:fontRef idx="minor">
              <a:sysClr val="window" lastClr="FFFFFF"/>
            </a:fontRef>
          </p:style>
          <p:txBody>
            <a:bodyPr rtlCol="0" anchor="ctr"/>
            <a:p>
              <a:pPr algn="ctr"/>
              <a:endParaRPr lang="zh-CN" altLang="en-US" sz="900">
                <a:solidFill>
                  <a:sysClr val="window" lastClr="FFFFFF"/>
                </a:solidFill>
              </a:endParaRPr>
            </a:p>
          </p:txBody>
        </p:sp>
      </p:grpSp>
      <p:sp>
        <p:nvSpPr>
          <p:cNvPr id="115" name="文本框 114"/>
          <p:cNvSpPr txBox="1"/>
          <p:nvPr/>
        </p:nvSpPr>
        <p:spPr>
          <a:xfrm>
            <a:off x="648335" y="6067425"/>
            <a:ext cx="10999470" cy="617855"/>
          </a:xfrm>
          <a:prstGeom prst="rect">
            <a:avLst/>
          </a:prstGeom>
          <a:solidFill>
            <a:sysClr val="window" lastClr="FFFFFF">
              <a:lumMod val="95000"/>
            </a:sysClr>
          </a:solidFill>
        </p:spPr>
        <p:txBody>
          <a:bodyPr wrap="square" rtlCol="0">
            <a:noAutofit/>
          </a:bodyPr>
          <a:p>
            <a:endParaRPr lang="zh-CN" altLang="en-US" sz="2400"/>
          </a:p>
        </p:txBody>
      </p:sp>
      <p:sp>
        <p:nvSpPr>
          <p:cNvPr id="122" name="文本框 121"/>
          <p:cNvSpPr txBox="1"/>
          <p:nvPr/>
        </p:nvSpPr>
        <p:spPr>
          <a:xfrm>
            <a:off x="871855" y="6087745"/>
            <a:ext cx="10774680" cy="600075"/>
          </a:xfrm>
          <a:prstGeom prst="rect">
            <a:avLst/>
          </a:prstGeom>
          <a:noFill/>
        </p:spPr>
        <p:txBody>
          <a:bodyPr wrap="square" rtlCol="0" anchor="t">
            <a:noAutofit/>
          </a:bodyPr>
          <a:p>
            <a:pPr marL="133350" algn="l" rtl="0" eaLnBrk="0">
              <a:lnSpc>
                <a:spcPct val="150000"/>
              </a:lnSpc>
              <a:spcBef>
                <a:spcPts val="5"/>
              </a:spcBef>
            </a:pPr>
            <a:r>
              <a:rPr lang="zh-CN" sz="1000" spc="20" dirty="0">
                <a:solidFill>
                  <a:srgbClr val="204090">
                    <a:alpha val="100000"/>
                  </a:srgbClr>
                </a:solidFill>
                <a:latin typeface="黑体" panose="02010609060101010101" charset="-122"/>
                <a:ea typeface="黑体" panose="02010609060101010101" charset="-122"/>
                <a:cs typeface="黑体" panose="02010609060101010101" charset="-122"/>
                <a:sym typeface="+mn-ea"/>
              </a:rPr>
              <a:t>风险预防总结</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开展</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{{vulnerability_scan_count}</a:t>
            </a:r>
            <a:r>
              <a:rPr lang="en-US" altLang="zh-CN" sz="1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sz="1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漏洞扫描，提前发现并修复高风险漏洞，通过端、边分层防护，阻断潜在攻击路径，对未发生漏洞利用成功事件起到了先决的支撑</a:t>
            </a:r>
            <a:r>
              <a:rPr lang="zh-CN" altLang="en-US"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作用；</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通过</a:t>
            </a:r>
            <a:r>
              <a:rPr lang="zh-CN"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持续的漏洞闭环管理</a:t>
            </a:r>
            <a:r>
              <a:rPr sz="1000" spc="20" dirty="0">
                <a:solidFill>
                  <a:srgbClr val="000000">
                    <a:alpha val="100000"/>
                  </a:srgbClr>
                </a:solidFill>
                <a:latin typeface="黑体" panose="02010609060101010101" charset="-122"/>
                <a:ea typeface="黑体" panose="02010609060101010101" charset="-122"/>
                <a:cs typeface="黑体" panose="02010609060101010101" charset="-122"/>
                <a:sym typeface="+mn-ea"/>
              </a:rPr>
              <a:t>支撑合规自查，降低监管通报风</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险，避免</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了企业</a:t>
            </a:r>
            <a:r>
              <a:rPr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声誉受损</a:t>
            </a:r>
            <a:r>
              <a:rPr lang="zh-CN" sz="100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8" name="文本框 57"/>
          <p:cNvSpPr txBox="1"/>
          <p:nvPr/>
        </p:nvSpPr>
        <p:spPr>
          <a:xfrm>
            <a:off x="647700" y="3895090"/>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漏洞类型分布</a:t>
            </a:r>
            <a:endParaRPr kumimoji="0" lang="zh-CN" altLang="en-US" sz="1400" b="1" i="0" u="none" strike="noStrike" cap="none" spc="-60" normalizeH="0" baseline="0" dirty="0">
              <a:ln>
                <a:noFill/>
              </a:ln>
              <a:solidFill>
                <a:srgbClr val="204090">
                  <a:alpha val="100000"/>
                </a:srgbClr>
              </a:solidFill>
              <a:effectLst/>
              <a:uFillTx/>
              <a:latin typeface="Arial" panose="020B0604020202020204" pitchFamily="34" charset="0"/>
              <a:ea typeface="黑体-简" panose="02000000000000000000" charset="-122"/>
              <a:cs typeface="黑体" panose="02010609060101010101" charset="-122"/>
              <a:sym typeface="+mn-ea"/>
            </a:endParaRPr>
          </a:p>
        </p:txBody>
      </p:sp>
      <p:graphicFrame>
        <p:nvGraphicFramePr>
          <p:cNvPr id="5" name="图表 4" descr="7b0a202020202263686172745265734964223a20223230323931393734220a7d0a"/>
          <p:cNvGraphicFramePr/>
          <p:nvPr/>
        </p:nvGraphicFramePr>
        <p:xfrm>
          <a:off x="647700" y="4129723"/>
          <a:ext cx="3010535" cy="1836420"/>
        </p:xfrm>
        <a:graphic>
          <a:graphicData uri="http://schemas.openxmlformats.org/drawingml/2006/chart">
            <c:chart xmlns:c="http://schemas.openxmlformats.org/drawingml/2006/chart" xmlns:r="http://schemas.openxmlformats.org/officeDocument/2006/relationships" r:id="rId1"/>
          </a:graphicData>
        </a:graphic>
      </p:graphicFrame>
      <p:pic>
        <p:nvPicPr>
          <p:cNvPr id="2" name="图片 1" descr="深信服 + 智安全"/>
          <p:cNvPicPr>
            <a:picLocks noChangeAspect="1"/>
          </p:cNvPicPr>
          <p:nvPr/>
        </p:nvPicPr>
        <p:blipFill>
          <a:blip r:embed="rId15"/>
          <a:srcRect l="5232" t="26576" r="4938" b="29565"/>
          <a:stretch>
            <a:fillRect/>
          </a:stretch>
        </p:blipFill>
        <p:spPr>
          <a:xfrm>
            <a:off x="10017125" y="238760"/>
            <a:ext cx="1629867" cy="360000"/>
          </a:xfrm>
          <a:prstGeom prst="rect">
            <a:avLst/>
          </a:prstGeom>
        </p:spPr>
      </p:pic>
      <p:sp>
        <p:nvSpPr>
          <p:cNvPr id="10" name="文本框 9"/>
          <p:cNvSpPr txBox="1"/>
          <p:nvPr/>
        </p:nvSpPr>
        <p:spPr>
          <a:xfrm>
            <a:off x="3850640" y="2713355"/>
            <a:ext cx="7796530" cy="1087755"/>
          </a:xfrm>
          <a:prstGeom prst="rect">
            <a:avLst/>
          </a:prstGeom>
          <a:solidFill>
            <a:srgbClr val="EAEEF1"/>
          </a:solidFill>
        </p:spPr>
        <p:txBody>
          <a:bodyPr wrap="square" rtlCol="0" anchor="t">
            <a:noAutofit/>
          </a:bodyPr>
          <a:p>
            <a:pPr marL="11430" algn="l" rtl="0" eaLnBrk="0">
              <a:lnSpc>
                <a:spcPct val="99000"/>
              </a:lnSpc>
            </a:pPr>
            <a:endParaRPr lang="zh-CN" sz="900" kern="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Text 2"/>
          <p:cNvSpPr/>
          <p:nvPr/>
        </p:nvSpPr>
        <p:spPr>
          <a:xfrm>
            <a:off x="3948430" y="2794000"/>
            <a:ext cx="7519035" cy="949325"/>
          </a:xfrm>
          <a:prstGeom prst="rect">
            <a:avLst/>
          </a:prstGeom>
          <a:noFill/>
        </p:spPr>
        <p:txBody>
          <a:bodyPr wrap="square" lIns="0" tIns="0" rIns="0" bIns="0" rtlCol="0" anchor="t"/>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rPr>
              <a:t>暴露面风险：</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对</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sym typeface="+mn-ea"/>
              </a:rPr>
              <a:t>互联网</a:t>
            </a:r>
            <a:r>
              <a:rPr lang="zh-CN" altLang="en-US" sz="1000" dirty="0">
                <a:solidFill>
                  <a:schemeClr val="tx1"/>
                </a:solidFill>
                <a:latin typeface="Arial" panose="020B0604020202020204" pitchFamily="34" charset="0"/>
                <a:ea typeface="黑体-简" panose="02000000000000000000" charset="-122"/>
                <a:cs typeface="微软雅黑" panose="020B0503020204020204" pitchFamily="34" charset="-120"/>
              </a:rPr>
              <a:t>暴</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露面进行扫描，总共发现开放的互联网</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IP</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{{internet_ip_count}}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个，可访问端口</a:t>
            </a:r>
            <a:r>
              <a:rPr lang="en-US" altLang="zh-CN" sz="1000" dirty="0">
                <a:solidFill>
                  <a:srgbClr val="14161A"/>
                </a:solidFill>
                <a:latin typeface="Arial" panose="020B0604020202020204" pitchFamily="34" charset="0"/>
                <a:ea typeface="黑体-简" panose="02000000000000000000" charset="-122"/>
                <a:cs typeface="微软雅黑" panose="020B0503020204020204" pitchFamily="34" charset="-120"/>
              </a:rPr>
              <a:t>{</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{internet_port_count}}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个；其中高危端口开放</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{{exposed_risk_port_count}}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个，高危可利用漏洞</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rPr>
              <a:t>{{external_network_asset_vulnerability_count}}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endParaRPr>
          </a:p>
          <a:p>
            <a:pPr marL="101600" indent="-101600" algn="l">
              <a:lnSpc>
                <a:spcPct val="150000"/>
              </a:lnSpc>
              <a:buSzPct val="100000"/>
              <a:buChar char="•"/>
            </a:pPr>
            <a:r>
              <a:rPr lang="zh-CN" altLang="en-US" sz="1000" b="1"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内网漏洞风险梳理</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：未对互联网映射的服务器网段识别到</a:t>
            </a:r>
            <a:r>
              <a:rPr lang="en-US" sz="1000" dirty="0">
                <a:solidFill>
                  <a:srgbClr val="365FD9"/>
                </a:solidFill>
                <a:latin typeface="Arial" panose="020B0604020202020204" pitchFamily="34" charset="0"/>
                <a:ea typeface="黑体-简" panose="02000000000000000000" charset="-122"/>
                <a:cs typeface="微软雅黑" panose="020B0503020204020204" pitchFamily="34" charset="-120"/>
                <a:sym typeface="+mn-ea"/>
              </a:rPr>
              <a:t> </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{{server_asset_count}}</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存活资产</a:t>
            </a:r>
            <a:r>
              <a:rPr 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对托管服务范围内的</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{{mss_service_asset_count}}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个服务器识别到</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{{total_vulnerability_count}}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个安全漏洞，累计已防护</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{{protected_vulnerability_count}}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个安全漏洞，已修复</a:t>
            </a:r>
            <a:r>
              <a:rPr lang="en-US" altLang="zh-CN" sz="1000" dirty="0">
                <a:solidFill>
                  <a:srgbClr val="4C61E7"/>
                </a:solidFill>
                <a:latin typeface="Arial" panose="020B0604020202020204" pitchFamily="34" charset="0"/>
                <a:ea typeface="黑体-简" panose="02000000000000000000" charset="-122"/>
                <a:cs typeface="微软雅黑" panose="020B0503020204020204" pitchFamily="34" charset="-120"/>
                <a:sym typeface="+mn-ea"/>
              </a:rPr>
              <a:t>{{fixed_vulnerability_count}}</a:t>
            </a:r>
            <a:r>
              <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sym typeface="+mn-ea"/>
              </a:rPr>
              <a:t>个安全漏洞；</a:t>
            </a: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a:p>
            <a:pPr marL="101600" indent="-101600" algn="l">
              <a:lnSpc>
                <a:spcPct val="150000"/>
              </a:lnSpc>
              <a:buSzPct val="100000"/>
              <a:buChar char="•"/>
            </a:pPr>
            <a:endParaRPr lang="zh-CN" altLang="en-US" sz="1000" dirty="0">
              <a:solidFill>
                <a:srgbClr val="14161A"/>
              </a:solidFill>
              <a:latin typeface="Arial" panose="020B0604020202020204" pitchFamily="34" charset="0"/>
              <a:ea typeface="黑体-简" panose="02000000000000000000" charset="-122"/>
              <a:cs typeface="微软雅黑" panose="020B0503020204020204" pitchFamily="34" charset="-120"/>
            </a:endParaRPr>
          </a:p>
        </p:txBody>
      </p:sp>
      <p:sp>
        <p:nvSpPr>
          <p:cNvPr id="4" name="文本框 3"/>
          <p:cNvSpPr txBox="1"/>
          <p:nvPr/>
        </p:nvSpPr>
        <p:spPr>
          <a:xfrm>
            <a:off x="4023360" y="3896995"/>
            <a:ext cx="1506220"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rPr>
              <a:t>漏洞风险趋势</a:t>
            </a:r>
            <a:endParaRPr lang="zh-CN" sz="1400" b="1" spc="-60" dirty="0">
              <a:solidFill>
                <a:srgbClr val="204090">
                  <a:alpha val="100000"/>
                </a:srgbClr>
              </a:solidFill>
              <a:latin typeface="Arial" panose="020B0604020202020204" pitchFamily="34" charset="0"/>
              <a:ea typeface="黑体-简" panose="02000000000000000000" charset="-122"/>
              <a:cs typeface="黑体" panose="02010609060101010101" charset="-122"/>
              <a:sym typeface="+mn-ea"/>
            </a:endParaRPr>
          </a:p>
        </p:txBody>
      </p:sp>
      <p:graphicFrame>
        <p:nvGraphicFramePr>
          <p:cNvPr id="9" name="图表 8"/>
          <p:cNvGraphicFramePr/>
          <p:nvPr/>
        </p:nvGraphicFramePr>
        <p:xfrm>
          <a:off x="3848735" y="4180205"/>
          <a:ext cx="7797165" cy="1779905"/>
        </p:xfrm>
        <a:graphic>
          <a:graphicData uri="http://schemas.openxmlformats.org/drawingml/2006/chart">
            <c:chart xmlns:c="http://schemas.openxmlformats.org/drawingml/2006/chart" xmlns:r="http://schemas.openxmlformats.org/officeDocument/2006/relationships" r:id="rId2"/>
          </a:graphicData>
        </a:graphic>
      </p:graphicFrame>
      <p:sp>
        <p:nvSpPr>
          <p:cNvPr id="15" name="文本框 14"/>
          <p:cNvSpPr txBox="1"/>
          <p:nvPr/>
        </p:nvSpPr>
        <p:spPr>
          <a:xfrm>
            <a:off x="701040" y="4262755"/>
            <a:ext cx="6096000" cy="368300"/>
          </a:xfrm>
          <a:prstGeom prst="rect">
            <a:avLst/>
          </a:prstGeom>
          <a:noFill/>
        </p:spPr>
        <p:txBody>
          <a:bodyPr wrap="square" rtlCol="0" anchor="t">
            <a:spAutoFit/>
          </a:bodyPr>
          <a:p>
            <a:r>
              <a:rPr lang="zh-CN" altLang="en-US">
                <a:sym typeface="+mn-ea"/>
              </a:rPr>
              <a:t>{{</a:t>
            </a:r>
            <a:r>
              <a:rPr lang="en-US" altLang="zh-CN">
                <a:sym typeface="+mn-ea"/>
              </a:rPr>
              <a:t>P26_pie</a:t>
            </a:r>
            <a:r>
              <a:rPr lang="zh-CN" altLang="en-US">
                <a:sym typeface="+mn-ea"/>
              </a:rPr>
              <a:t>}}</a:t>
            </a:r>
            <a:endParaRPr lang="zh-CN" altLang="en-US">
              <a:sym typeface="+mn-ea"/>
            </a:endParaRPr>
          </a:p>
        </p:txBody>
      </p:sp>
      <p:grpSp>
        <p:nvGrpSpPr>
          <p:cNvPr id="36" name="组合 35"/>
          <p:cNvGrpSpPr/>
          <p:nvPr/>
        </p:nvGrpSpPr>
        <p:grpSpPr>
          <a:xfrm>
            <a:off x="3930650" y="1732915"/>
            <a:ext cx="1896745" cy="688340"/>
            <a:chOff x="12788" y="6575"/>
            <a:chExt cx="5974" cy="2168"/>
          </a:xfrm>
        </p:grpSpPr>
        <p:sp>
          <p:nvSpPr>
            <p:cNvPr id="37" name="文本框 36"/>
            <p:cNvSpPr txBox="1"/>
            <p:nvPr/>
          </p:nvSpPr>
          <p:spPr>
            <a:xfrm>
              <a:off x="13504" y="657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a:t>
              </a: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分析</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38" name="文本框 37"/>
            <p:cNvSpPr txBox="1"/>
            <p:nvPr/>
          </p:nvSpPr>
          <p:spPr>
            <a:xfrm>
              <a:off x="12788" y="7483"/>
              <a:ext cx="597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39" name="文本框 38"/>
            <p:cNvSpPr txBox="1"/>
            <p:nvPr/>
          </p:nvSpPr>
          <p:spPr>
            <a:xfrm>
              <a:off x="13504" y="8175"/>
              <a:ext cx="4500" cy="568"/>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100%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验证可利用性</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0" name="组合 39"/>
          <p:cNvGrpSpPr/>
          <p:nvPr/>
        </p:nvGrpSpPr>
        <p:grpSpPr>
          <a:xfrm>
            <a:off x="5751830" y="1732915"/>
            <a:ext cx="2358390" cy="688340"/>
            <a:chOff x="17210" y="6575"/>
            <a:chExt cx="7428" cy="2168"/>
          </a:xfrm>
        </p:grpSpPr>
        <p:sp>
          <p:nvSpPr>
            <p:cNvPr id="41" name="文本框 40"/>
            <p:cNvSpPr txBox="1"/>
            <p:nvPr/>
          </p:nvSpPr>
          <p:spPr>
            <a:xfrm>
              <a:off x="18536" y="6575"/>
              <a:ext cx="4499" cy="567"/>
            </a:xfrm>
            <a:prstGeom prst="rect">
              <a:avLst/>
            </a:prstGeom>
            <a:noFill/>
          </p:spPr>
          <p:txBody>
            <a:bodyPr wrap="square" rtlCol="0" anchor="ctr" anchorCtr="0">
              <a:noAutofit/>
            </a:bodyPr>
            <a:p>
              <a:pPr algn="ctr" rtl="0" eaLnBrk="0">
                <a:lnSpc>
                  <a:spcPct val="127000"/>
                </a:lnSpc>
              </a:pPr>
              <a:r>
                <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外部风险收敛</a:t>
              </a:r>
              <a:endParaRPr lang="zh-CN" altLang="en-US"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2" name="文本框 41"/>
            <p:cNvSpPr txBox="1"/>
            <p:nvPr/>
          </p:nvSpPr>
          <p:spPr>
            <a:xfrm>
              <a:off x="17210" y="7483"/>
              <a:ext cx="7428"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t>
              </a: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{closed_loop_external_asset_vulnerability_count}}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3" name="文本框 42"/>
            <p:cNvSpPr txBox="1"/>
            <p:nvPr/>
          </p:nvSpPr>
          <p:spPr>
            <a:xfrm>
              <a:off x="18632" y="8175"/>
              <a:ext cx="4536" cy="568"/>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及时发现和收敛外部风险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4" name="组合 43"/>
          <p:cNvGrpSpPr/>
          <p:nvPr/>
        </p:nvGrpSpPr>
        <p:grpSpPr>
          <a:xfrm>
            <a:off x="7980680" y="1727518"/>
            <a:ext cx="1979296" cy="688023"/>
            <a:chOff x="22583" y="6585"/>
            <a:chExt cx="6234" cy="2167"/>
          </a:xfrm>
        </p:grpSpPr>
        <p:sp>
          <p:nvSpPr>
            <p:cNvPr id="45" name="文本框 44"/>
            <p:cNvSpPr txBox="1"/>
            <p:nvPr/>
          </p:nvSpPr>
          <p:spPr>
            <a:xfrm>
              <a:off x="23235" y="6585"/>
              <a:ext cx="4499" cy="567"/>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管理员弱密码</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6" name="文本框 45"/>
            <p:cNvSpPr txBox="1"/>
            <p:nvPr/>
          </p:nvSpPr>
          <p:spPr>
            <a:xfrm>
              <a:off x="22583" y="7493"/>
              <a:ext cx="6234"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{{admin_weak_password_count}}</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47" name="文本框 46"/>
            <p:cNvSpPr txBox="1"/>
            <p:nvPr/>
          </p:nvSpPr>
          <p:spPr>
            <a:xfrm>
              <a:off x="23299" y="8185"/>
              <a:ext cx="4499" cy="567"/>
            </a:xfrm>
            <a:prstGeom prst="rect">
              <a:avLst/>
            </a:prstGeom>
            <a:noFill/>
          </p:spPr>
          <p:txBody>
            <a:bodyPr wrap="square" rtlCol="0" anchor="ctr" anchorCtr="0">
              <a:noAutofit/>
            </a:bodyPr>
            <a:p>
              <a:pPr algn="ctr" rtl="0" eaLnBrk="0">
                <a:lnSpc>
                  <a:spcPct val="127000"/>
                </a:lnSpc>
              </a:pP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降低业务风险</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grpSp>
        <p:nvGrpSpPr>
          <p:cNvPr id="48" name="组合 47"/>
          <p:cNvGrpSpPr/>
          <p:nvPr/>
        </p:nvGrpSpPr>
        <p:grpSpPr>
          <a:xfrm>
            <a:off x="9989820" y="1727835"/>
            <a:ext cx="1884680" cy="693420"/>
            <a:chOff x="29848" y="6559"/>
            <a:chExt cx="5957" cy="2183"/>
          </a:xfrm>
        </p:grpSpPr>
        <p:sp>
          <p:nvSpPr>
            <p:cNvPr id="49" name="文本框 48"/>
            <p:cNvSpPr txBox="1"/>
            <p:nvPr/>
          </p:nvSpPr>
          <p:spPr>
            <a:xfrm>
              <a:off x="30013" y="6559"/>
              <a:ext cx="5191" cy="584"/>
            </a:xfrm>
            <a:prstGeom prst="rect">
              <a:avLst/>
            </a:prstGeom>
            <a:noFill/>
          </p:spPr>
          <p:txBody>
            <a:bodyPr wrap="square" rtlCol="0" anchor="ctr" anchorCtr="0">
              <a:noAutofit/>
            </a:bodyPr>
            <a:p>
              <a:pPr algn="ctr" rtl="0" eaLnBrk="0">
                <a:lnSpc>
                  <a:spcPct val="127000"/>
                </a:lnSpc>
              </a:pPr>
              <a:r>
                <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高危可利用漏洞闭环率</a:t>
              </a:r>
              <a:endParaRPr lang="zh-CN" sz="900" kern="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0" name="文本框 49"/>
            <p:cNvSpPr txBox="1"/>
            <p:nvPr/>
          </p:nvSpPr>
          <p:spPr>
            <a:xfrm>
              <a:off x="29848" y="7473"/>
              <a:ext cx="5957" cy="984"/>
            </a:xfrm>
            <a:prstGeom prst="rect">
              <a:avLst/>
            </a:prstGeom>
            <a:noFill/>
          </p:spPr>
          <p:txBody>
            <a:bodyPr wrap="square" rtlCol="0" anchor="ctr" anchorCtr="0">
              <a:noAutofit/>
            </a:bodyPr>
            <a:p>
              <a:pPr marL="0" algn="ctr" rtl="0" eaLnBrk="0">
                <a:lnSpc>
                  <a:spcPct val="76000"/>
                </a:lnSpc>
                <a:spcBef>
                  <a:spcPts val="520"/>
                </a:spcBef>
              </a:pPr>
              <a:r>
                <a:rPr lang="en-US" altLang="zh-CN"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{{high_risk_exploitable_vulnerability_closure_rate}}</a:t>
              </a:r>
              <a:r>
                <a:rPr lang="en-US" sz="20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endParaRPr lang="en-US" sz="2000" b="1" kern="0" spc="-20" dirty="0">
                <a:solidFill>
                  <a:srgbClr val="2040C0">
                    <a:alpha val="100000"/>
                  </a:srgbClr>
                </a:solidFill>
                <a:latin typeface="Times New Roman" panose="02020603050405020304"/>
                <a:ea typeface="Times New Roman" panose="02020603050405020304"/>
                <a:cs typeface="Times New Roman" panose="02020603050405020304"/>
                <a:sym typeface="+mn-ea"/>
              </a:endParaRPr>
            </a:p>
          </p:txBody>
        </p:sp>
        <p:sp>
          <p:nvSpPr>
            <p:cNvPr id="52" name="文本框 51"/>
            <p:cNvSpPr txBox="1"/>
            <p:nvPr/>
          </p:nvSpPr>
          <p:spPr>
            <a:xfrm>
              <a:off x="30517" y="8175"/>
              <a:ext cx="4499" cy="567"/>
            </a:xfrm>
            <a:prstGeom prst="rect">
              <a:avLst/>
            </a:prstGeom>
            <a:noFill/>
          </p:spPr>
          <p:txBody>
            <a:bodyPr wrap="square" rtlCol="0" anchor="ctr" anchorCtr="0">
              <a:noAutofit/>
            </a:bodyPr>
            <a:p>
              <a:pPr algn="ctr" rtl="0" eaLnBrk="0">
                <a:lnSpc>
                  <a:spcPct val="127000"/>
                </a:lnSpc>
              </a:pPr>
              <a:r>
                <a:rPr lang="en-US" altLang="zh-CN"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0</a:t>
              </a:r>
              <a:r>
                <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rPr>
                <a:t>漏洞利用成功事故</a:t>
              </a:r>
              <a:endParaRPr lang="zh-CN" altLang="en-US" sz="700" kern="0" spc="120" dirty="0">
                <a:solidFill>
                  <a:srgbClr val="00B050">
                    <a:alpha val="100000"/>
                  </a:srgbClr>
                </a:solidFill>
                <a:latin typeface="黑体" panose="02010609060101010101" charset="-122"/>
                <a:ea typeface="黑体" panose="02010609060101010101" charset="-122"/>
                <a:cs typeface="黑体" panose="02010609060101010101" charset="-122"/>
                <a:sym typeface="+mn-ea"/>
              </a:endParaRPr>
            </a:p>
          </p:txBody>
        </p:sp>
      </p:grpSp>
      <p:pic>
        <p:nvPicPr>
          <p:cNvPr id="53" name="图片 52" descr="APP漏扫"/>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4691698" y="1270318"/>
            <a:ext cx="360000" cy="360000"/>
          </a:xfrm>
          <a:prstGeom prst="rect">
            <a:avLst/>
          </a:prstGeom>
        </p:spPr>
      </p:pic>
      <p:pic>
        <p:nvPicPr>
          <p:cNvPr id="54" name="图片 53" descr="项目风险"/>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6706870" y="1270318"/>
            <a:ext cx="360000" cy="360000"/>
          </a:xfrm>
          <a:prstGeom prst="rect">
            <a:avLst/>
          </a:prstGeom>
        </p:spPr>
      </p:pic>
      <p:pic>
        <p:nvPicPr>
          <p:cNvPr id="55" name="图片 54" descr="项目风险"/>
          <p:cNvPicPr>
            <a:picLocks noChangeAspect="1"/>
          </p:cNvPicPr>
          <p:nvPr/>
        </p:nvPicPr>
        <p:blipFill>
          <a:blip r:embed="rId20">
            <a:extLst>
              <a:ext uri="{96DAC541-7B7A-43D3-8B79-37D633B846F1}">
                <asvg:svgBlip xmlns:asvg="http://schemas.microsoft.com/office/drawing/2016/SVG/main" r:embed="rId21"/>
              </a:ext>
            </a:extLst>
          </a:blip>
          <a:stretch>
            <a:fillRect/>
          </a:stretch>
        </p:blipFill>
        <p:spPr>
          <a:xfrm>
            <a:off x="8721725" y="1270318"/>
            <a:ext cx="360000" cy="360000"/>
          </a:xfrm>
          <a:prstGeom prst="rect">
            <a:avLst/>
          </a:prstGeom>
        </p:spPr>
      </p:pic>
      <p:pic>
        <p:nvPicPr>
          <p:cNvPr id="56" name="图片 55" descr="已办事项"/>
          <p:cNvPicPr>
            <a:picLocks noChangeAspect="1"/>
          </p:cNvPicPr>
          <p:nvPr/>
        </p:nvPicPr>
        <p:blipFill>
          <a:blip r:embed="rId22">
            <a:extLst>
              <a:ext uri="{96DAC541-7B7A-43D3-8B79-37D633B846F1}">
                <asvg:svgBlip xmlns:asvg="http://schemas.microsoft.com/office/drawing/2016/SVG/main" r:embed="rId23"/>
              </a:ext>
            </a:extLst>
          </a:blip>
          <a:stretch>
            <a:fillRect/>
          </a:stretch>
        </p:blipFill>
        <p:spPr>
          <a:xfrm>
            <a:off x="10737533" y="1270318"/>
            <a:ext cx="360000" cy="360000"/>
          </a:xfrm>
          <a:prstGeom prst="rect">
            <a:avLst/>
          </a:prstGeom>
        </p:spPr>
      </p:pic>
      <p:sp>
        <p:nvSpPr>
          <p:cNvPr id="57" name="文本框 56"/>
          <p:cNvSpPr txBox="1"/>
          <p:nvPr/>
        </p:nvSpPr>
        <p:spPr>
          <a:xfrm>
            <a:off x="7980680" y="4601210"/>
            <a:ext cx="6096000" cy="368300"/>
          </a:xfrm>
          <a:prstGeom prst="rect">
            <a:avLst/>
          </a:prstGeom>
          <a:noFill/>
        </p:spPr>
        <p:txBody>
          <a:bodyPr wrap="square" rtlCol="0" anchor="t">
            <a:spAutoFit/>
          </a:bodyPr>
          <a:p>
            <a:r>
              <a:rPr lang="zh-CN" altLang="en-US">
                <a:sym typeface="+mn-ea"/>
              </a:rPr>
              <a:t>{{</a:t>
            </a:r>
            <a:r>
              <a:rPr lang="en-US" altLang="zh-CN">
                <a:sym typeface="+mn-ea"/>
              </a:rPr>
              <a:t>P26_line</a:t>
            </a:r>
            <a:r>
              <a:rPr lang="zh-CN" altLang="en-US">
                <a:sym typeface="+mn-ea"/>
              </a:rPr>
              <a:t>}}</a:t>
            </a:r>
            <a:endParaRPr lang="zh-CN" altLang="en-US">
              <a:sym typeface="+mn-ea"/>
            </a:endParaRP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box 40"/>
          <p:cNvSpPr/>
          <p:nvPr/>
        </p:nvSpPr>
        <p:spPr>
          <a:xfrm>
            <a:off x="647700" y="3670618"/>
            <a:ext cx="3005773" cy="1883093"/>
          </a:xfrm>
          <a:prstGeom prst="rect">
            <a:avLst/>
          </a:prstGeom>
          <a:solidFill>
            <a:schemeClr val="bg1">
              <a:lumMod val="95000"/>
            </a:schemeClr>
          </a:solidFill>
          <a:ln w="0" cap="flat">
            <a:noFill/>
            <a:prstDash val="solid"/>
            <a:miter lim="0"/>
          </a:ln>
        </p:spPr>
        <p:txBody>
          <a:bodyPr vert="horz" wrap="square" lIns="0" tIns="0" rIns="0" bIns="0"/>
          <a:p>
            <a:pPr algn="l" rtl="0" eaLnBrk="0">
              <a:lnSpc>
                <a:spcPct val="83000"/>
              </a:lnSpc>
            </a:pPr>
            <a:endParaRPr sz="100" dirty="0">
              <a:latin typeface="Arial" panose="020B0604020202020204"/>
              <a:ea typeface="Arial" panose="020B0604020202020204"/>
              <a:cs typeface="Arial" panose="020B0604020202020204"/>
            </a:endParaRPr>
          </a:p>
          <a:p>
            <a:pPr algn="l" rtl="0" eaLnBrk="0">
              <a:lnSpc>
                <a:spcPct val="119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endParaRPr sz="900" dirty="0">
              <a:latin typeface="黑体" panose="02010609060101010101" charset="-122"/>
              <a:ea typeface="黑体" panose="02010609060101010101" charset="-122"/>
              <a:cs typeface="黑体" panose="02010609060101010101" charset="-122"/>
            </a:endParaRPr>
          </a:p>
        </p:txBody>
      </p:sp>
      <p:sp>
        <p:nvSpPr>
          <p:cNvPr id="8" name="文本框 7"/>
          <p:cNvSpPr txBox="1"/>
          <p:nvPr/>
        </p:nvSpPr>
        <p:spPr>
          <a:xfrm>
            <a:off x="734060" y="3723323"/>
            <a:ext cx="2880000" cy="600075"/>
          </a:xfrm>
          <a:prstGeom prst="rect">
            <a:avLst/>
          </a:prstGeom>
          <a:noFill/>
        </p:spPr>
        <p:txBody>
          <a:bodyPr wrap="square" rtlCol="0" anchor="t">
            <a:noAutofit/>
          </a:bodyPr>
          <a:p>
            <a:pPr algn="l" rtl="0" eaLnBrk="0">
              <a:lnSpc>
                <a:spcPct val="155000"/>
              </a:lnSpc>
            </a:pPr>
            <a:r>
              <a:rPr lang="zh-CN" altLang="en-US" sz="1000" b="1"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完备的保障机制</a:t>
            </a:r>
            <a:endParaRPr sz="1000" dirty="0">
              <a:latin typeface="黑体" panose="02010609060101010101" charset="-122"/>
              <a:ea typeface="黑体" panose="02010609060101010101" charset="-122"/>
              <a:cs typeface="黑体" panose="02010609060101010101" charset="-122"/>
            </a:endParaRPr>
          </a:p>
          <a:p>
            <a:pPr marL="11430" algn="l" rtl="0" eaLnBrk="0">
              <a:lnSpc>
                <a:spcPct val="97000"/>
              </a:lnSpc>
              <a:spcBef>
                <a:spcPts val="185"/>
              </a:spcBef>
            </a:pPr>
            <a:r>
              <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rPr>
              <a:t>结合业务运维，制定各类安全风险的分级分类响应标准和闭环流程；重要时期前进行潜在风险排查。</a:t>
            </a:r>
            <a:endParaRPr lang="zh-CN" altLang="en-US" sz="800" spc="12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 name="文本框 8"/>
          <p:cNvSpPr txBox="1"/>
          <p:nvPr/>
        </p:nvSpPr>
        <p:spPr>
          <a:xfrm>
            <a:off x="734060" y="4338320"/>
            <a:ext cx="2880000" cy="566420"/>
          </a:xfrm>
          <a:prstGeom prst="rect">
            <a:avLst/>
          </a:prstGeom>
          <a:noFill/>
        </p:spPr>
        <p:txBody>
          <a:bodyPr wrap="square" rtlCol="0" anchor="t">
            <a:spAutoFit/>
          </a:bodyPr>
          <a:p>
            <a:pPr algn="l" rtl="0" eaLnBrk="0">
              <a:lnSpc>
                <a:spcPct val="119000"/>
              </a:lnSpc>
            </a:pPr>
            <a:r>
              <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事件分级响应</a:t>
            </a:r>
            <a:r>
              <a:rPr lang="en-US" alt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 </a:t>
            </a:r>
            <a:endParaRPr lang="zh-CN" sz="1000" b="1" spc="-4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algn="l" rtl="0" eaLnBrk="0">
              <a:lnSpc>
                <a:spcPct val="119000"/>
              </a:lnSpc>
            </a:pPr>
            <a:r>
              <a:rPr lang="zh-CN" altLang="en-US"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预先定义安全威胁和安全事件分级分类响应标准与执行规范</a:t>
            </a: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2" name="文本框 11"/>
          <p:cNvSpPr txBox="1"/>
          <p:nvPr/>
        </p:nvSpPr>
        <p:spPr>
          <a:xfrm>
            <a:off x="734060" y="4946650"/>
            <a:ext cx="2880000" cy="554990"/>
          </a:xfrm>
          <a:prstGeom prst="rect">
            <a:avLst/>
          </a:prstGeom>
          <a:noFill/>
        </p:spPr>
        <p:txBody>
          <a:bodyPr wrap="square" rtlCol="0" anchor="t">
            <a:noAutofit/>
          </a:bodyPr>
          <a:p>
            <a:pPr algn="l" rtl="0" eaLnBrk="0">
              <a:lnSpc>
                <a:spcPct val="108000"/>
              </a:lnSpc>
            </a:pPr>
            <a:r>
              <a:rPr 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工单在线可视，微信群</a:t>
            </a:r>
            <a:r>
              <a:rPr lang="en-US" altLang="zh-CN" sz="1000" b="1" kern="0" spc="-40" dirty="0">
                <a:solidFill>
                  <a:srgbClr val="000000">
                    <a:alpha val="100000"/>
                  </a:srgbClr>
                </a:solidFill>
                <a:latin typeface="黑体" panose="02010609060101010101" charset="-122"/>
                <a:ea typeface="黑体" panose="02010609060101010101" charset="-122"/>
                <a:cs typeface="黑体" panose="02010609060101010101" charset="-122"/>
              </a:rPr>
              <a:t>/</a:t>
            </a:r>
            <a:r>
              <a:rPr lang="zh-CN" altLang="en-US" sz="1000" b="1" kern="0" spc="-40" dirty="0">
                <a:solidFill>
                  <a:srgbClr val="000000">
                    <a:alpha val="100000"/>
                  </a:srgbClr>
                </a:solidFill>
                <a:latin typeface="黑体" panose="02010609060101010101" charset="-122"/>
                <a:ea typeface="黑体" panose="02010609060101010101" charset="-122"/>
                <a:cs typeface="黑体" panose="02010609060101010101" charset="-122"/>
              </a:rPr>
              <a:t>小程序多通道协同</a:t>
            </a:r>
            <a:endParaRPr sz="1000" b="1"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algn="l" rtl="0" eaLnBrk="0">
              <a:lnSpc>
                <a:spcPct val="108000"/>
              </a:lnSpc>
            </a:pPr>
            <a:r>
              <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rPr>
              <a:t>告警和事件通过在线工单和微信群实现协同响应，高效便捷，有效降低运维压力。</a:t>
            </a:r>
            <a:endParaRPr lang="zh-CN" sz="800" spc="1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13" name="textbox 158"/>
          <p:cNvSpPr/>
          <p:nvPr/>
        </p:nvSpPr>
        <p:spPr>
          <a:xfrm>
            <a:off x="647700" y="360045"/>
            <a:ext cx="5448300" cy="600075"/>
          </a:xfrm>
          <a:prstGeom prst="rect">
            <a:avLst/>
          </a:prstGeom>
          <a:noFill/>
          <a:ln w="0" cap="flat">
            <a:noFill/>
            <a:prstDash val="solid"/>
            <a:miter lim="0"/>
          </a:ln>
        </p:spPr>
        <p:txBody>
          <a:bodyPr vert="horz" wrap="square" lIns="0" tIns="0" rIns="0" bIns="0"/>
          <a:p>
            <a:pPr algn="l" rtl="0" eaLnBrk="0">
              <a:lnSpc>
                <a:spcPct val="78000"/>
              </a:lnSpc>
            </a:pPr>
            <a:endParaRPr sz="100" dirty="0">
              <a:latin typeface="Arial" panose="020B0604020202020204"/>
              <a:ea typeface="Arial" panose="020B0604020202020204"/>
              <a:cs typeface="Arial" panose="020B0604020202020204"/>
            </a:endParaRPr>
          </a:p>
          <a:p>
            <a:pPr algn="l" rtl="0" eaLnBrk="0">
              <a:lnSpc>
                <a:spcPct val="101000"/>
              </a:lnSpc>
            </a:pPr>
            <a:r>
              <a:rPr lang="zh-CN" altLang="en-US" sz="1900" kern="0" dirty="0">
                <a:solidFill>
                  <a:srgbClr val="4C61E7"/>
                </a:solidFill>
                <a:latin typeface="黑体" panose="02010609060101010101" charset="-122"/>
                <a:ea typeface="黑体" panose="02010609060101010101" charset="-122"/>
                <a:cs typeface="黑体" panose="02010609060101010101" charset="-122"/>
              </a:rPr>
              <a:t>重要时期保障工作详情</a:t>
            </a:r>
            <a:endParaRPr sz="800" dirty="0">
              <a:latin typeface="Arial" panose="020B0604020202020204"/>
              <a:ea typeface="Arial" panose="020B0604020202020204"/>
              <a:cs typeface="Arial" panose="020B0604020202020204"/>
            </a:endParaRPr>
          </a:p>
          <a:p>
            <a:pPr marL="12700" algn="l" rtl="0" eaLnBrk="0">
              <a:lnSpc>
                <a:spcPct val="92000"/>
              </a:lnSpc>
              <a:spcBef>
                <a:spcPts val="5"/>
              </a:spcBef>
            </a:pP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a:p>
            <a:pPr marL="12700" algn="l" rtl="0" eaLnBrk="0">
              <a:lnSpc>
                <a:spcPct val="92000"/>
              </a:lnSpc>
              <a:spcBef>
                <a:spcPts val="5"/>
              </a:spcBef>
            </a:pPr>
            <a:r>
              <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rPr>
              <a:t>全天候应急响应机制与重要时期精细化保障，确保业务持续性与安全稳定</a:t>
            </a:r>
            <a:endParaRPr lang="zh-CN" altLang="en-US" sz="1000" kern="0" spc="40" dirty="0">
              <a:solidFill>
                <a:srgbClr val="000000">
                  <a:alpha val="100000"/>
                </a:srgbClr>
              </a:solidFill>
              <a:latin typeface="黑体" panose="02010609060101010101" charset="-122"/>
              <a:ea typeface="黑体" panose="02010609060101010101" charset="-122"/>
              <a:cs typeface="黑体" panose="02010609060101010101" charset="-122"/>
            </a:endParaRPr>
          </a:p>
        </p:txBody>
      </p:sp>
      <p:sp>
        <p:nvSpPr>
          <p:cNvPr id="25" name="textbox 48"/>
          <p:cNvSpPr/>
          <p:nvPr/>
        </p:nvSpPr>
        <p:spPr>
          <a:xfrm>
            <a:off x="647700" y="1196023"/>
            <a:ext cx="3006000" cy="2388870"/>
          </a:xfrm>
          <a:prstGeom prst="rect">
            <a:avLst/>
          </a:prstGeom>
          <a:solidFill>
            <a:srgbClr val="5B9BD5">
              <a:lumMod val="20000"/>
              <a:lumOff val="80000"/>
            </a:srgbClr>
          </a:solidFill>
          <a:ln w="0" cap="flat">
            <a:noFill/>
            <a:prstDash val="solid"/>
            <a:miter lim="0"/>
          </a:ln>
        </p:spPr>
        <p:txBody>
          <a:bodyPr vert="horz" wrap="square" lIns="0" tIns="0" rIns="0" bIns="0"/>
          <a:p>
            <a:pPr algn="l" rtl="0" eaLnBrk="0">
              <a:lnSpc>
                <a:spcPct val="182000"/>
              </a:lnSpc>
            </a:pPr>
            <a:endParaRPr sz="1000" dirty="0">
              <a:latin typeface="Arial" panose="020B0604020202020204"/>
              <a:ea typeface="Arial" panose="020B0604020202020204"/>
              <a:cs typeface="Arial" panose="020B0604020202020204"/>
            </a:endParaRPr>
          </a:p>
          <a:p>
            <a:pPr algn="l" rtl="0" eaLnBrk="0">
              <a:lnSpc>
                <a:spcPct val="101000"/>
              </a:lnSpc>
            </a:pPr>
            <a:endParaRPr sz="500" dirty="0">
              <a:latin typeface="Arial" panose="020B0604020202020204"/>
              <a:ea typeface="Arial" panose="020B0604020202020204"/>
              <a:cs typeface="Arial" panose="020B0604020202020204"/>
            </a:endParaRPr>
          </a:p>
          <a:p>
            <a:pPr marL="716915" algn="l" rtl="0" eaLnBrk="0">
              <a:lnSpc>
                <a:spcPct val="100000"/>
              </a:lnSpc>
              <a:spcBef>
                <a:spcPts val="5"/>
              </a:spcBef>
            </a:pPr>
            <a:endParaRPr sz="900" dirty="0">
              <a:latin typeface="黑体" panose="02010609060101010101" charset="-122"/>
              <a:ea typeface="黑体" panose="02010609060101010101" charset="-122"/>
              <a:cs typeface="黑体" panose="02010609060101010101" charset="-122"/>
            </a:endParaRPr>
          </a:p>
        </p:txBody>
      </p:sp>
      <p:grpSp>
        <p:nvGrpSpPr>
          <p:cNvPr id="26" name="组合 25"/>
          <p:cNvGrpSpPr/>
          <p:nvPr/>
        </p:nvGrpSpPr>
        <p:grpSpPr>
          <a:xfrm>
            <a:off x="1275398" y="1650365"/>
            <a:ext cx="2159635" cy="475615"/>
            <a:chOff x="4017" y="5198"/>
            <a:chExt cx="8006" cy="1498"/>
          </a:xfrm>
        </p:grpSpPr>
        <p:sp>
          <p:nvSpPr>
            <p:cNvPr id="39" name="文本框 38"/>
            <p:cNvSpPr txBox="1"/>
            <p:nvPr/>
          </p:nvSpPr>
          <p:spPr>
            <a:xfrm>
              <a:off x="4017" y="5198"/>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重要时期值守次数</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1" name="文本框 40"/>
            <p:cNvSpPr txBox="1"/>
            <p:nvPr/>
          </p:nvSpPr>
          <p:spPr>
            <a:xfrm>
              <a:off x="4701" y="6002"/>
              <a:ext cx="6643"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{{duty_critical}}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次</a:t>
              </a:r>
              <a:endPar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4" name="组合 43"/>
          <p:cNvGrpSpPr/>
          <p:nvPr/>
        </p:nvGrpSpPr>
        <p:grpSpPr>
          <a:xfrm>
            <a:off x="1275398" y="2854325"/>
            <a:ext cx="2159953" cy="487046"/>
            <a:chOff x="4017" y="8989"/>
            <a:chExt cx="8006" cy="1534"/>
          </a:xfrm>
        </p:grpSpPr>
        <p:sp>
          <p:nvSpPr>
            <p:cNvPr id="46" name="文本框 45"/>
            <p:cNvSpPr txBox="1"/>
            <p:nvPr/>
          </p:nvSpPr>
          <p:spPr>
            <a:xfrm>
              <a:off x="4017" y="8989"/>
              <a:ext cx="800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业务可用性保障</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47" name="文本框 46"/>
            <p:cNvSpPr txBox="1"/>
            <p:nvPr/>
          </p:nvSpPr>
          <p:spPr>
            <a:xfrm>
              <a:off x="4632" y="9829"/>
              <a:ext cx="7245" cy="69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{{availability_assure}}</a:t>
              </a:r>
              <a:endParaRPr lang="en-US" altLang="zh-CN"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endParaRPr>
            </a:p>
          </p:txBody>
        </p:sp>
      </p:grpSp>
      <p:grpSp>
        <p:nvGrpSpPr>
          <p:cNvPr id="48" name="组合 47"/>
          <p:cNvGrpSpPr/>
          <p:nvPr/>
        </p:nvGrpSpPr>
        <p:grpSpPr>
          <a:xfrm>
            <a:off x="1275398" y="2252345"/>
            <a:ext cx="2113996" cy="656591"/>
            <a:chOff x="4017" y="7030"/>
            <a:chExt cx="6911" cy="2068"/>
          </a:xfrm>
        </p:grpSpPr>
        <p:sp>
          <p:nvSpPr>
            <p:cNvPr id="50" name="文本框 49"/>
            <p:cNvSpPr txBox="1"/>
            <p:nvPr/>
          </p:nvSpPr>
          <p:spPr>
            <a:xfrm>
              <a:off x="4017" y="7030"/>
              <a:ext cx="6336" cy="624"/>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96000"/>
                </a:lnSpc>
                <a:spcBef>
                  <a:spcPts val="1125"/>
                </a:spcBef>
              </a:pPr>
              <a:r>
                <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重要时期安全事件</a:t>
              </a:r>
              <a:endParaRPr lang="zh-CN" sz="10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51" name="文本框 50"/>
            <p:cNvSpPr txBox="1"/>
            <p:nvPr/>
          </p:nvSpPr>
          <p:spPr>
            <a:xfrm>
              <a:off x="4590" y="7868"/>
              <a:ext cx="6338" cy="123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marL="34290" algn="l" rtl="0" eaLnBrk="0">
                <a:lnSpc>
                  <a:spcPct val="79000"/>
                </a:lnSpc>
                <a:spcBef>
                  <a:spcPts val="310"/>
                </a:spcBef>
              </a:pPr>
              <a:r>
                <a:rPr lang="en-US" altLang="zh-CN" sz="1400" b="1" dirty="0">
                  <a:solidFill>
                    <a:srgbClr val="4C61E7"/>
                  </a:solidFill>
                  <a:latin typeface="微软雅黑" panose="020B0503020204020204" charset="-122"/>
                  <a:ea typeface="微软雅黑" panose="020B0503020204020204" charset="-122"/>
                  <a:cs typeface="微软雅黑" panose="020B0503020204020204" pitchFamily="34" charset="-120"/>
                  <a:sym typeface="+mn-ea"/>
                </a:rPr>
                <a:t>{{incident_critical}}</a:t>
              </a:r>
              <a:r>
                <a:rPr lang="en-US" sz="1400" dirty="0">
                  <a:solidFill>
                    <a:srgbClr val="365FD9"/>
                  </a:solidFill>
                  <a:latin typeface="微软雅黑" panose="020B0503020204020204" charset="-122"/>
                  <a:ea typeface="微软雅黑" panose="020B0503020204020204" charset="-122"/>
                  <a:cs typeface="微软雅黑" panose="020B0503020204020204" pitchFamily="34" charset="-120"/>
                  <a:sym typeface="+mn-ea"/>
                </a:rPr>
                <a:t> </a:t>
              </a:r>
              <a:r>
                <a:rPr lang="zh-CN" altLang="en-US" sz="1400" b="1" spc="-30" dirty="0">
                  <a:solidFill>
                    <a:srgbClr val="2040C0">
                      <a:alpha val="100000"/>
                    </a:srgbClr>
                  </a:solidFill>
                  <a:latin typeface="微软雅黑" panose="020B0503020204020204" charset="-122"/>
                  <a:ea typeface="微软雅黑" panose="020B0503020204020204" charset="-122"/>
                  <a:cs typeface="微软雅黑" panose="020B0503020204020204" charset="-122"/>
                  <a:sym typeface="+mn-ea"/>
                </a:rPr>
                <a:t>起</a:t>
              </a:r>
              <a:endParaRPr lang="zh-CN" altLang="en-US" sz="800" b="1" spc="-30" dirty="0">
                <a:solidFill>
                  <a:schemeClr val="bg2">
                    <a:lumMod val="10000"/>
                    <a:alpha val="100000"/>
                  </a:schemeClr>
                </a:solidFill>
                <a:latin typeface="宋体" panose="02010600030101010101" pitchFamily="2" charset="-122"/>
                <a:ea typeface="宋体" panose="02010600030101010101" pitchFamily="2" charset="-122"/>
                <a:cs typeface="Times New Roman" panose="02020603050405020304"/>
                <a:sym typeface="+mn-ea"/>
              </a:endParaRPr>
            </a:p>
          </p:txBody>
        </p:sp>
      </p:grpSp>
      <p:sp>
        <p:nvSpPr>
          <p:cNvPr id="53" name="椭圆 52"/>
          <p:cNvSpPr/>
          <p:nvPr>
            <p:custDataLst>
              <p:tags r:id="rId2"/>
            </p:custDataLst>
          </p:nvPr>
        </p:nvSpPr>
        <p:spPr bwMode="auto">
          <a:xfrm>
            <a:off x="733743" y="1696720"/>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grpSp>
        <p:nvGrpSpPr>
          <p:cNvPr id="54" name="组合 53"/>
          <p:cNvGrpSpPr/>
          <p:nvPr/>
        </p:nvGrpSpPr>
        <p:grpSpPr>
          <a:xfrm>
            <a:off x="728028" y="2298700"/>
            <a:ext cx="431800" cy="431800"/>
            <a:chOff x="2293" y="7118"/>
            <a:chExt cx="1360" cy="1360"/>
          </a:xfrm>
        </p:grpSpPr>
        <p:sp>
          <p:nvSpPr>
            <p:cNvPr id="57" name="椭圆 56"/>
            <p:cNvSpPr/>
            <p:nvPr>
              <p:custDataLst>
                <p:tags r:id="rId3"/>
              </p:custDataLst>
            </p:nvPr>
          </p:nvSpPr>
          <p:spPr bwMode="auto">
            <a:xfrm>
              <a:off x="2293" y="7118"/>
              <a:ext cx="1361" cy="1361"/>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pic>
          <p:nvPicPr>
            <p:cNvPr id="58" name="图片 57" descr="道路危险标志"/>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548" y="7373"/>
              <a:ext cx="850" cy="850"/>
            </a:xfrm>
            <a:prstGeom prst="rect">
              <a:avLst/>
            </a:prstGeom>
          </p:spPr>
        </p:pic>
      </p:grpSp>
      <p:sp>
        <p:nvSpPr>
          <p:cNvPr id="61" name="椭圆 60"/>
          <p:cNvSpPr/>
          <p:nvPr>
            <p:custDataLst>
              <p:tags r:id="rId6"/>
            </p:custDataLst>
          </p:nvPr>
        </p:nvSpPr>
        <p:spPr bwMode="auto">
          <a:xfrm>
            <a:off x="734060" y="2906395"/>
            <a:ext cx="432118" cy="432118"/>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a:bodyPr>
          <a:p>
            <a:pPr algn="ctr"/>
            <a:endParaRPr lang="zh-CN" altLang="en-US" sz="900">
              <a:solidFill>
                <a:sysClr val="windowText" lastClr="000000"/>
              </a:solidFill>
              <a:cs typeface="+mn-ea"/>
            </a:endParaRPr>
          </a:p>
        </p:txBody>
      </p:sp>
      <p:sp>
        <p:nvSpPr>
          <p:cNvPr id="62" name="文本框 61"/>
          <p:cNvSpPr txBox="1"/>
          <p:nvPr/>
        </p:nvSpPr>
        <p:spPr>
          <a:xfrm>
            <a:off x="728028" y="1276985"/>
            <a:ext cx="1814195" cy="22225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spAutoFit/>
          </a:bodyPr>
          <a:p>
            <a:pPr algn="l" rtl="0" eaLnBrk="0">
              <a:lnSpc>
                <a:spcPct val="80000"/>
              </a:lnSpc>
            </a:pPr>
            <a:r>
              <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重要时期值守保障</a:t>
            </a:r>
            <a:endParaRPr lang="zh-CN" sz="14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pic>
        <p:nvPicPr>
          <p:cNvPr id="63" name="图片 62" descr="重点"/>
          <p:cNvPicPr>
            <a:picLocks noChangeAspect="1"/>
          </p:cNvPicPr>
          <p:nvPr/>
        </p:nvPicPr>
        <p:blipFill>
          <a:blip r:embed="rId7">
            <a:extLst>
              <a:ext uri="{96DAC541-7B7A-43D3-8B79-37D633B846F1}">
                <asvg:svgBlip xmlns:asvg="http://schemas.microsoft.com/office/drawing/2016/SVG/main" r:embed="rId8"/>
              </a:ext>
            </a:extLst>
          </a:blip>
          <a:stretch>
            <a:fillRect/>
          </a:stretch>
        </p:blipFill>
        <p:spPr>
          <a:xfrm>
            <a:off x="814802" y="1777779"/>
            <a:ext cx="270000" cy="270000"/>
          </a:xfrm>
          <a:prstGeom prst="rect">
            <a:avLst/>
          </a:prstGeom>
        </p:spPr>
      </p:pic>
      <p:pic>
        <p:nvPicPr>
          <p:cNvPr id="64" name="图片 63" descr="无尽"/>
          <p:cNvPicPr>
            <a:picLocks noChangeAspect="1"/>
          </p:cNvPicPr>
          <p:nvPr/>
        </p:nvPicPr>
        <p:blipFill>
          <a:blip r:embed="rId9">
            <a:extLst>
              <a:ext uri="{96DAC541-7B7A-43D3-8B79-37D633B846F1}">
                <asvg:svgBlip xmlns:asvg="http://schemas.microsoft.com/office/drawing/2016/SVG/main" r:embed="rId10"/>
              </a:ext>
            </a:extLst>
          </a:blip>
          <a:stretch>
            <a:fillRect/>
          </a:stretch>
        </p:blipFill>
        <p:spPr>
          <a:xfrm>
            <a:off x="815119" y="2987454"/>
            <a:ext cx="270000" cy="270000"/>
          </a:xfrm>
          <a:prstGeom prst="rect">
            <a:avLst/>
          </a:prstGeom>
        </p:spPr>
      </p:pic>
      <p:graphicFrame>
        <p:nvGraphicFramePr>
          <p:cNvPr id="65" name="图表 64"/>
          <p:cNvGraphicFramePr/>
          <p:nvPr/>
        </p:nvGraphicFramePr>
        <p:xfrm>
          <a:off x="3942715" y="1484630"/>
          <a:ext cx="3971608" cy="2817813"/>
        </p:xfrm>
        <a:graphic>
          <a:graphicData uri="http://schemas.openxmlformats.org/drawingml/2006/chart">
            <c:chart xmlns:c="http://schemas.openxmlformats.org/drawingml/2006/chart" xmlns:r="http://schemas.openxmlformats.org/officeDocument/2006/relationships" r:id="rId1"/>
          </a:graphicData>
        </a:graphic>
      </p:graphicFrame>
      <p:sp>
        <p:nvSpPr>
          <p:cNvPr id="66" name="文本框 65"/>
          <p:cNvSpPr txBox="1"/>
          <p:nvPr/>
        </p:nvSpPr>
        <p:spPr>
          <a:xfrm>
            <a:off x="3945890" y="1196023"/>
            <a:ext cx="2010410" cy="235903"/>
          </a:xfrm>
          <a:prstGeom prst="rect">
            <a:avLst/>
          </a:prstGeom>
          <a:noFill/>
        </p:spPr>
        <p:txBody>
          <a:bodyPr wrap="square" rtlCol="0" anchor="ctr" anchorCtr="0">
            <a:noAutofit/>
          </a:bodyPr>
          <a:p>
            <a:pPr marL="12700" algn="l" rtl="0" eaLnBrk="0">
              <a:lnSpc>
                <a:spcPct val="96000"/>
              </a:lnSpc>
            </a:pPr>
            <a:r>
              <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重要时期安全态势对比</a:t>
            </a:r>
            <a:endParaRPr lang="zh-CN" sz="1000" b="1" spc="8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67" name="文本框 66"/>
          <p:cNvSpPr txBox="1"/>
          <p:nvPr/>
        </p:nvSpPr>
        <p:spPr>
          <a:xfrm>
            <a:off x="8211820" y="1196340"/>
            <a:ext cx="3359785" cy="236220"/>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t" forceAA="0">
            <a:noAutofit/>
          </a:bodyPr>
          <a:p>
            <a:pPr marL="13970" algn="l" rtl="0" eaLnBrk="0">
              <a:lnSpc>
                <a:spcPct val="95000"/>
              </a:lnSpc>
            </a:pPr>
            <a:r>
              <a:rPr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重要时期值守</a:t>
            </a:r>
            <a:r>
              <a:rPr lang="zh-CN" sz="1000" b="1" spc="130" dirty="0">
                <a:solidFill>
                  <a:srgbClr val="000000">
                    <a:alpha val="100000"/>
                  </a:srgbClr>
                </a:solidFill>
                <a:latin typeface="黑体" panose="02010609060101010101" charset="-122"/>
                <a:ea typeface="黑体" panose="02010609060101010101" charset="-122"/>
                <a:cs typeface="黑体" panose="02010609060101010101" charset="-122"/>
                <a:sym typeface="+mn-ea"/>
              </a:rPr>
              <a:t>详情</a:t>
            </a:r>
            <a:endParaRPr kumimoji="0" lang="zh-CN" altLang="en-US" sz="800" b="0" i="0" u="none" strike="noStrike" cap="none" spc="5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pic>
        <p:nvPicPr>
          <p:cNvPr id="68" name="图片 67" descr="1755071818846"/>
          <p:cNvPicPr>
            <a:picLocks noChangeAspect="1"/>
          </p:cNvPicPr>
          <p:nvPr/>
        </p:nvPicPr>
        <p:blipFill>
          <a:blip r:embed="rId11"/>
          <a:stretch>
            <a:fillRect/>
          </a:stretch>
        </p:blipFill>
        <p:spPr>
          <a:xfrm>
            <a:off x="630873" y="5719763"/>
            <a:ext cx="10940415" cy="801688"/>
          </a:xfrm>
          <a:prstGeom prst="rect">
            <a:avLst/>
          </a:prstGeom>
        </p:spPr>
      </p:pic>
      <p:sp>
        <p:nvSpPr>
          <p:cNvPr id="69" name="文本框 68"/>
          <p:cNvSpPr txBox="1"/>
          <p:nvPr/>
        </p:nvSpPr>
        <p:spPr>
          <a:xfrm>
            <a:off x="815340" y="5792470"/>
            <a:ext cx="10667365" cy="655955"/>
          </a:xfrm>
          <a:prstGeom prst="rect">
            <a:avLst/>
          </a:prstGeom>
          <a:noFill/>
          <a:ln w="12700" cap="flat">
            <a:noFill/>
            <a:miter lim="400000"/>
          </a:ln>
        </p:spPr>
        <p:style>
          <a:lnRef idx="0">
            <a:scrgbClr r="0" g="0" b="0"/>
          </a:lnRef>
          <a:fillRef idx="0">
            <a:scrgbClr r="0" g="0" b="0"/>
          </a:fillRef>
          <a:effectRef idx="0">
            <a:scrgbClr r="0" g="0" b="0"/>
          </a:effectRef>
          <a:fontRef idx="none"/>
        </p:style>
        <p:txBody>
          <a:bodyPr rot="0" vertOverflow="overflow" horzOverflow="overflow" vert="horz" wrap="square" lIns="25400" tIns="25400" rIns="25400" bIns="25400" numCol="1" spcCol="38100" rtlCol="0" anchor="ctr" anchorCtr="0" forceAA="0">
            <a:noAutofit/>
          </a:bodyPr>
          <a:p>
            <a:pPr marL="0" marR="0" indent="0" algn="l" defTabSz="2438400" rtl="0" fontAlgn="auto" latinLnBrk="0" hangingPunct="0">
              <a:lnSpc>
                <a:spcPct val="100000"/>
              </a:lnSpc>
              <a:spcBef>
                <a:spcPts val="0"/>
              </a:spcBef>
              <a:spcAft>
                <a:spcPts val="0"/>
              </a:spcAft>
              <a:buClrTx/>
              <a:buSzTx/>
              <a:buFontTx/>
              <a:buNone/>
            </a:pPr>
            <a:r>
              <a:rPr lang="zh-CN"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关键时期的</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应急响应</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能力</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是</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企业核心竞争力之一</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在重要节假日等业务高</a:t>
            </a:r>
            <a:r>
              <a:rPr sz="900" spc="50" dirty="0">
                <a:solidFill>
                  <a:srgbClr val="000000">
                    <a:alpha val="100000"/>
                  </a:srgbClr>
                </a:solidFill>
                <a:latin typeface="黑体" panose="02010609060101010101" charset="-122"/>
                <a:ea typeface="黑体" panose="02010609060101010101" charset="-122"/>
                <a:cs typeface="黑体" panose="02010609060101010101" charset="-122"/>
                <a:sym typeface="+mn-ea"/>
              </a:rPr>
              <a:t>峰期，我们的值守和应急响应机制直接保</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障了</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公司的</a:t>
            </a:r>
            <a:r>
              <a:rPr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营收实现，有效避免了因安全事件导致的业务中断和客户流失</a:t>
            </a:r>
            <a:r>
              <a:rPr lang="zh-CN" sz="900" spc="4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kumimoji="0" lang="zh-CN" sz="900" b="0" i="0" u="none" strike="noStrike" cap="none" spc="40" normalizeH="0" baseline="0" dirty="0">
              <a:ln>
                <a:noFill/>
              </a:ln>
              <a:solidFill>
                <a:srgbClr val="000000">
                  <a:alpha val="100000"/>
                </a:srgbClr>
              </a:solidFill>
              <a:effectLst/>
              <a:uFillTx/>
              <a:latin typeface="黑体" panose="02010609060101010101" charset="-122"/>
              <a:ea typeface="黑体" panose="02010609060101010101" charset="-122"/>
              <a:cs typeface="黑体" panose="02010609060101010101" charset="-122"/>
              <a:sym typeface="+mn-ea"/>
            </a:endParaRPr>
          </a:p>
        </p:txBody>
      </p:sp>
      <p:sp>
        <p:nvSpPr>
          <p:cNvPr id="70" name="textbox 104"/>
          <p:cNvSpPr/>
          <p:nvPr/>
        </p:nvSpPr>
        <p:spPr>
          <a:xfrm>
            <a:off x="3942715" y="4420870"/>
            <a:ext cx="7628573" cy="1133158"/>
          </a:xfrm>
          <a:prstGeom prst="rect">
            <a:avLst/>
          </a:prstGeom>
          <a:solidFill>
            <a:schemeClr val="accent6">
              <a:lumMod val="20000"/>
              <a:lumOff val="80000"/>
            </a:schemeClr>
          </a:solidFill>
          <a:ln w="0" cap="flat">
            <a:noFill/>
            <a:prstDash val="solid"/>
            <a:miter lim="0"/>
          </a:ln>
        </p:spPr>
        <p:txBody>
          <a:bodyPr vert="horz" wrap="square" lIns="0" tIns="0" rIns="0" bIns="0"/>
          <a:p>
            <a:pPr algn="l" rtl="0" eaLnBrk="0">
              <a:lnSpc>
                <a:spcPct val="89000"/>
              </a:lnSpc>
            </a:pPr>
            <a:endParaRPr sz="100" dirty="0">
              <a:latin typeface="Arial" panose="020B0604020202020204"/>
              <a:ea typeface="Arial" panose="020B0604020202020204"/>
              <a:cs typeface="Arial" panose="020B0604020202020204"/>
            </a:endParaRPr>
          </a:p>
          <a:p>
            <a:pPr marL="12700" algn="l" rtl="0" eaLnBrk="0">
              <a:lnSpc>
                <a:spcPct val="95000"/>
              </a:lnSpc>
            </a:pPr>
            <a:endParaRPr sz="900" dirty="0">
              <a:latin typeface="黑体" panose="02010609060101010101" charset="-122"/>
              <a:ea typeface="黑体" panose="02010609060101010101" charset="-122"/>
              <a:cs typeface="黑体" panose="02010609060101010101" charset="-122"/>
            </a:endParaRPr>
          </a:p>
        </p:txBody>
      </p:sp>
      <p:grpSp>
        <p:nvGrpSpPr>
          <p:cNvPr id="71" name="组合 70"/>
          <p:cNvGrpSpPr/>
          <p:nvPr/>
        </p:nvGrpSpPr>
        <p:grpSpPr>
          <a:xfrm rot="0">
            <a:off x="7106285" y="4794568"/>
            <a:ext cx="1439545" cy="692150"/>
            <a:chOff x="23598" y="12409"/>
            <a:chExt cx="4534" cy="2180"/>
          </a:xfrm>
        </p:grpSpPr>
        <p:sp>
          <p:nvSpPr>
            <p:cNvPr id="72" name="文本框 71"/>
            <p:cNvSpPr txBox="1"/>
            <p:nvPr/>
          </p:nvSpPr>
          <p:spPr>
            <a:xfrm>
              <a:off x="23598"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{{security_value2}}</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3" name="组合 72"/>
            <p:cNvGrpSpPr/>
            <p:nvPr/>
          </p:nvGrpSpPr>
          <p:grpSpPr>
            <a:xfrm rot="0">
              <a:off x="25412" y="12409"/>
              <a:ext cx="907" cy="907"/>
              <a:chOff x="25500" y="11572"/>
              <a:chExt cx="907" cy="907"/>
            </a:xfrm>
          </p:grpSpPr>
          <p:sp>
            <p:nvSpPr>
              <p:cNvPr id="74" name="椭圆 73"/>
              <p:cNvSpPr/>
              <p:nvPr>
                <p:custDataLst>
                  <p:tags r:id="rId12"/>
                </p:custDataLst>
              </p:nvPr>
            </p:nvSpPr>
            <p:spPr bwMode="auto">
              <a:xfrm>
                <a:off x="25500" y="11572"/>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75" name="图片 74" descr="闪电"/>
              <p:cNvPicPr>
                <a:picLocks noChangeAspect="1"/>
              </p:cNvPicPr>
              <p:nvPr/>
            </p:nvPicPr>
            <p:blipFill>
              <a:blip r:embed="rId13">
                <a:extLst>
                  <a:ext uri="{96DAC541-7B7A-43D3-8B79-37D633B846F1}">
                    <asvg:svgBlip xmlns:asvg="http://schemas.microsoft.com/office/drawing/2016/SVG/main" r:embed="rId14"/>
                  </a:ext>
                </a:extLst>
              </a:blip>
              <a:stretch>
                <a:fillRect/>
              </a:stretch>
            </p:blipFill>
            <p:spPr>
              <a:xfrm>
                <a:off x="25670" y="11742"/>
                <a:ext cx="567" cy="567"/>
              </a:xfrm>
              <a:prstGeom prst="rect">
                <a:avLst/>
              </a:prstGeom>
            </p:spPr>
          </p:pic>
        </p:grpSp>
      </p:grpSp>
      <p:grpSp>
        <p:nvGrpSpPr>
          <p:cNvPr id="76" name="组合 75"/>
          <p:cNvGrpSpPr/>
          <p:nvPr/>
        </p:nvGrpSpPr>
        <p:grpSpPr>
          <a:xfrm rot="0">
            <a:off x="9695815" y="4794568"/>
            <a:ext cx="1439545" cy="692150"/>
            <a:chOff x="31276" y="12409"/>
            <a:chExt cx="4534" cy="2180"/>
          </a:xfrm>
        </p:grpSpPr>
        <p:sp>
          <p:nvSpPr>
            <p:cNvPr id="78" name="文本框 77"/>
            <p:cNvSpPr txBox="1"/>
            <p:nvPr/>
          </p:nvSpPr>
          <p:spPr>
            <a:xfrm>
              <a:off x="31276" y="13455"/>
              <a:ext cx="4534"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lvl="0" algn="ctr" eaLnBrk="0"/>
              <a:r>
                <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{{security_value3}}</a:t>
              </a:r>
              <a:endParaRPr lang="en-US" altLang="zh-CN" sz="1000" b="1"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79" name="组合 78"/>
            <p:cNvGrpSpPr/>
            <p:nvPr/>
          </p:nvGrpSpPr>
          <p:grpSpPr>
            <a:xfrm rot="0">
              <a:off x="33090" y="12409"/>
              <a:ext cx="907" cy="907"/>
              <a:chOff x="33129" y="11647"/>
              <a:chExt cx="907" cy="907"/>
            </a:xfrm>
          </p:grpSpPr>
          <p:sp>
            <p:nvSpPr>
              <p:cNvPr id="80" name="椭圆 79"/>
              <p:cNvSpPr/>
              <p:nvPr>
                <p:custDataLst>
                  <p:tags r:id="rId15"/>
                </p:custDataLst>
              </p:nvPr>
            </p:nvSpPr>
            <p:spPr bwMode="auto">
              <a:xfrm>
                <a:off x="33129" y="11647"/>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1" name="图片 80" descr="人力费用"/>
              <p:cNvPicPr>
                <a:picLocks noChangeAspect="1"/>
              </p:cNvPicPr>
              <p:nvPr/>
            </p:nvPicPr>
            <p:blipFill>
              <a:blip r:embed="rId16">
                <a:extLst>
                  <a:ext uri="{96DAC541-7B7A-43D3-8B79-37D633B846F1}">
                    <asvg:svgBlip xmlns:asvg="http://schemas.microsoft.com/office/drawing/2016/SVG/main" r:embed="rId17"/>
                  </a:ext>
                </a:extLst>
              </a:blip>
              <a:stretch>
                <a:fillRect/>
              </a:stretch>
            </p:blipFill>
            <p:spPr>
              <a:xfrm>
                <a:off x="33299" y="11817"/>
                <a:ext cx="567" cy="567"/>
              </a:xfrm>
              <a:prstGeom prst="rect">
                <a:avLst/>
              </a:prstGeom>
            </p:spPr>
          </p:pic>
        </p:grpSp>
      </p:grpSp>
      <p:pic>
        <p:nvPicPr>
          <p:cNvPr id="82" name="图片 81" descr="折线图"/>
          <p:cNvPicPr>
            <a:picLocks noChangeAspect="1"/>
          </p:cNvPicPr>
          <p:nvPr/>
        </p:nvPicPr>
        <p:blipFill>
          <a:blip r:embed="rId18">
            <a:extLst>
              <a:ext uri="{96DAC541-7B7A-43D3-8B79-37D633B846F1}">
                <asvg:svgBlip xmlns:asvg="http://schemas.microsoft.com/office/drawing/2016/SVG/main" r:embed="rId19"/>
              </a:ext>
            </a:extLst>
          </a:blip>
          <a:stretch>
            <a:fillRect/>
          </a:stretch>
        </p:blipFill>
        <p:spPr>
          <a:xfrm>
            <a:off x="4134168" y="4495165"/>
            <a:ext cx="215900" cy="215900"/>
          </a:xfrm>
          <a:prstGeom prst="rect">
            <a:avLst/>
          </a:prstGeom>
        </p:spPr>
      </p:pic>
      <p:sp>
        <p:nvSpPr>
          <p:cNvPr id="83" name="文本框 82"/>
          <p:cNvSpPr txBox="1"/>
          <p:nvPr/>
        </p:nvSpPr>
        <p:spPr>
          <a:xfrm>
            <a:off x="4513898" y="4458970"/>
            <a:ext cx="2719705" cy="288290"/>
          </a:xfrm>
          <a:prstGeom prst="rect">
            <a:avLst/>
          </a:prstGeom>
          <a:noFill/>
        </p:spPr>
        <p:txBody>
          <a:bodyPr wrap="square" rtlCol="0" anchor="ctr" anchorCtr="0">
            <a:noAutofit/>
          </a:bodyPr>
          <a:p>
            <a:pPr marL="12700" algn="l" rtl="0" eaLnBrk="0">
              <a:lnSpc>
                <a:spcPct val="95000"/>
              </a:lnSpc>
            </a:pPr>
            <a:r>
              <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rPr>
              <a:t>重要时期网络安全保障工作价值</a:t>
            </a:r>
            <a:endParaRPr lang="zh-CN" sz="900" b="1" kern="0" spc="23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4" name="组合 83"/>
          <p:cNvGrpSpPr/>
          <p:nvPr/>
        </p:nvGrpSpPr>
        <p:grpSpPr>
          <a:xfrm rot="0">
            <a:off x="4516120" y="4794568"/>
            <a:ext cx="1440180" cy="692150"/>
            <a:chOff x="15001" y="12047"/>
            <a:chExt cx="4536" cy="2180"/>
          </a:xfrm>
        </p:grpSpPr>
        <p:sp>
          <p:nvSpPr>
            <p:cNvPr id="85" name="文本框 84"/>
            <p:cNvSpPr txBox="1"/>
            <p:nvPr/>
          </p:nvSpPr>
          <p:spPr>
            <a:xfrm>
              <a:off x="15001" y="13093"/>
              <a:ext cx="4536" cy="1134"/>
            </a:xfrm>
            <a:prstGeom prst="rect">
              <a:avLst/>
            </a:prstGeom>
            <a:ln>
              <a:solidFill>
                <a:srgbClr val="92D050"/>
              </a:solidFill>
            </a:ln>
          </p:spPr>
          <p:style>
            <a:lnRef idx="3">
              <a:schemeClr val="accent3"/>
            </a:lnRef>
            <a:fillRef idx="0">
              <a:srgbClr val="FFFFFF"/>
            </a:fillRef>
            <a:effectRef idx="0">
              <a:srgbClr val="FFFFFF"/>
            </a:effectRef>
            <a:fontRef idx="minor">
              <a:schemeClr val="tx1"/>
            </a:fontRef>
          </p:style>
          <p:txBody>
            <a:bodyPr wrap="square" rtlCol="0" anchor="ctr" anchorCtr="0">
              <a:noAutofit/>
            </a:bodyPr>
            <a:p>
              <a:pPr algn="ctr" rtl="0" eaLnBrk="0">
                <a:lnSpc>
                  <a:spcPct val="100000"/>
                </a:lnSpc>
              </a:pPr>
              <a:r>
                <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rPr>
                <a:t>{{security_value1}}</a:t>
              </a:r>
              <a:endParaRPr lang="en-US" altLang="zh-CN" sz="1000" b="1" kern="0" spc="-60" dirty="0">
                <a:solidFill>
                  <a:srgbClr val="204090">
                    <a:alpha val="100000"/>
                  </a:srgbClr>
                </a:solidFill>
                <a:latin typeface="黑体" panose="02010609060101010101" charset="-122"/>
                <a:ea typeface="黑体" panose="02010609060101010101" charset="-122"/>
                <a:cs typeface="黑体" panose="02010609060101010101" charset="-122"/>
                <a:sym typeface="+mn-ea"/>
              </a:endParaRPr>
            </a:p>
          </p:txBody>
        </p:sp>
        <p:grpSp>
          <p:nvGrpSpPr>
            <p:cNvPr id="86" name="组合 85"/>
            <p:cNvGrpSpPr/>
            <p:nvPr/>
          </p:nvGrpSpPr>
          <p:grpSpPr>
            <a:xfrm>
              <a:off x="16816" y="12047"/>
              <a:ext cx="907" cy="907"/>
              <a:chOff x="16280" y="11640"/>
              <a:chExt cx="907" cy="907"/>
            </a:xfrm>
          </p:grpSpPr>
          <p:sp>
            <p:nvSpPr>
              <p:cNvPr id="87" name="椭圆 86"/>
              <p:cNvSpPr/>
              <p:nvPr>
                <p:custDataLst>
                  <p:tags r:id="rId20"/>
                </p:custDataLst>
              </p:nvPr>
            </p:nvSpPr>
            <p:spPr bwMode="auto">
              <a:xfrm>
                <a:off x="16280" y="11640"/>
                <a:ext cx="907" cy="907"/>
              </a:xfrm>
              <a:prstGeom prst="ellipse">
                <a:avLst/>
              </a:prstGeom>
              <a:gradFill>
                <a:gsLst>
                  <a:gs pos="0">
                    <a:srgbClr val="5B9BD5">
                      <a:satMod val="110000"/>
                      <a:lumMod val="105000"/>
                      <a:tint val="67000"/>
                    </a:srgbClr>
                  </a:gs>
                  <a:gs pos="50000">
                    <a:srgbClr val="5B9BD5">
                      <a:lumMod val="105000"/>
                      <a:satMod val="103000"/>
                      <a:tint val="73000"/>
                    </a:srgbClr>
                  </a:gs>
                  <a:gs pos="100000">
                    <a:srgbClr val="5B9BD5">
                      <a:satMod val="105000"/>
                      <a:lumMod val="109000"/>
                      <a:tint val="81000"/>
                    </a:srgbClr>
                  </a:gs>
                  <a:gs pos="0">
                    <a:srgbClr val="ADE1F9"/>
                  </a:gs>
                  <a:gs pos="100000">
                    <a:srgbClr val="FFF2EC"/>
                  </a:gs>
                </a:gsLst>
                <a:lin ang="17400000" scaled="0"/>
              </a:gradFill>
              <a:ln w="6350" cap="flat" cmpd="sng" algn="ctr">
                <a:noFill/>
                <a:prstDash val="solid"/>
                <a:miter lim="800000"/>
              </a:ln>
              <a:effectLst/>
            </p:spPr>
            <p:style>
              <a:lnRef idx="1">
                <a:srgbClr val="5B9BD5"/>
              </a:lnRef>
              <a:fillRef idx="2">
                <a:srgbClr val="5B9BD5"/>
              </a:fillRef>
              <a:effectRef idx="1">
                <a:srgbClr val="5B9BD5"/>
              </a:effectRef>
              <a:fontRef idx="minor">
                <a:sysClr val="windowText" lastClr="000000"/>
              </a:fontRef>
            </p:style>
            <p:txBody>
              <a:bodyPr rtlCol="0" anchor="ctr">
                <a:normAutofit fontScale="80000"/>
              </a:bodyPr>
              <a:p>
                <a:pPr algn="ctr"/>
                <a:endParaRPr lang="zh-CN" altLang="en-US" sz="900">
                  <a:solidFill>
                    <a:sysClr val="windowText" lastClr="000000"/>
                  </a:solidFill>
                  <a:cs typeface="+mn-ea"/>
                </a:endParaRPr>
              </a:p>
            </p:txBody>
          </p:sp>
          <p:pic>
            <p:nvPicPr>
              <p:cNvPr id="88" name="图片 87" descr="放大镜"/>
              <p:cNvPicPr>
                <a:picLocks noChangeAspect="1"/>
              </p:cNvPicPr>
              <p:nvPr/>
            </p:nvPicPr>
            <p:blipFill>
              <a:blip r:embed="rId21">
                <a:extLst>
                  <a:ext uri="{96DAC541-7B7A-43D3-8B79-37D633B846F1}">
                    <asvg:svgBlip xmlns:asvg="http://schemas.microsoft.com/office/drawing/2016/SVG/main" r:embed="rId22"/>
                  </a:ext>
                </a:extLst>
              </a:blip>
              <a:stretch>
                <a:fillRect/>
              </a:stretch>
            </p:blipFill>
            <p:spPr>
              <a:xfrm>
                <a:off x="16471" y="11817"/>
                <a:ext cx="567" cy="567"/>
              </a:xfrm>
              <a:prstGeom prst="rect">
                <a:avLst/>
              </a:prstGeom>
            </p:spPr>
          </p:pic>
        </p:grpSp>
      </p:grpSp>
      <p:pic>
        <p:nvPicPr>
          <p:cNvPr id="89" name="图片 88" descr="深信服 + 智安全"/>
          <p:cNvPicPr>
            <a:picLocks noChangeAspect="1"/>
          </p:cNvPicPr>
          <p:nvPr/>
        </p:nvPicPr>
        <p:blipFill>
          <a:blip r:embed="rId23"/>
          <a:srcRect l="5232" t="26576" r="4938" b="29565"/>
          <a:stretch>
            <a:fillRect/>
          </a:stretch>
        </p:blipFill>
        <p:spPr>
          <a:xfrm>
            <a:off x="10017125" y="238760"/>
            <a:ext cx="1629867" cy="360000"/>
          </a:xfrm>
          <a:prstGeom prst="rect">
            <a:avLst/>
          </a:prstGeom>
        </p:spPr>
      </p:pic>
      <p:sp>
        <p:nvSpPr>
          <p:cNvPr id="90" name="文本框 89"/>
          <p:cNvSpPr txBox="1"/>
          <p:nvPr/>
        </p:nvSpPr>
        <p:spPr>
          <a:xfrm>
            <a:off x="8013065" y="1371600"/>
            <a:ext cx="3558540" cy="2509520"/>
          </a:xfrm>
          <a:prstGeom prst="rect">
            <a:avLst/>
          </a:prstGeom>
          <a:noFill/>
        </p:spPr>
        <p:txBody>
          <a:bodyPr wrap="square" rtlCol="0" anchor="t">
            <a:spAutoFit/>
          </a:bodyPr>
          <a:p>
            <a:pPr marL="191770" indent="0" algn="l" rtl="0" eaLnBrk="0" fontAlgn="auto">
              <a:lnSpc>
                <a:spcPct val="15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中秋节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mid_autumn_festival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国庆</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national_day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元旦</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new_years_day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春节值守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spring_festival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清明节</a:t>
            </a: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dirty="0">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qingming_festival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endParaRPr>
          </a:p>
          <a:p>
            <a:pPr marL="191770" indent="0" algn="l" defTabSz="2438400"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五一值守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labor_day</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a:p>
            <a:pPr marL="191770" indent="0" algn="l" rtl="0" eaLnBrk="0" fontAlgn="auto">
              <a:lnSpc>
                <a:spcPct val="140000"/>
              </a:lnSpc>
              <a:spcBef>
                <a:spcPts val="0"/>
              </a:spcBef>
            </a:pPr>
            <a:r>
              <a:rPr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端午节值守</a:t>
            </a:r>
            <a:r>
              <a:rPr lang="zh-CN" sz="800" b="1" spc="40" dirty="0">
                <a:solidFill>
                  <a:srgbClr val="204080">
                    <a:alpha val="100000"/>
                  </a:srgbClr>
                </a:solidFill>
                <a:latin typeface="黑体" panose="02010609060101010101" charset="-122"/>
                <a:ea typeface="黑体" panose="02010609060101010101" charset="-122"/>
                <a:cs typeface="黑体" panose="02010609060101010101" charset="-122"/>
                <a:sym typeface="+mn-ea"/>
              </a:rPr>
              <a:t>保障</a:t>
            </a:r>
            <a:endParaRPr sz="800" b="1" spc="40" dirty="0">
              <a:solidFill>
                <a:srgbClr val="204080">
                  <a:alpha val="100000"/>
                </a:srgbClr>
              </a:solidFill>
              <a:latin typeface="黑体" panose="02010609060101010101" charset="-122"/>
              <a:ea typeface="黑体" panose="02010609060101010101" charset="-122"/>
              <a:cs typeface="黑体" panose="02010609060101010101" charset="-122"/>
            </a:endParaRPr>
          </a:p>
          <a:p>
            <a:pPr marL="191770" indent="0" algn="l" rtl="0" eaLnBrk="0" fontAlgn="auto">
              <a:lnSpc>
                <a:spcPct val="140000"/>
              </a:lnSpc>
              <a:spcBef>
                <a:spcPts val="0"/>
              </a:spcBef>
            </a:pP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r>
              <a:rPr lang="en-US" altLang="zh-CN"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dragon_boat_festival</a:t>
            </a:r>
            <a:r>
              <a:rPr lang="en-US" sz="800" spc="-10" dirty="0">
                <a:solidFill>
                  <a:srgbClr val="000000">
                    <a:alpha val="100000"/>
                  </a:srgbClr>
                </a:solidFill>
                <a:latin typeface="黑体" panose="02010609060101010101" charset="-122"/>
                <a:ea typeface="黑体" panose="02010609060101010101" charset="-122"/>
                <a:cs typeface="黑体" panose="02010609060101010101" charset="-122"/>
                <a:sym typeface="+mn-ea"/>
              </a:rPr>
              <a:t>}}</a:t>
            </a:r>
            <a:endParaRPr lang="zh-CN" altLang="en-US" sz="800" spc="50" dirty="0">
              <a:solidFill>
                <a:srgbClr val="000000">
                  <a:alpha val="100000"/>
                </a:srgbClr>
              </a:solidFill>
              <a:latin typeface="黑体" panose="02010609060101010101" charset="-122"/>
              <a:ea typeface="黑体" panose="02010609060101010101" charset="-122"/>
              <a:cs typeface="黑体" panose="02010609060101010101" charset="-122"/>
              <a:sym typeface="+mn-ea"/>
            </a:endParaRPr>
          </a:p>
        </p:txBody>
      </p:sp>
      <p:sp>
        <p:nvSpPr>
          <p:cNvPr id="91" name="文本框 90"/>
          <p:cNvSpPr txBox="1"/>
          <p:nvPr/>
        </p:nvSpPr>
        <p:spPr>
          <a:xfrm>
            <a:off x="5333365" y="1484630"/>
            <a:ext cx="1885315" cy="368300"/>
          </a:xfrm>
          <a:prstGeom prst="rect">
            <a:avLst/>
          </a:prstGeom>
          <a:noFill/>
        </p:spPr>
        <p:txBody>
          <a:bodyPr wrap="square" rtlCol="0" anchor="t">
            <a:spAutoFit/>
          </a:bodyPr>
          <a:p>
            <a:r>
              <a:rPr lang="zh-CN" altLang="en-US"/>
              <a:t>{{P</a:t>
            </a:r>
            <a:r>
              <a:rPr lang="en-US" altLang="zh-CN"/>
              <a:t>27</a:t>
            </a:r>
            <a:r>
              <a:rPr lang="zh-CN" altLang="en-US"/>
              <a:t>_combo}}</a:t>
            </a:r>
            <a:endParaRPr lang="zh-CN" altLang="en-US"/>
          </a:p>
        </p:txBody>
      </p:sp>
    </p:spTree>
  </p:cSld>
  <p:clrMapOvr>
    <a:masterClrMapping/>
  </p:clrMapOvr>
</p:sld>
</file>

<file path=ppt/tags/tag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a*1"/>
  <p:tag name="KSO_WM_UNIT_LAYERLEVEL" val="1"/>
  <p:tag name="KSO_WM_TAG_VERSION" val="3.0"/>
  <p:tag name="KSO_WM_BEAUTIFY_FLAG" val="#wm#"/>
  <p:tag name="KSO_WM_UNIT_ISCONTENTSTITLE" val="0"/>
  <p:tag name="KSO_WM_UNIT_ISNUMDGMTITLE" val="0"/>
  <p:tag name="KSO_WM_UNIT_PRESET_TEXT" val="单击此处编辑母版标题样式"/>
  <p:tag name="KSO_WM_UNIT_NOCLEAR" val="0"/>
  <p:tag name="KSO_WM_UNIT_VALUE" val="20"/>
  <p:tag name="KSO_WM_UNIT_TYPE" val="a"/>
  <p:tag name="KSO_WM_UNIT_INDEX" val="1"/>
</p:tagLst>
</file>

<file path=ppt/tags/tag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1**"/>
  <p:tag name="KSO_WM_UNIT_LAYERLEVEL" val="1"/>
  <p:tag name="KSO_WM_TAG_VERSION" val="3.0"/>
  <p:tag name="KSO_WM_BEAUTIFY_FLAG" val="#wm#"/>
</p:tagLst>
</file>

<file path=ppt/tags/tag8.xml><?xml version="1.0" encoding="utf-8"?>
<p:tagLst xmlns:p="http://schemas.openxmlformats.org/presentationml/2006/main">
  <p:tag name="KSO_WM_UNIT_TYPE" val="a"/>
  <p:tag name="KSO_WM_UNIT_INDEX" val="1"/>
  <p:tag name="KSO_WM_BEAUTIFY_FLAG" val="#wm#"/>
  <p:tag name="KSO_WM_TAG_VERSION" val="3.0"/>
  <p:tag name="KSO_WM_UNIT_PRESET_TEXT" val="单击此处编辑母版标题样式"/>
  <p:tag name="KSO_WM_UNIT_ID" val="_4*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4"/>
</p:tagLst>
</file>

<file path=ppt/tags/tag9.xml><?xml version="1.0" encoding="utf-8"?>
<p:tagLst xmlns:p="http://schemas.openxmlformats.org/presentationml/2006/main">
  <p:tag name="KSO_WM_UNIT_TYPE" val="e"/>
  <p:tag name="KSO_WM_UNIT_INDEX" val="1"/>
  <p:tag name="KSO_WM_BEAUTIFY_FLAG" val="#wm#"/>
  <p:tag name="KSO_WM_TAG_VERSION" val="3.0"/>
  <p:tag name="KSO_WM_UNIT_PRESET_TEXT" val="编号"/>
  <p:tag name="KSO_WM_UNIT_ID" val="_4*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
</p:tagLst>
</file>

<file path=ppt/tags/tag10.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1.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2.xml><?xml version="1.0" encoding="utf-8"?>
<p:tagLst xmlns:p="http://schemas.openxmlformats.org/presentationml/2006/main">
  <p:tag name="KSO_WM_UNIT_ID" val="_4**"/>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3.xml><?xml version="1.0" encoding="utf-8"?>
<p:tagLst xmlns:p="http://schemas.openxmlformats.org/presentationml/2006/main">
  <p:tag name="KSO_WM_UNIT_TYPE" val="i"/>
  <p:tag name="KSO_WM_UNIT_INDEX" val="2"/>
  <p:tag name="KSO_WM_BEAUTIFY_FLAG" val="#wm#"/>
  <p:tag name="KSO_WM_TAG_VERSION" val="3.0"/>
  <p:tag name="KSO_WM_UNIT_ID" val="_4*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4.xml><?xml version="1.0" encoding="utf-8"?>
<p:tagLst xmlns:p="http://schemas.openxmlformats.org/presentationml/2006/main">
  <p:tag name="KSO_WM_UNIT_TYPE" val="i"/>
  <p:tag name="KSO_WM_UNIT_INDEX" val="5"/>
  <p:tag name="KSO_WM_BEAUTIFY_FLAG" val="#wm#"/>
  <p:tag name="KSO_WM_TAG_VERSION" val="3.0"/>
  <p:tag name="KSO_WM_UNIT_ID" val="_4*i*5"/>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5.xml><?xml version="1.0" encoding="utf-8"?>
<p:tagLst xmlns:p="http://schemas.openxmlformats.org/presentationml/2006/main">
  <p:tag name="KSO_WM_UNIT_TYPE" val="i"/>
  <p:tag name="KSO_WM_UNIT_INDEX" val="3"/>
  <p:tag name="KSO_WM_BEAUTIFY_FLAG" val="#wm#"/>
  <p:tag name="KSO_WM_TAG_VERSION" val="3.0"/>
  <p:tag name="KSO_WM_UNIT_ID" val="_4*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6.xml><?xml version="1.0" encoding="utf-8"?>
<p:tagLst xmlns:p="http://schemas.openxmlformats.org/presentationml/2006/main">
  <p:tag name="KSO_WM_UNIT_TYPE" val="i"/>
  <p:tag name="KSO_WM_UNIT_INDEX" val="1"/>
  <p:tag name="KSO_WM_BEAUTIFY_FLAG" val="#wm#"/>
  <p:tag name="KSO_WM_TAG_VERSION" val="3.0"/>
  <p:tag name="KSO_WM_UNIT_ID" val="_4*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7.xml><?xml version="1.0" encoding="utf-8"?>
<p:tagLst xmlns:p="http://schemas.openxmlformats.org/presentationml/2006/main">
  <p:tag name="KSO_WM_UNIT_TYPE" val="i"/>
  <p:tag name="KSO_WM_UNIT_INDEX" val="4"/>
  <p:tag name="KSO_WM_BEAUTIFY_FLAG" val="#wm#"/>
  <p:tag name="KSO_WM_TAG_VERSION" val="3.0"/>
  <p:tag name="KSO_WM_UNIT_ID" val="_4*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1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1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_7**"/>
  <p:tag name="KSO_WM_UNIT_LAYERLEVEL" val="1"/>
  <p:tag name="KSO_WM_TAG_VERSION" val="1.0"/>
  <p:tag name="KSO_WM_BEAUTIFY_FLAG" val="#wm#"/>
</p:tagLst>
</file>

<file path=ppt/tags/tag21.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22.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2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4.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5.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26.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27.xml><?xml version="1.0" encoding="utf-8"?>
<p:tagLst xmlns:p="http://schemas.openxmlformats.org/presentationml/2006/main">
  <p:tag name="KSO_WM_UNIT_TYPE" val="a"/>
  <p:tag name="KSO_WM_UNIT_INDEX" val="1"/>
  <p:tag name="KSO_WM_BEAUTIFY_FLAG" val="#wm#"/>
  <p:tag name="KSO_WM_TAG_VERSION" val="3.0"/>
  <p:tag name="KSO_WM_UNIT_PRESET_TEXT" val="编辑标题"/>
  <p:tag name="KSO_WM_UNIT_ID" val="_11*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12"/>
</p:tagLst>
</file>

<file path=ppt/tags/tag28.xml><?xml version="1.0" encoding="utf-8"?>
<p:tagLst xmlns:p="http://schemas.openxmlformats.org/presentationml/2006/main">
  <p:tag name="KSO_WM_UNIT_TYPE" val="b"/>
  <p:tag name="KSO_WM_UNIT_INDEX" val="1"/>
  <p:tag name="KSO_WM_BEAUTIFY_FLAG" val="#wm#"/>
  <p:tag name="KSO_WM_TAG_VERSION" val="3.0"/>
  <p:tag name="KSO_WM_UNIT_PRESET_TEXT" val="编辑副标题"/>
  <p:tag name="KSO_WM_UNIT_ID" val="_11*b*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UNIT_VALUE" val="8"/>
</p:tagLst>
</file>

<file path=ppt/tags/tag29.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0.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1.xml><?xml version="1.0" encoding="utf-8"?>
<p:tagLst xmlns:p="http://schemas.openxmlformats.org/presentationml/2006/main">
  <p:tag name="KSO_WM_UNIT_ID" val="_11**"/>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2.xml><?xml version="1.0" encoding="utf-8"?>
<p:tagLst xmlns:p="http://schemas.openxmlformats.org/presentationml/2006/main">
  <p:tag name="KSO_WM_UNIT_TYPE" val="f"/>
  <p:tag name="KSO_WM_UNIT_SUBTYPE" val="g"/>
  <p:tag name="KSO_WM_UNIT_INDEX" val="2"/>
  <p:tag name="KSO_WM_BEAUTIFY_FLAG" val="#wm#"/>
  <p:tag name="KSO_WM_TAG_VERSION" val="3.0"/>
  <p:tag name="KSO_WM_UNIT_PRESET_TEXT" val="公司"/>
  <p:tag name="KSO_WM_UNIT_ID" val="_11*f*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3"/>
</p:tagLst>
</file>

<file path=ppt/tags/tag33.xml><?xml version="1.0" encoding="utf-8"?>
<p:tagLst xmlns:p="http://schemas.openxmlformats.org/presentationml/2006/main">
  <p:tag name="KSO_WM_UNIT_TYPE" val="f"/>
  <p:tag name="KSO_WM_UNIT_SUBTYPE" val="b"/>
  <p:tag name="KSO_WM_UNIT_INDEX" val="1"/>
  <p:tag name="KSO_WM_BEAUTIFY_FLAG" val="#wm#"/>
  <p:tag name="KSO_WM_TAG_VERSION" val="3.0"/>
  <p:tag name="KSO_WM_UNIT_PRESET_TEXT" val="署名"/>
  <p:tag name="KSO_WM_UNIT_ID" val="_11*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VALUE" val="20"/>
</p:tagLst>
</file>

<file path=ppt/tags/tag34.xml><?xml version="1.0" encoding="utf-8"?>
<p:tagLst xmlns:p="http://schemas.openxmlformats.org/presentationml/2006/main">
  <p:tag name="KSO_WM_UNIT_TYPE" val="i"/>
  <p:tag name="KSO_WM_UNIT_INDEX" val="2"/>
  <p:tag name="KSO_WM_BEAUTIFY_FLAG" val="#wm#"/>
  <p:tag name="KSO_WM_TAG_VERSION" val="3.0"/>
  <p:tag name="KSO_WM_UNIT_ID" val="_11*i*2"/>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5.xml><?xml version="1.0" encoding="utf-8"?>
<p:tagLst xmlns:p="http://schemas.openxmlformats.org/presentationml/2006/main">
  <p:tag name="KSO_WM_UNIT_TYPE" val="i"/>
  <p:tag name="KSO_WM_UNIT_INDEX" val="6"/>
  <p:tag name="KSO_WM_BEAUTIFY_FLAG" val="#wm#"/>
  <p:tag name="KSO_WM_TAG_VERSION" val="3.0"/>
  <p:tag name="KSO_WM_UNIT_ID" val="_11*i*6"/>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6.xml><?xml version="1.0" encoding="utf-8"?>
<p:tagLst xmlns:p="http://schemas.openxmlformats.org/presentationml/2006/main">
  <p:tag name="KSO_WM_UNIT_TYPE" val="i"/>
  <p:tag name="KSO_WM_UNIT_INDEX" val="4"/>
  <p:tag name="KSO_WM_BEAUTIFY_FLAG" val="#wm#"/>
  <p:tag name="KSO_WM_TAG_VERSION" val="3.0"/>
  <p:tag name="KSO_WM_UNIT_ID" val="_11*i*4"/>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7.xml><?xml version="1.0" encoding="utf-8"?>
<p:tagLst xmlns:p="http://schemas.openxmlformats.org/presentationml/2006/main">
  <p:tag name="KSO_WM_UNIT_TYPE" val="i"/>
  <p:tag name="KSO_WM_UNIT_INDEX" val="1"/>
  <p:tag name="KSO_WM_BEAUTIFY_FLAG" val="#wm#"/>
  <p:tag name="KSO_WM_TAG_VERSION" val="3.0"/>
  <p:tag name="KSO_WM_UNIT_ID" val="_11*i*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8.xml><?xml version="1.0" encoding="utf-8"?>
<p:tagLst xmlns:p="http://schemas.openxmlformats.org/presentationml/2006/main">
  <p:tag name="KSO_WM_UNIT_TYPE" val="i"/>
  <p:tag name="KSO_WM_UNIT_INDEX" val="3"/>
  <p:tag name="KSO_WM_BEAUTIFY_FLAG" val="#wm#"/>
  <p:tag name="KSO_WM_TAG_VERSION" val="3.0"/>
  <p:tag name="KSO_WM_UNIT_ID" val="_11*i*3"/>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39.xml><?xml version="1.0" encoding="utf-8"?>
<p:tagLst xmlns:p="http://schemas.openxmlformats.org/presentationml/2006/main">
  <p:tag name="KSO_WM_UNIT_TYPE" val="a"/>
  <p:tag name="KSO_WM_UNIT_INDEX" val="1"/>
  <p:tag name="KSO_WM_BEAUTIFY_FLAG" val="#wm#"/>
  <p:tag name="KSO_WM_TAG_VERSION" val="1.0"/>
  <p:tag name="KSO_WM_UNIT_PRESET_TEXT" val="单击此处编辑母版标题样式"/>
  <p:tag name="KSO_WM_UNIT_ID" val="_0*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UNIT_ISCONTENTSTITLE" val="0"/>
  <p:tag name="KSO_WM_TEMPLATE_CATEGORY" val="custom"/>
  <p:tag name="KSO_WM_TEMPLATE_INDEX" val="20238577"/>
</p:tagLst>
</file>

<file path=ppt/tags/tag40.xml><?xml version="1.0" encoding="utf-8"?>
<p:tagLst xmlns:p="http://schemas.openxmlformats.org/presentationml/2006/main">
  <p:tag name="KSO_WM_UNIT_TYPE" val="f"/>
  <p:tag name="KSO_WM_UNIT_SUBTYPE" val="a"/>
  <p:tag name="KSO_WM_UNIT_INDEX" val="1"/>
  <p:tag name="KSO_WM_BEAUTIFY_FLAG" val="#wm#"/>
  <p:tag name="KSO_WM_TAG_VERSION" val="1.0"/>
  <p:tag name="KSO_WM_UNIT_PRESET_TEXT" val="单击此处编辑母版文本样式&#10;第二级&#10;第三级&#10;第四级&#10;第五级"/>
  <p:tag name="KSO_WM_UNIT_ID" val="_0*f*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CATEGORY" val="custom"/>
  <p:tag name="KSO_WM_TEMPLATE_INDEX" val="20238577"/>
</p:tagLst>
</file>

<file path=ppt/tags/tag41.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2.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3.xml><?xml version="1.0" encoding="utf-8"?>
<p:tagLst xmlns:p="http://schemas.openxmlformats.org/presentationml/2006/main">
  <p:tag name="KSO_WM_UNIT_ID" val="_0**"/>
  <p:tag name="KSO_WM_BEAUTIFY_FLAG" val="#wm#"/>
  <p:tag name="KSO_WM_TAG_VERSION" val="3.0"/>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Lst>
</file>

<file path=ppt/tags/tag44.xml><?xml version="1.0" encoding="utf-8"?>
<p:tagLst xmlns:p="http://schemas.openxmlformats.org/presentationml/2006/main">
  <p:tag name="KSO_WM_TEMPLATE_SUBCATEGORY" val="29"/>
  <p:tag name="KSO_WM_TEMPLATE_COLOR_TYPE" val="0"/>
  <p:tag name="KSO_WM_TAG_VERSION" val="3.0"/>
  <p:tag name="KSO_WM_TEMPLATE_THUMBS_INDEX" val="1、9"/>
  <p:tag name="KSO_WM_BEAUTIFY_FLAG" val="#wm#"/>
  <p:tag name="KSO_WM_TEMPLATE_INDEX" val="20238577"/>
  <p:tag name="KSO_WM_TEMPLATE_CATEGORY" val="custom"/>
  <p:tag name="KSO_WM_TEMPLATE_MASTER_TYPE" val="0"/>
</p:tagLst>
</file>

<file path=ppt/tags/tag45.xml><?xml version="1.0" encoding="utf-8"?>
<p:tagLst xmlns:p="http://schemas.openxmlformats.org/presentationml/2006/main">
  <p:tag name="KSO_WM_BEAUTIFY_FLAG" val=""/>
</p:tagLst>
</file>

<file path=ppt/tags/tag46.xml><?xml version="1.0" encoding="utf-8"?>
<p:tagLst xmlns:p="http://schemas.openxmlformats.org/presentationml/2006/main">
  <p:tag name="KSO_WM_BEAUTIFY_FLAG" val=""/>
</p:tagLst>
</file>

<file path=ppt/tags/tag47.xml><?xml version="1.0" encoding="utf-8"?>
<p:tagLst xmlns:p="http://schemas.openxmlformats.org/presentationml/2006/main">
  <p:tag name="KSO_WM_DIAGRAM_VIRTUALLY_FRAME" val="{&quot;height&quot;:275.27181102362204,&quot;left&quot;:558.35,&quot;top&quot;:123.32125984251968,&quot;width&quot;:255.1}"/>
</p:tagLst>
</file>

<file path=ppt/tags/tag48.xml><?xml version="1.0" encoding="utf-8"?>
<p:tagLst xmlns:p="http://schemas.openxmlformats.org/presentationml/2006/main">
  <p:tag name="KSO_WM_DIAGRAM_VIRTUALLY_FRAME" val="{&quot;height&quot;:275.27181102362204,&quot;left&quot;:558.35,&quot;top&quot;:123.32125984251968,&quot;width&quot;:255.1}"/>
</p:tagLst>
</file>

<file path=ppt/tags/tag49.xml><?xml version="1.0" encoding="utf-8"?>
<p:tagLst xmlns:p="http://schemas.openxmlformats.org/presentationml/2006/main">
  <p:tag name="KSO_WM_DIAGRAM_VIRTUALLY_FRAME" val="{&quot;height&quot;:275.27181102362204,&quot;left&quot;:558.35,&quot;top&quot;:123.32125984251968,&quot;width&quot;:255.1}"/>
</p:tagLst>
</file>

<file path=ppt/tags/tag50.xml><?xml version="1.0" encoding="utf-8"?>
<p:tagLst xmlns:p="http://schemas.openxmlformats.org/presentationml/2006/main">
  <p:tag name="KSO_WM_DIAGRAM_VIRTUALLY_FRAME" val="{&quot;height&quot;:275.27181102362204,&quot;left&quot;:558.35,&quot;top&quot;:123.32125984251968,&quot;width&quot;:255.1}"/>
</p:tagLst>
</file>

<file path=ppt/tags/tag51.xml><?xml version="1.0" encoding="utf-8"?>
<p:tagLst xmlns:p="http://schemas.openxmlformats.org/presentationml/2006/main">
  <p:tag name="KSO_WM_DIAGRAM_VIRTUALLY_FRAME" val="{&quot;height&quot;:275.27181102362204,&quot;left&quot;:558.35,&quot;top&quot;:123.32125984251968,&quot;width&quot;:255.1}"/>
</p:tagLst>
</file>

<file path=ppt/tags/tag52.xml><?xml version="1.0" encoding="utf-8"?>
<p:tagLst xmlns:p="http://schemas.openxmlformats.org/presentationml/2006/main">
  <p:tag name="KSO_WM_DIAGRAM_VIRTUALLY_FRAME" val="{&quot;height&quot;:275.27181102362204,&quot;left&quot;:558.35,&quot;top&quot;:123.32125984251968,&quot;width&quot;:255.1}"/>
</p:tagLst>
</file>

<file path=ppt/tags/tag53.xml><?xml version="1.0" encoding="utf-8"?>
<p:tagLst xmlns:p="http://schemas.openxmlformats.org/presentationml/2006/main">
  <p:tag name="KSO_WM_DIAGRAM_VIRTUALLY_FRAME" val="{&quot;height&quot;:275.27181102362204,&quot;left&quot;:558.35,&quot;top&quot;:123.32125984251968,&quot;width&quot;:255.1}"/>
</p:tagLst>
</file>

<file path=ppt/tags/tag54.xml><?xml version="1.0" encoding="utf-8"?>
<p:tagLst xmlns:p="http://schemas.openxmlformats.org/presentationml/2006/main">
  <p:tag name="KSO_WM_DIAGRAM_VIRTUALLY_FRAME" val="{&quot;height&quot;:275.27181102362204,&quot;left&quot;:558.35,&quot;top&quot;:123.32125984251968,&quot;width&quot;:255.1}"/>
</p:tagLst>
</file>

<file path=ppt/tags/tag55.xml><?xml version="1.0" encoding="utf-8"?>
<p:tagLst xmlns:p="http://schemas.openxmlformats.org/presentationml/2006/main">
  <p:tag name="KSO_WM_DIAGRAM_VIRTUALLY_FRAME" val="{&quot;height&quot;:275.27181102362204,&quot;left&quot;:558.35,&quot;top&quot;:123.32125984251968,&quot;width&quot;:255.1}"/>
</p:tagLst>
</file>

<file path=ppt/tags/tag56.xml><?xml version="1.0" encoding="utf-8"?>
<p:tagLst xmlns:p="http://schemas.openxmlformats.org/presentationml/2006/main">
  <p:tag name="KSO_WM_DIAGRAM_VIRTUALLY_FRAME" val="{&quot;height&quot;:275.27181102362204,&quot;left&quot;:558.35,&quot;top&quot;:123.32125984251968,&quot;width&quot;:255.1}"/>
</p:tagLst>
</file>

<file path=ppt/tags/tag57.xml><?xml version="1.0" encoding="utf-8"?>
<p:tagLst xmlns:p="http://schemas.openxmlformats.org/presentationml/2006/main">
  <p:tag name="KSO_WM_DIAGRAM_VIRTUALLY_FRAME" val="{&quot;height&quot;:275.27181102362204,&quot;left&quot;:558.35,&quot;top&quot;:123.32125984251968,&quot;width&quot;:255.1}"/>
</p:tagLst>
</file>

<file path=ppt/tags/tag58.xml><?xml version="1.0" encoding="utf-8"?>
<p:tagLst xmlns:p="http://schemas.openxmlformats.org/presentationml/2006/main">
  <p:tag name="KSO_WM_DIAGRAM_VIRTUALLY_FRAME" val="{&quot;height&quot;:275.27181102362204,&quot;left&quot;:558.35,&quot;top&quot;:123.32125984251968,&quot;width&quot;:255.1}"/>
</p:tagLst>
</file>

<file path=ppt/tags/tag59.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0.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4.xml><?xml version="1.0" encoding="utf-8"?>
<p:tagLst xmlns:p="http://schemas.openxmlformats.org/presentationml/2006/main">
  <p:tag name="KSO_WM_DIAGRAM_VIRTUALLY_FRAME" val="{&quot;height&quot;:389.6,&quot;left&quot;:211.45,&quot;top&quot;:116.65,&quot;width&quot;:477.55}"/>
</p:tagLst>
</file>

<file path=ppt/tags/tag65.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66.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67.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68.xml><?xml version="1.0" encoding="utf-8"?>
<p:tagLst xmlns:p="http://schemas.openxmlformats.org/presentationml/2006/main">
  <p:tag name="KSO_WM_BEAUTIFY_FLAG" val=""/>
</p:tagLst>
</file>

<file path=ppt/tags/tag69.xml><?xml version="1.0" encoding="utf-8"?>
<p:tagLst xmlns:p="http://schemas.openxmlformats.org/presentationml/2006/main">
  <p:tag name="KSO_WM_BEAUTIFY_FLAG" val=""/>
</p:tagLst>
</file>

<file path=ppt/tags/tag70.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3_1"/>
  <p:tag name="KSO_WM_UNIT_ID" val="diagram40494663_1*l_h_a*1_3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1.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3_1"/>
  <p:tag name="KSO_WM_UNIT_ID" val="diagram40494663_1*l_h_f*1_3_1"/>
  <p:tag name="KSO_WM_TEMPLATE_CATEGORY" val="diagram"/>
  <p:tag name="KSO_WM_TEMPLATE_INDEX" val="40494663"/>
  <p:tag name="KSO_WM_UNIT_LAYERLEVEL" val="1_1_1"/>
  <p:tag name="KSO_WM_TAG_VERSION" val="3.0"/>
  <p:tag name="KSO_WM_BEAUTIFY_FLAG" val="#wm#"/>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1"/>
  <p:tag name="KSO_WM_UNIT_ID" val="diagram40494663_1*l_h_i*1_3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3.xml><?xml version="1.0" encoding="utf-8"?>
<p:tagLst xmlns:p="http://schemas.openxmlformats.org/presentationml/2006/main">
  <p:tag name="KSO_WM_UNIT_VALUE" val="84*84"/>
  <p:tag name="KSO_WM_UNIT_HIGHLIGHT" val="0"/>
  <p:tag name="KSO_WM_UNIT_COMPATIBLE" val="0"/>
  <p:tag name="KSO_WM_UNIT_DIAGRAM_ISNUMVISUAL" val="0"/>
  <p:tag name="KSO_WM_UNIT_DIAGRAM_ISREFERUNIT" val="0"/>
  <p:tag name="KSO_WM_DIAGRAM_GROUP_CODE" val="l1-1"/>
  <p:tag name="KSO_WM_UNIT_TYPE" val="l_h_x"/>
  <p:tag name="KSO_WM_UNIT_INDEX" val="1_3_1"/>
  <p:tag name="KSO_WM_UNIT_ID" val="diagram40494663_1*l_h_x*1_3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2"/>
  <p:tag name="KSO_WM_UNIT_ID" val="diagram40494663_1*l_h_i*1_2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5.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2_1"/>
  <p:tag name="KSO_WM_UNIT_ID" val="diagram40494663_1*l_h_a*1_2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6.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2_1"/>
  <p:tag name="KSO_WM_UNIT_ID" val="diagram40494663_1*l_h_f*1_2_1"/>
  <p:tag name="KSO_WM_TEMPLATE_CATEGORY" val="diagram"/>
  <p:tag name="KSO_WM_TEMPLATE_INDEX" val="40494663"/>
  <p:tag name="KSO_WM_UNIT_LAYERLEVEL" val="1_1_1"/>
  <p:tag name="KSO_WM_TAG_VERSION" val="3.0"/>
  <p:tag name="KSO_WM_BEAUTIFY_FLAG" val="#wm#"/>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内容，简明扼要地阐述您的观点。单击此处添加文本内容，简明扼要地阐述观点。单击此处添加文本内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40494663_1*l_h_i*1_2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78.xml><?xml version="1.0" encoding="utf-8"?>
<p:tagLst xmlns:p="http://schemas.openxmlformats.org/presentationml/2006/main">
  <p:tag name="KSO_WM_UNIT_VALUE" val="96*87"/>
  <p:tag name="KSO_WM_UNIT_HIGHLIGHT" val="0"/>
  <p:tag name="KSO_WM_UNIT_COMPATIBLE" val="0"/>
  <p:tag name="KSO_WM_UNIT_DIAGRAM_ISNUMVISUAL" val="0"/>
  <p:tag name="KSO_WM_UNIT_DIAGRAM_ISREFERUNIT" val="0"/>
  <p:tag name="KSO_WM_DIAGRAM_GROUP_CODE" val="l1-1"/>
  <p:tag name="KSO_WM_UNIT_TYPE" val="l_h_x"/>
  <p:tag name="KSO_WM_UNIT_INDEX" val="1_2_1"/>
  <p:tag name="KSO_WM_UNIT_ID" val="diagram40494663_1*l_h_x*1_2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79.xml><?xml version="1.0" encoding="utf-8"?>
<p:tagLst xmlns:p="http://schemas.openxmlformats.org/presentationml/2006/main">
  <p:tag name="KSO_WM_UNIT_NOCLEAR" val="0"/>
  <p:tag name="KSO_WM_UNIT_HIGHLIGHT" val="0"/>
  <p:tag name="KSO_WM_UNIT_COMPATIBLE" val="0"/>
  <p:tag name="KSO_WM_UNIT_DIAGRAM_ISNUMVISUAL" val="0"/>
  <p:tag name="KSO_WM_UNIT_DIAGRAM_ISREFERUNIT" val="0"/>
  <p:tag name="KSO_WM_UNIT_TYPE" val="l_h_a"/>
  <p:tag name="KSO_WM_UNIT_INDEX" val="1_1_1"/>
  <p:tag name="KSO_WM_UNIT_ID" val="diagram40494663_1*l_h_a*1_1_1"/>
  <p:tag name="KSO_WM_TEMPLATE_CATEGORY" val="diagram"/>
  <p:tag name="KSO_WM_TEMPLATE_INDEX" val="40494663"/>
  <p:tag name="KSO_WM_UNIT_LAYERLEVEL" val="1_1_1"/>
  <p:tag name="KSO_WM_TAG_VERSION" val="3.0"/>
  <p:tag name="KSO_WM_BEAUTIFY_FLAG" val="#wm#"/>
  <p:tag name="KSO_WM_UNIT_ISCONTENTSTITLE" val="0"/>
  <p:tag name="KSO_WM_UNIT_ISNUMDGMTITLE" val="0"/>
  <p:tag name="KSO_WM_DIAGRAM_GROUP_CODE" val="l1-1"/>
  <p:tag name="KSO_WM_UNIT_VALUE" val="12"/>
  <p:tag name="KSO_WM_DIAGRAM_VERSION" val="3"/>
  <p:tag name="KSO_WM_DIAGRAM_COLOR_TRICK" val="1"/>
  <p:tag name="KSO_WM_DIAGRAM_COLOR_TEXT_CAN_REMOVE" val="n"/>
  <p:tag name="KSO_WM_UNIT_PRESET_TEXT" val="加项标题"/>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0.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l_h_f"/>
  <p:tag name="KSO_WM_UNIT_INDEX" val="1_1_1"/>
  <p:tag name="KSO_WM_UNIT_ID" val="diagram40494663_1*l_h_f*1_1_1"/>
  <p:tag name="KSO_WM_TEMPLATE_CATEGORY" val="diagram"/>
  <p:tag name="KSO_WM_TEMPLATE_INDEX" val="40494663"/>
  <p:tag name="KSO_WM_UNIT_LAYERLEVEL" val="1_1_1"/>
  <p:tag name="KSO_WM_TAG_VERSION" val="3.0"/>
  <p:tag name="KSO_WM_BEAUTIFY_FLAG" val="#wm#"/>
  <p:tag name="KSO_WM_UNIT_TEXT_LAYER_COUNT" val="1"/>
  <p:tag name="KSO_WM_DIAGRAM_GROUP_CODE" val="l1-1"/>
  <p:tag name="KSO_WM_DIAGRAM_VERSION" val="3"/>
  <p:tag name="KSO_WM_DIAGRAM_COLOR_TRICK" val="1"/>
  <p:tag name="KSO_WM_DIAGRAM_COLOR_TEXT_CAN_REMOVE" val="n"/>
  <p:tag name="KSO_WM_UNIT_PRESET_TEXT" val="单击此处添加文本内容，简明阐述观点。单击此处添加文本具体内容，简明扼要地阐述观点。单击此处添加文本内容，简明阐述观点。"/>
  <p:tag name="KSO_WM_UNIT_TEXT_FILL_FORE_SCHEMECOLOR_INDEX" val="1"/>
  <p:tag name="KSO_WM_UNIT_TEXT_FILL_TYPE" val="1"/>
  <p:tag name="KSO_WM_UNIT_TEXT_TYPE" val="1"/>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40494663_1*l_h_i*1_1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UNIT_FILL_TYPE" val="1"/>
  <p:tag name="KSO_WM_UNIT_FILL_FORE_SCHEMECOLOR_INDEX" val="5"/>
  <p:tag name="KSO_WM_UNIT_FILL_FORE_SCHEMECOLOR_INDEX_BRIGHTNESS" val="0"/>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2.xml><?xml version="1.0" encoding="utf-8"?>
<p:tagLst xmlns:p="http://schemas.openxmlformats.org/presentationml/2006/main">
  <p:tag name="KSO_WM_UNIT_VALUE" val="85*85"/>
  <p:tag name="KSO_WM_UNIT_HIGHLIGHT" val="0"/>
  <p:tag name="KSO_WM_UNIT_COMPATIBLE" val="0"/>
  <p:tag name="KSO_WM_UNIT_DIAGRAM_ISNUMVISUAL" val="0"/>
  <p:tag name="KSO_WM_UNIT_DIAGRAM_ISREFERUNIT" val="0"/>
  <p:tag name="KSO_WM_DIAGRAM_GROUP_CODE" val="l1-1"/>
  <p:tag name="KSO_WM_UNIT_TYPE" val="l_h_x"/>
  <p:tag name="KSO_WM_UNIT_INDEX" val="1_1_1"/>
  <p:tag name="KSO_WM_UNIT_ID" val="diagram40494663_1*l_h_x*1_1_1"/>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8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3_2"/>
  <p:tag name="KSO_WM_UNIT_ID" val="diagram40494663_1*l_h_i*1_3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2"/>
  <p:tag name="KSO_WM_UNIT_ID" val="diagram40494663_1*l_h_i*1_1_2"/>
  <p:tag name="KSO_WM_TEMPLATE_CATEGORY" val="diagram"/>
  <p:tag name="KSO_WM_TEMPLATE_INDEX" val="40494663"/>
  <p:tag name="KSO_WM_UNIT_LAYERLEVEL" val="1_1_1"/>
  <p:tag name="KSO_WM_TAG_VERSION" val="3.0"/>
  <p:tag name="KSO_WM_BEAUTIFY_FLAG" val="#wm#"/>
  <p:tag name="KSO_WM_DIAGRAM_VERSION" val="3"/>
  <p:tag name="KSO_WM_DIAGRAM_COLOR_TRICK" val="1"/>
  <p:tag name="KSO_WM_DIAGRAM_COLOR_TEXT_CAN_REMOVE" val="n"/>
  <p:tag name="KSO_WM_DIAGRAM_VIRTUALLY_FRAME" val="{&quot;height&quot;:302.6000787401575,&quot;left&quot;:62.69999389648437,&quot;top&quot;:177.77496062992125,&quot;width&quot;:828.5734586265119}"/>
  <p:tag name="KSO_WM_DIAGRAM_MAX_ITEMCNT" val="5"/>
  <p:tag name="KSO_WM_DIAGRAM_MIN_ITEMCNT" val="3"/>
  <p:tag name="KSO_WM_DIAGRAM_COLOR_MATCH_VALUE" val="{&quot;shape&quot;:{&quot;fill&quot;:{&quot;type&quot;:0},&quot;glow&quot;:{&quot;colorType&quot;:0},&quot;line&quot;:{&quot;gradient&quot;:[{&quot;brightness&quot;:0.949999988079071,&quot;colorType&quot;:1,&quot;foreColorIndex&quot;:5,&quot;pos&quot;:1,&quot;transparency&quot;:1},{&quot;brightness&quot;:0,&quot;colorType&quot;:1,&quot;foreColorIndex&quot;:5,&quot;pos&quot;:0.550000011920929,&quot;transparency&quot;:0.75}],&quot;type&quot;:2},&quot;shadow&quot;:{&quot;brightness&quot;:0,&quot;colorType&quot;:1,&quot;foreColorIndex&quot;:5,&quot;transparency&quot;:0.4099999964237213},&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16.9499938964844,&quot;left&quot;:46.8,&quot;top&quot;:95.05000305175781,&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86.xml><?xml version="1.0" encoding="utf-8"?>
<p:tagLst xmlns:p="http://schemas.openxmlformats.org/presentationml/2006/main">
  <p:tag name="KSO_WM_SLIDE_ITEM_CNT" val="3"/>
  <p:tag name="resource_record_key" val="{&quot;10&quot;:[3505430,50036384,50034089,4590447],&quot;29&quot;:[50053024,50052948],&quot;70&quot;:[3405561,3319090,3312439,3312479,3429185]}"/>
</p:tagLst>
</file>

<file path=ppt/tags/tag87.xml><?xml version="1.0" encoding="utf-8"?>
<p:tagLst xmlns:p="http://schemas.openxmlformats.org/presentationml/2006/main">
  <p:tag name="KSO_WM_BEAUTIFY_FLAG" val=""/>
</p:tagLst>
</file>

<file path=ppt/tags/tag88.xml><?xml version="1.0" encoding="utf-8"?>
<p:tagLst xmlns:p="http://schemas.openxmlformats.org/presentationml/2006/main">
  <p:tag name="KSO_WM_BEAUTIFY_FLAG" val=""/>
</p:tagLst>
</file>

<file path=ppt/tags/tag89.xml><?xml version="1.0" encoding="utf-8"?>
<p:tagLst xmlns:p="http://schemas.openxmlformats.org/presentationml/2006/main">
  <p:tag name="KSO_WM_SLIDE_ITEM_CNT" val="3"/>
  <p:tag name="resource_record_key" val="{&quot;10&quot;:[3505430,50036384],&quot;29&quot;:[50053024,50052948],&quot;70&quot;:[3405561,3319090,3312439]}"/>
</p:tagLst>
</file>

<file path=ppt/tags/tag90.xml><?xml version="1.0" encoding="utf-8"?>
<p:tagLst xmlns:p="http://schemas.openxmlformats.org/presentationml/2006/main">
  <p:tag name="KSO_WM_DIAGRAM_VIRTUALLY_FRAME" val="{&quot;height&quot;:389.6,&quot;left&quot;:211.45,&quot;top&quot;:116.65,&quot;width&quot;:477.55}"/>
</p:tagLst>
</file>

<file path=ppt/tags/tag91.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92.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93.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94.xml><?xml version="1.0" encoding="utf-8"?>
<p:tagLst xmlns:p="http://schemas.openxmlformats.org/presentationml/2006/main">
  <p:tag name="KSO_WM_BEAUTIFY_FLAG" val=""/>
</p:tagLst>
</file>

<file path=ppt/tags/tag95.xml><?xml version="1.0" encoding="utf-8"?>
<p:tagLst xmlns:p="http://schemas.openxmlformats.org/presentationml/2006/main">
  <p:tag name="KSO_WM_BEAUTIFY_FLAG" val=""/>
</p:tagLst>
</file>

<file path=ppt/tags/tag9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31092_1*n_h_a*1_1_1"/>
  <p:tag name="KSO_WM_TEMPLATE_CATEGORY" val="diagram"/>
  <p:tag name="KSO_WM_TEMPLATE_INDEX" val="20231092"/>
  <p:tag name="KSO_WM_UNIT_LAYERLEVEL" val="1_1_1"/>
  <p:tag name="KSO_WM_TAG_VERSION" val="3.0"/>
  <p:tag name="KSO_WM_UNIT_ISCONTENTSTITLE" val="0"/>
  <p:tag name="KSO_WM_UNIT_ISNUMDGMTITLE" val="0"/>
  <p:tag name="KSO_WM_UNIT_NOCLEAR" val="0"/>
  <p:tag name="KSO_WM_UNIT_VALUE" val="4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2,&quot;pos&quot;:1,&quot;rgb&quot;:&quot;#ffffff&quot;,&quot;transparency&quot;:1},{&quot;brightness&quot;:0,&quot;colorType&quot;:2,&quot;pos&quot;:0,&quot;rgb&quot;:&quot;#ffffff&quot;,&quot;transparency&quot;:0}],&quot;type&quot;:2},&quot;shadow&quot;:{&quot;brightness&quot;:0,&quot;colorType&quot;:1,&quot;foreColorIndex&quot;:5,&quot;transparency&quot;:0.60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FILL_TYPE" val="1"/>
  <p:tag name="KSO_WM_UNIT_TEXT_TYPE" val="1"/>
  <p:tag name="KSO_WM_BEAUTIFY_FLAG" val="#wm#"/>
  <p:tag name="KSO_WM_UNIT_PRESET_TEXT" val="单击此处&#10;添加标题"/>
  <p:tag name="KSO_WM_UNIT_FILL_TYPE" val="3"/>
  <p:tag name="KSO_WM_DIAGRAM_USE_COLOR_VALUE" val="{&quot;color_scheme&quot;:1,&quot;color_type&quot;:1,&quot;theme_color_indexes&quot;:[9,10,9,10,9,10]}"/>
</p:tagLst>
</file>

<file path=ppt/tags/tag9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2"/>
  <p:tag name="KSO_WM_UNIT_ID" val="diagram20231092_1*n_h_i*1_1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9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1"/>
  <p:tag name="KSO_WM_UNIT_ID" val="diagram20231092_1*n_h_i*1_1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49999988079071},{&quot;brightness&quot;:0,&quot;colorType&quot;:1,&quot;foreColorIndex&quot;:5,&quot;pos&quot;:0,&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9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3"/>
  <p:tag name="KSO_WM_UNIT_ID" val="diagram20231092_1*n_h_i*1_1_3"/>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0.9900000095367432,&quot;transparency&quot;:0.7900000214576721},{&quot;brightness&quot;:0,&quot;colorType&quot;:1,&quot;foreColorIndex&quot;:5,&quot;pos&quot;:0,&quot;transparency&quot;:0.8999999761581421}],&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1_4"/>
  <p:tag name="KSO_WM_UNIT_ID" val="diagram20231092_1*n_h_i*1_1_4"/>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quot;colorType&quot;:1,&quot;foreColorIndex&quot;:5,&quot;pos&quot;:1,&quot;transparency&quot;:0.9599999785423279},{&quot;brightness&quot;:0,&quot;colorType&quot;:1,&quot;foreColorIndex&quot;:5,&quot;pos&quot;:0,&quot;transparency&quot;:0.9300000071525574}],&quot;type&quot;:2},&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2"/>
  <p:tag name="KSO_WM_UNIT_ID" val="diagram20231092_1*n_h_i*1_2_2"/>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1_2_1"/>
  <p:tag name="KSO_WM_UNIT_ID" val="diagram20231092_1*n_h_i*1_2_1"/>
  <p:tag name="KSO_WM_TEMPLATE_CATEGORY" val="diagram"/>
  <p:tag name="KSO_WM_TEMPLATE_INDEX" val="20231092"/>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gradient&quot;:[{&quot;brightness&quot;:0.800000011920929,&quot;colorType&quot;:1,&quot;foreColorIndex&quot;:5,&quot;pos&quot;:1,&quot;transparency&quot;:1},{&quot;brightness&quot;:0.800000011920929,&quot;colorType&quot;:1,&quot;foreColorIndex&quot;:5,&quot;pos&quot;:0,&quot;transparency&quot;:1},{&quot;brightness&quot;:0.4000000059604645,&quot;colorType&quot;:1,&quot;foreColorIndex&quot;:5,&quot;pos&quot;:0.699999988079071,&quot;transparency&quot;:0},{&quot;brightness&quot;:0.4000000059604645,&quot;colorType&quot;:1,&quot;foreColorIndex&quot;:5,&quot;pos&quot;:0.30000001192092896,&quot;transparency&quot;:0}],&quot;type&quot;:2},&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0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1_1"/>
  <p:tag name="KSO_WM_UNIT_ID" val="diagram20231092_1*n_h_h_i*1_2_1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04.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1_1"/>
  <p:tag name="KSO_WM_UNIT_ID" val="diagram20231092_1*n_h_h_a*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05.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1_1"/>
  <p:tag name="KSO_WM_UNIT_ID" val="diagram20231092_1*n_h_h_f*1_2_1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内容"/>
  <p:tag name="KSO_WM_UNIT_TEXT_FILL_FORE_SCHEMECOLOR_INDEX" val="1"/>
  <p:tag name="KSO_WM_UNIT_TEXT_FILL_TYPE" val="1"/>
  <p:tag name="KSO_WM_DIAGRAM_USE_COLOR_VALUE" val="{&quot;color_scheme&quot;:1,&quot;color_type&quot;:1,&quot;theme_color_indexes&quot;:[9,10,9,10,9,10]}"/>
</p:tagLst>
</file>

<file path=ppt/tags/tag10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h_i"/>
  <p:tag name="KSO_WM_UNIT_INDEX" val="1_2_2_1"/>
  <p:tag name="KSO_WM_UNIT_ID" val="diagram20231092_1*n_h_h_i*1_2_2_1"/>
  <p:tag name="KSO_WM_TEMPLATE_CATEGORY" val="diagram"/>
  <p:tag name="KSO_WM_TEMPLATE_INDEX" val="20231092"/>
  <p:tag name="KSO_WM_UNIT_LAYERLEVEL" val="1_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gradient&quot;:[{&quot;brightness&quot;:0,&quot;colorType&quot;:1,&quot;foreColorIndex&quot;:5,&quot;pos&quot;:0,&quot;transparency&quot;:0},{&quot;brightness&quot;:0.20000000298023224,&quot;colorType&quot;:1,&quot;foreColorIndex&quot;:5,&quot;pos&quot;:1,&quot;transparency&quot;:0}],&quot;type&quot;:3},&quot;glow&quot;:{&quot;colorType&quot;:0},&quot;line&quot;:{&quot;gradient&quot;:[{&quot;brightness&quot;:0,&quot;colorType&quot;:1,&quot;foreColorIndex&quot;:14,&quot;pos&quot;:1,&quot;transparency&quot;:1},{&quot;brightness&quot;:0,&quot;colorType&quot;:1,&quot;foreColorIndex&quot;:14,&quot;pos&quot;:0,&quot;transparency&quot;:0}],&quot;type&quot;:2},&quot;shadow&quot;:{&quot;brightness&quot;:0,&quot;colorType&quot;:1,&quot;foreColorIndex&quot;:5,&quot;transparency&quot;:0.699999988079071},&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07.xml><?xml version="1.0" encoding="utf-8"?>
<p:tagLst xmlns:p="http://schemas.openxmlformats.org/presentationml/2006/main">
  <p:tag name="KSO_WM_UNIT_ISCONTENTSTITLE" val="0"/>
  <p:tag name="KSO_WM_UNIT_ISNUMDGMTITLE" val="0"/>
  <p:tag name="KSO_WM_UNIT_NOCLEAR" val="0"/>
  <p:tag name="KSO_WM_UNIT_VALUE" val="10"/>
  <p:tag name="KSO_WM_UNIT_HIGHLIGHT" val="0"/>
  <p:tag name="KSO_WM_UNIT_COMPATIBLE" val="0"/>
  <p:tag name="KSO_WM_UNIT_DIAGRAM_ISNUMVISUAL" val="0"/>
  <p:tag name="KSO_WM_UNIT_DIAGRAM_ISREFERUNIT" val="0"/>
  <p:tag name="KSO_WM_UNIT_TYPE" val="n_h_h_a"/>
  <p:tag name="KSO_WM_UNIT_INDEX" val="1_2_2_1"/>
  <p:tag name="KSO_WM_UNIT_ID" val="diagram20231092_1*n_h_h_a*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添加项标题"/>
  <p:tag name="KSO_WM_UNIT_TEXT_FILL_FORE_SCHEMECOLOR_INDEX" val="1"/>
  <p:tag name="KSO_WM_UNIT_TEXT_FILL_TYPE" val="1"/>
  <p:tag name="KSO_WM_DIAGRAM_USE_COLOR_VALUE" val="{&quot;color_scheme&quot;:1,&quot;color_type&quot;:1,&quot;theme_color_indexes&quot;:[9,10,9,10,9,10]}"/>
</p:tagLst>
</file>

<file path=ppt/tags/tag108.xml><?xml version="1.0" encoding="utf-8"?>
<p:tagLst xmlns:p="http://schemas.openxmlformats.org/presentationml/2006/main">
  <p:tag name="KSO_WM_DIAGRAM_VERSION" val="3"/>
  <p:tag name="KSO_WM_DIAGRAM_COLOR_TRICK" val="1"/>
  <p:tag name="KSO_WM_DIAGRAM_COLOR_TEXT_CAN_REMOVE" val="n"/>
  <p:tag name="KSO_WM_UNIT_VALUE" val="77*77"/>
  <p:tag name="KSO_WM_UNIT_HIGHLIGHT" val="0"/>
  <p:tag name="KSO_WM_UNIT_COMPATIBLE" val="0"/>
  <p:tag name="KSO_WM_UNIT_DIAGRAM_ISNUMVISUAL" val="0"/>
  <p:tag name="KSO_WM_UNIT_DIAGRAM_ISREFERUNIT" val="0"/>
  <p:tag name="KSO_WM_DIAGRAM_GROUP_CODE" val="n1-1"/>
  <p:tag name="KSO_WM_UNIT_TYPE" val="n_h_h_x"/>
  <p:tag name="KSO_WM_UNIT_INDEX" val="1_2_1_1"/>
  <p:tag name="KSO_WM_UNIT_ID" val="diagram20231092_1*n_h_h_x*1_2_1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MH_SHAPE_GUID" val="23"/>
  <p:tag name="KSO_WM_DIAGRAM_USE_COLOR_VALUE" val="{&quot;color_scheme&quot;:1,&quot;color_type&quot;:1,&quot;theme_color_indexes&quot;:[9,10,9,10,9,10]}"/>
</p:tagLst>
</file>

<file path=ppt/tags/tag109.xml><?xml version="1.0" encoding="utf-8"?>
<p:tagLst xmlns:p="http://schemas.openxmlformats.org/presentationml/2006/main">
  <p:tag name="KSO_WM_UNIT_SUBTYPE" val="a"/>
  <p:tag name="KSO_WM_UNIT_NOCLEAR" val="0"/>
  <p:tag name="KSO_WM_UNIT_VALUE" val="60"/>
  <p:tag name="KSO_WM_UNIT_HIGHLIGHT" val="0"/>
  <p:tag name="KSO_WM_UNIT_COMPATIBLE" val="0"/>
  <p:tag name="KSO_WM_UNIT_DIAGRAM_ISNUMVISUAL" val="0"/>
  <p:tag name="KSO_WM_UNIT_DIAGRAM_ISREFERUNIT" val="0"/>
  <p:tag name="KSO_WM_UNIT_TYPE" val="n_h_h_f"/>
  <p:tag name="KSO_WM_UNIT_INDEX" val="1_2_2_1"/>
  <p:tag name="KSO_WM_UNIT_ID" val="diagram20231092_1*n_h_h_f*1_2_2_1"/>
  <p:tag name="KSO_WM_TEMPLATE_CATEGORY" val="diagram"/>
  <p:tag name="KSO_WM_TEMPLATE_INDEX" val="20231092"/>
  <p:tag name="KSO_WM_UNIT_LAYERLEVEL" val="1_1_1_1"/>
  <p:tag name="KSO_WM_TAG_VERSION" val="3.0"/>
  <p:tag name="KSO_WM_DIAGRAM_GROUP_CODE" val="n1-1"/>
  <p:tag name="KSO_WM_DIAGRAM_VERSION" val="3"/>
  <p:tag name="KSO_WM_DIAGRAM_COLOR_TRICK" val="1"/>
  <p:tag name="KSO_WM_DIAGRAM_COLOR_TEXT_CAN_REMOVE" val="n"/>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输入你的智能图&#10;形项正文"/>
  <p:tag name="KSO_WM_UNIT_TEXT_FILL_FORE_SCHEMECOLOR_INDEX" val="1"/>
  <p:tag name="KSO_WM_UNIT_TEXT_FILL_TYPE" val="1"/>
  <p:tag name="KSO_WM_DIAGRAM_USE_COLOR_VALUE" val="{&quot;color_scheme&quot;:1,&quot;color_type&quot;:1,&quot;theme_color_indexes&quot;:[9,10,9,10,9,10]}"/>
</p:tagLst>
</file>

<file path=ppt/tags/tag110.xml><?xml version="1.0" encoding="utf-8"?>
<p:tagLst xmlns:p="http://schemas.openxmlformats.org/presentationml/2006/main">
  <p:tag name="KSO_WM_DIAGRAM_VERSION" val="3"/>
  <p:tag name="KSO_WM_DIAGRAM_COLOR_TRICK" val="1"/>
  <p:tag name="KSO_WM_DIAGRAM_COLOR_TEXT_CAN_REMOVE" val="n"/>
  <p:tag name="KSO_WM_UNIT_VALUE" val="78*70"/>
  <p:tag name="KSO_WM_UNIT_HIGHLIGHT" val="0"/>
  <p:tag name="KSO_WM_UNIT_COMPATIBLE" val="0"/>
  <p:tag name="KSO_WM_UNIT_DIAGRAM_ISNUMVISUAL" val="0"/>
  <p:tag name="KSO_WM_UNIT_DIAGRAM_ISREFERUNIT" val="0"/>
  <p:tag name="KSO_WM_DIAGRAM_GROUP_CODE" val="n1-1"/>
  <p:tag name="KSO_WM_UNIT_TYPE" val="n_h_h_x"/>
  <p:tag name="KSO_WM_UNIT_INDEX" val="1_2_2_1"/>
  <p:tag name="KSO_WM_UNIT_ID" val="diagram20231092_1*n_h_h_x*1_2_2_1"/>
  <p:tag name="KSO_WM_TEMPLATE_CATEGORY" val="diagram"/>
  <p:tag name="KSO_WM_TEMPLATE_INDEX" val="20231092"/>
  <p:tag name="KSO_WM_UNIT_LAYERLEVEL" val="1_1_1_1"/>
  <p:tag name="KSO_WM_TAG_VERSION" val="3.0"/>
  <p:tag name="KSO_WM_DIAGRAM_MAX_ITEMCNT" val="6"/>
  <p:tag name="KSO_WM_DIAGRAM_MIN_ITEMCNT" val="2"/>
  <p:tag name="KSO_WM_DIAGRAM_VIRTUALLY_FRAME" val="{&quot;height&quot;:383.57212598425195,&quot;left&quot;:48.8792202782819,&quot;top&quot;:119.31220472440945,&quot;width&quot;:860.7416381835938}"/>
  <p:tag name="KSO_WM_DIAGRAM_COLOR_MATCH_VALUE" val="{&quot;shape&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quot;text&quot;:{&quot;fill&quot;:{},&quot;glow&quot;:{},&quot;line&quot;:{},&quot;shadow&quot;:{},&quot;threeD&quot;:{}}}"/>
  <p:tag name="KSO_WM_BEAUTIFY_FLAG" val="#wm#"/>
  <p:tag name="KSO_WM_UNIT_FILL_TYPE" val="1"/>
  <p:tag name="KSO_WM_UNIT_FILL_FORE_SCHEMECOLOR_INDEX" val="14"/>
  <p:tag name="KSO_WM_UNIT_FILL_FORE_SCHEMECOLOR_INDEX_BRIGHTNESS" val="0"/>
  <p:tag name="MH_SHAPE_GUID" val="27"/>
  <p:tag name="KSO_WM_DIAGRAM_USE_COLOR_VALUE" val="{&quot;color_scheme&quot;:1,&quot;color_type&quot;:1,&quot;theme_color_indexes&quot;:[9,10,9,10,9,10]}"/>
</p:tagLst>
</file>

<file path=ppt/tags/tag111.xml><?xml version="1.0" encoding="utf-8"?>
<p:tagLst xmlns:p="http://schemas.openxmlformats.org/presentationml/2006/main">
  <p:tag name="KSO_DOCER_RESOURCE_TRACE_INFO" val="{&quot;id&quot;:&quot;&quot;,&quot;origin&quot;:0,&quot;type&quot;:&quot;textbox&quot;,&quot;user&quot;:&quot;451439288&quot;}"/>
</p:tagLst>
</file>

<file path=ppt/tags/tag112.xml><?xml version="1.0" encoding="utf-8"?>
<p:tagLst xmlns:p="http://schemas.openxmlformats.org/presentationml/2006/main">
  <p:tag name="KSO_WM_SLIDE_ITEM_CNT" val="3"/>
  <p:tag name="resource_record_key" val="{&quot;10&quot;:[3505430,50036384],&quot;29&quot;:[50053024,50052948],&quot;70&quot;:[3405561,3319090,3312439]}"/>
</p:tagLst>
</file>

<file path=ppt/tags/tag113.xml><?xml version="1.0" encoding="utf-8"?>
<p:tagLst xmlns:p="http://schemas.openxmlformats.org/presentationml/2006/main">
  <p:tag name="KSO_WM_BEAUTIFY_FLAG" val=""/>
</p:tagLst>
</file>

<file path=ppt/tags/tag114.xml><?xml version="1.0" encoding="utf-8"?>
<p:tagLst xmlns:p="http://schemas.openxmlformats.org/presentationml/2006/main">
  <p:tag name="KSO_WM_BEAUTIFY_FLAG" val=""/>
</p:tagLst>
</file>

<file path=ppt/tags/tag115.xml><?xml version="1.0" encoding="utf-8"?>
<p:tagLst xmlns:p="http://schemas.openxmlformats.org/presentationml/2006/main">
  <p:tag name="TABLE_ENDDRAG_ORIGIN_RECT" val="435*385"/>
  <p:tag name="TABLE_ENDDRAG_RECT" val="492*97*435*385"/>
</p:tagLst>
</file>

<file path=ppt/tags/tag116.xml><?xml version="1.0" encoding="utf-8"?>
<p:tagLst xmlns:p="http://schemas.openxmlformats.org/presentationml/2006/main">
  <p:tag name="TABLE_ENDDRAG_ORIGIN_RECT" val="435*385"/>
  <p:tag name="TABLE_ENDDRAG_RECT" val="492*97*435*385"/>
</p:tagLst>
</file>

<file path=ppt/tags/tag117.xml><?xml version="1.0" encoding="utf-8"?>
<p:tagLst xmlns:p="http://schemas.openxmlformats.org/presentationml/2006/main">
  <p:tag name="KSO_WM_BEAUTIFY_FLAG" val=""/>
</p:tagLst>
</file>

<file path=ppt/tags/tag118.xml><?xml version="1.0" encoding="utf-8"?>
<p:tagLst xmlns:p="http://schemas.openxmlformats.org/presentationml/2006/main">
  <p:tag name="KSO_WM_BEAUTIFY_FLAG" val=""/>
</p:tagLst>
</file>

<file path=ppt/tags/tag11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120.xml><?xml version="1.0" encoding="utf-8"?>
<p:tagLst xmlns:p="http://schemas.openxmlformats.org/presentationml/2006/main">
  <p:tag name="KSO_WM_BEAUTIFY_FLAG" val=""/>
</p:tagLst>
</file>

<file path=ppt/tags/tag121.xml><?xml version="1.0" encoding="utf-8"?>
<p:tagLst xmlns:p="http://schemas.openxmlformats.org/presentationml/2006/main">
  <p:tag name="KSO_WM_BEAUTIFY_FLAG" val=""/>
</p:tagLst>
</file>

<file path=ppt/tags/tag122.xml><?xml version="1.0" encoding="utf-8"?>
<p:tagLst xmlns:p="http://schemas.openxmlformats.org/presentationml/2006/main">
  <p:tag name="KSO_WM_BEAUTIFY_FLAG" val=""/>
</p:tagLst>
</file>

<file path=ppt/tags/tag123.xml><?xml version="1.0" encoding="utf-8"?>
<p:tagLst xmlns:p="http://schemas.openxmlformats.org/presentationml/2006/main">
  <p:tag name="KSO_WM_BEAUTIFY_FLAG" val=""/>
</p:tagLst>
</file>

<file path=ppt/tags/tag1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i*1_2_1"/>
  <p:tag name="KSO_WM_TEMPLATE_CATEGORY" val="diagram"/>
  <p:tag name="KSO_WM_TEMPLATE_INDEX" val="40493068"/>
  <p:tag name="KSO_WM_UNIT_LAYERLEVEL" val="1_1_1"/>
  <p:tag name="KSO_WM_TAG_VERSION" val="3.0"/>
  <p:tag name="KSO_WM_BEAUTIFY_FLAG" val="#wm#"/>
  <p:tag name="KSO_WM_DIAGRAM_GROUP_CODE" val="n1-1"/>
  <p:tag name="KSO_WM_UNIT_TYPE" val="n_h_i"/>
  <p:tag name="KSO_WM_UNIT_INDEX" val="1_2_1"/>
  <p:tag name="KSO_WM_UNIT_LINE_FORE_SCHEMECOLOR_INDEX" val="5"/>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solidLine&quot;:{&quot;brightness&quot;:0,&quot;colorType&quot;:1,&quot;foreColorIndex&quot;:5,&quot;transparency&quot;:0.38999998569488525},&quot;type&quot;:1},&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a*1_1_1"/>
  <p:tag name="KSO_WM_TEMPLATE_CATEGORY" val="diagram"/>
  <p:tag name="KSO_WM_TEMPLATE_INDEX" val="40493068"/>
  <p:tag name="KSO_WM_UNIT_LAYERLEVEL" val="1_1_1"/>
  <p:tag name="KSO_WM_TAG_VERSION" val="3.0"/>
  <p:tag name="KSO_WM_BEAUTIFY_FLAG" val="#wm#"/>
  <p:tag name="KSO_WM_UNIT_ISCONTENTSTITLE" val="0"/>
  <p:tag name="KSO_WM_UNIT_ISNUMDGMTITLE" val="0"/>
  <p:tag name="KSO_WM_UNIT_NOCLEAR" val="0"/>
  <p:tag name="KSO_WM_DIAGRAM_GROUP_CODE" val="n1-1"/>
  <p:tag name="KSO_WM_UNIT_TYPE" val="n_h_a"/>
  <p:tag name="KSO_WM_UNIT_INDEX" val="1_1_1"/>
  <p:tag name="KSO_WM_UNIT_FILL_TYPE" val="3"/>
  <p:tag name="KSO_WM_UNIT_PRESET_TEXT" val="添加标题内容"/>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20000000298023224},{&quot;brightness&quot;:0,&quot;colorType&quot;:1,&quot;foreColorIndex&quot;:5,&quot;pos&quot;:0.8899999856948853,&quot;transparency&quot;:0}],&quot;type&quot;:3},&quot;glow&quot;:{&quot;colorType&quot;:0},&quot;line&quot;:{&quot;type&quot;:0},&quot;shadow&quot;:{&quot;brightness&quot;:-0.25,&quot;colorType&quot;:1,&quot;foreColorIndex&quot;:5,&quot;transparency&quot;:0.850000023841857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i*1_2_2_1"/>
  <p:tag name="KSO_WM_TEMPLATE_CATEGORY" val="diagram"/>
  <p:tag name="KSO_WM_TEMPLATE_INDEX" val="40493068"/>
  <p:tag name="KSO_WM_UNIT_LAYERLEVEL" val="1_1_1_1"/>
  <p:tag name="KSO_WM_TAG_VERSION" val="3.0"/>
  <p:tag name="KSO_WM_BEAUTIFY_FLAG" val="#wm#"/>
  <p:tag name="KSO_WM_DIAGRAM_GROUP_CODE" val="n1-1"/>
  <p:tag name="KSO_WM_UNIT_TYPE" val="n_h_h_i"/>
  <p:tag name="KSO_WM_UNIT_INDEX" val="1_2_2_1"/>
  <p:tag name="KSO_WM_UNIT_LINE_FORE_SCHEMECOLOR_INDEX" val="5"/>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solidLine&quot;:{&quot;brightness&quot;:0,&quot;colorType&quot;:1,&quot;foreColorIndex&quot;:5,&quot;transparency&quot;:0.38999998569488525},&quot;type&quot;:1},&quot;shadow&quot;:{&quot;colorType&quot;:0},&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1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1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2_1"/>
  <p:tag name="KSO_WM_TEMPLATE_CATEGORY" val="diagram"/>
  <p:tag name="KSO_WM_TEMPLATE_INDEX" val="40493068"/>
  <p:tag name="KSO_WM_UNIT_LAYERLEVEL" val="1_1_1_1"/>
  <p:tag name="KSO_WM_TAG_VERSION" val="3.0"/>
  <p:tag name="KSO_WM_BEAUTIFY_FLAG" val="#wm#"/>
  <p:tag name="KSO_WM_UNIT_VALUE" val="100*100"/>
  <p:tag name="KSO_WM_DIAGRAM_GROUP_CODE" val="n1-1"/>
  <p:tag name="KSO_WM_UNIT_TYPE" val="n_h_h_x"/>
  <p:tag name="KSO_WM_UNIT_INDEX" val="1_2_2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1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1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2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UNIT_VALUE" val="65"/>
  <p:tag name="KSO_WM_DIAGRAM_GROUP_CODE" val="n1-1"/>
  <p:tag name="KSO_WM_UNIT_TYPE" val="n_h_h_f"/>
  <p:tag name="KSO_WM_UNIT_INDEX" val="1_2_2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简明扼要地阐述您的观点。根据需要可酌情增减文字，以便观者准确地理解您传达的思想"/>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f*1_2_3_1"/>
  <p:tag name="KSO_WM_TEMPLATE_CATEGORY" val="diagram"/>
  <p:tag name="KSO_WM_TEMPLATE_INDEX" val="40493068"/>
  <p:tag name="KSO_WM_UNIT_LAYERLEVEL" val="1_1_1_1"/>
  <p:tag name="KSO_WM_TAG_VERSION" val="3.0"/>
  <p:tag name="KSO_WM_BEAUTIFY_FLAG" val="#wm#"/>
  <p:tag name="KSO_WM_UNIT_SUBTYPE" val="a"/>
  <p:tag name="KSO_WM_UNIT_TEXT_LAYER_COUNT" val="1"/>
  <p:tag name="KSO_WM_UNIT_NOCLEAR" val="0"/>
  <p:tag name="KSO_WM_DIAGRAM_GROUP_CODE" val="n1-1"/>
  <p:tag name="KSO_WM_UNIT_TYPE" val="n_h_h_f"/>
  <p:tag name="KSO_WM_UNIT_INDEX" val="1_2_3_1"/>
  <p:tag name="KSO_WM_UNIT_FILL_TYPE" val="1"/>
  <p:tag name="KSO_WM_UNIT_FILL_FORE_SCHEMECOLOR_INDEX" val="5"/>
  <p:tag name="KSO_WM_UNIT_FILL_FORE_SCHEMECOLOR_INDEX_BRIGHTNESS" val="0.6"/>
  <p:tag name="KSO_WM_UNIT_TEXT_FILL_FORE_SCHEMECOLOR_INDEX" val="1"/>
  <p:tag name="KSO_WM_UNIT_TEXT_FILL_TYPE" val="1"/>
  <p:tag name="KSO_WM_UNIT_PRESET_TEXT" val="单击此处添加文本，简明扼要地阐述您的观点。根据需要可酌情增减文字"/>
  <p:tag name="KSO_WM_UNIT_VALUE" val="65"/>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solid&quot;:{&quot;brightness&quot;:0.6000000238418579,&quot;colorType&quot;:1,&quot;foreColorIndex&quot;:5,&quot;transparency&quot;:0.8500000238418579},&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1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1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2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2_1"/>
  <p:tag name="KSO_WM_UNIT_TEXT_FILL_FORE_SCHEMECOLOR_INDEX" val="3"/>
  <p:tag name="KSO_WM_UNIT_TEXT_FILL_TYPE" val="3"/>
  <p:tag name="KSO_WM_UNIT_PRESET_TEXT" val="添加标题"/>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a*1_2_3_1"/>
  <p:tag name="KSO_WM_TEMPLATE_CATEGORY" val="diagram"/>
  <p:tag name="KSO_WM_TEMPLATE_INDEX" val="40493068"/>
  <p:tag name="KSO_WM_UNIT_LAYERLEVEL" val="1_1_1_1"/>
  <p:tag name="KSO_WM_TAG_VERSION" val="3.0"/>
  <p:tag name="KSO_WM_BEAUTIFY_FLAG" val="#wm#"/>
  <p:tag name="KSO_WM_UNIT_ISCONTENTSTITLE" val="0"/>
  <p:tag name="KSO_WM_UNIT_ISNUMDGMTITLE" val="0"/>
  <p:tag name="KSO_WM_UNIT_NOCLEAR" val="0"/>
  <p:tag name="KSO_WM_DIAGRAM_GROUP_CODE" val="n1-1"/>
  <p:tag name="KSO_WM_UNIT_TYPE" val="n_h_h_a"/>
  <p:tag name="KSO_WM_UNIT_INDEX" val="1_2_3_1"/>
  <p:tag name="KSO_WM_UNIT_TEXT_FILL_FORE_SCHEMECOLOR_INDEX" val="3"/>
  <p:tag name="KSO_WM_UNIT_TEXT_FILL_TYPE" val="3"/>
  <p:tag name="KSO_WM_UNIT_PRESET_TEXT" val="添加标题"/>
  <p:tag name="KSO_WM_UNIT_VALUE" val="13"/>
  <p:tag name="KSO_WM_UNIT_TEXT_TYPE" val="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gradient&quot;:[{&quot;brightness&quot;:0,&quot;colorType&quot;:1,&quot;foreColorIndex&quot;:5,&quot;pos&quot;:0.10999999940395355,&quot;transparency&quot;:0},{&quot;brightness&quot;:0.4000000059604645,&quot;colorType&quot;:1,&quot;foreColorIndex&quot;:5,&quot;pos&quot;:1,&quot;transparency&quot;:0}],&quot;type&quot;:3},&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13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40493068_2*n_h_h_x*1_2_3_1"/>
  <p:tag name="KSO_WM_TEMPLATE_CATEGORY" val="diagram"/>
  <p:tag name="KSO_WM_TEMPLATE_INDEX" val="40493068"/>
  <p:tag name="KSO_WM_UNIT_LAYERLEVEL" val="1_1_1_1"/>
  <p:tag name="KSO_WM_TAG_VERSION" val="3.0"/>
  <p:tag name="KSO_WM_BEAUTIFY_FLAG" val="#wm#"/>
  <p:tag name="KSO_WM_UNIT_VALUE" val="110*110"/>
  <p:tag name="KSO_WM_DIAGRAM_GROUP_CODE" val="n1-1"/>
  <p:tag name="KSO_WM_UNIT_TYPE" val="n_h_h_x"/>
  <p:tag name="KSO_WM_UNIT_INDEX" val="1_2_3_1"/>
  <p:tag name="KSO_WM_DIAGRAM_VERSION" val="3"/>
  <p:tag name="KSO_WM_DIAGRAM_COLOR_TRICK" val="1"/>
  <p:tag name="KSO_WM_DIAGRAM_COLOR_TEXT_CAN_REMOVE" val="n"/>
  <p:tag name="KSO_WM_DIAGRAM_MAX_ITEMCNT" val="6"/>
  <p:tag name="KSO_WM_DIAGRAM_MIN_ITEMCNT" val="2"/>
  <p:tag name="KSO_WM_DIAGRAM_VIRTUALLY_FRAME" val="{&quot;height&quot;:383.8999938964844,&quot;left&quot;:48.15,&quot;top&quot;:111.4000030517578,&quot;width&quot;:866.85}"/>
  <p:tag name="KSO_WM_DIAGRAM_COLOR_MATCH_VALUE" val="{&quot;shape&quot;:{&quot;fill&quot;:{&quot;gradient&quot;:[{&quot;brightness&quot;:0.4000000059604645,&quot;colorType&quot;:1,&quot;foreColorIndex&quot;:5,&quot;pos&quot;:0,&quot;transparency&quot;:0},{&quot;brightness&quot;:0,&quot;colorType&quot;:1,&quot;foreColorIndex&quot;:5,&quot;pos&quot;:0.9300000071525574,&quot;transparency&quot;:0}],&quot;type&quot;:3},&quot;glow&quot;:{&quot;colorType&quot;:0},&quot;line&quot;:{&quot;type&quot;:0},&quot;shadow&quot;:{&quot;brightness&quot;:-0.25,&quot;colorType&quot;:1,&quot;foreColorIndex&quot;:5,&quot;transparency&quot;:0.8999999761581421},&quot;threeD&quot;:{&quot;curvedSurface&quot;:{&quot;brightness&quot;:0,&quot;colorType&quot;:2,&quot;rgb&quot;:&quot;#000000&quot;},&quot;depth&quot;:{&quot;colorType&quot;:0}}},&quot;text&quot;:{&quot;fill&quot;:{},&quot;glow&quot;:{},&quot;line&quot;:{},&quot;shadow&quot;:{},&quot;threeD&quot;:{}}}"/>
  <p:tag name="KSO_WM_DIAGRAM_USE_COLOR_VALUE" val="{&quot;color_scheme&quot;:1,&quot;color_type&quot;:1,&quot;theme_color_indexes&quot;:[9,10,9,10,9,10]}"/>
</p:tagLst>
</file>

<file path=ppt/tags/tag136.xml><?xml version="1.0" encoding="utf-8"?>
<p:tagLst xmlns:p="http://schemas.openxmlformats.org/presentationml/2006/main">
  <p:tag name="KSO_WM_SLIDE_ITEM_CNT" val="3"/>
  <p:tag name="resource_record_key" val="{&quot;10&quot;:[3505430,50036384,3504219,4526305],&quot;29&quot;:[50053024,50052948],&quot;70&quot;:[3405561,3319090,3312439,3318441,3431215]}"/>
</p:tagLst>
</file>

<file path=ppt/tags/tag137.xml><?xml version="1.0" encoding="utf-8"?>
<p:tagLst xmlns:p="http://schemas.openxmlformats.org/presentationml/2006/main">
  <p:tag name="KSO_WM_BEAUTIFY_FLAG" val=""/>
</p:tagLst>
</file>

<file path=ppt/tags/tag138.xml><?xml version="1.0" encoding="utf-8"?>
<p:tagLst xmlns:p="http://schemas.openxmlformats.org/presentationml/2006/main">
  <p:tag name="KSO_WM_BEAUTIFY_FLAG" val=""/>
</p:tagLst>
</file>

<file path=ppt/tags/tag13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1_3"/>
  <p:tag name="KSO_WM_UNIT_ID" val="diagram20230948_1*o_h_i*1_1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4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2_3"/>
  <p:tag name="KSO_WM_UNIT_ID" val="diagram20230948_1*o_h_i*1_2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4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3_3"/>
  <p:tag name="KSO_WM_UNIT_ID" val="diagram20230948_1*o_h_i*1_3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4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4_3"/>
  <p:tag name="KSO_WM_UNIT_ID" val="diagram20230948_1*o_h_i*1_4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4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5_3"/>
  <p:tag name="KSO_WM_UNIT_ID" val="diagram20230948_1*o_h_i*1_5_3"/>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7900000214576721,&quot;colorType&quot;:1,&quot;foreColorIndex&quot;:13,&quot;transparency&quot;:0.7400000095367432},&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13"/>
  <p:tag name="KSO_WM_UNIT_FILL_FORE_SCHEMECOLOR_INDEX_BRIGHTNESS" val="0.79"/>
  <p:tag name="KSO_WM_DIAGRAM_USE_COLOR_VALUE" val="{&quot;color_scheme&quot;:1,&quot;theme_color_indexes&quot;:[9,10,9,10,9,10]}"/>
</p:tagLst>
</file>

<file path=ppt/tags/tag14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1_2"/>
  <p:tag name="KSO_WM_UNIT_ID" val="diagram20230948_1*o_h_i*1_1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2_2"/>
  <p:tag name="KSO_WM_UNIT_ID" val="diagram20230948_1*o_h_i*1_2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3_2"/>
  <p:tag name="KSO_WM_UNIT_ID" val="diagram20230948_1*o_h_i*1_3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4_2"/>
  <p:tag name="KSO_WM_UNIT_ID" val="diagram20230948_1*o_h_i*1_4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5_2"/>
  <p:tag name="KSO_WM_UNIT_ID" val="diagram20230948_1*o_h_i*1_5_2"/>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4000000059604645},{&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theme_color_indexes&quot;:[9,10,9,10,9,10]}"/>
</p:tagLst>
</file>

<file path=ppt/tags/tag14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1_1"/>
  <p:tag name="KSO_WM_UNIT_ID" val="diagram20230948_1*o_h_i*1_1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5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2_1"/>
  <p:tag name="KSO_WM_UNIT_ID" val="diagram20230948_1*o_h_i*1_2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5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3_1"/>
  <p:tag name="KSO_WM_UNIT_ID" val="diagram20230948_1*o_h_i*1_3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5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4_1"/>
  <p:tag name="KSO_WM_UNIT_ID" val="diagram20230948_1*o_h_i*1_4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5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SUBTYPE" val="d"/>
  <p:tag name="KSO_WM_UNIT_TYPE" val="o_h_i"/>
  <p:tag name="KSO_WM_UNIT_INDEX" val="1_5_1"/>
  <p:tag name="KSO_WM_UNIT_ID" val="diagram20230948_1*o_h_i*1_5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TEXT_FILL_FORE_SCHEMECOLOR_INDEX" val="1"/>
  <p:tag name="KSO_WM_UNIT_TEXT_FILL_TYPE" val="1"/>
  <p:tag name="KSO_WM_DIAGRAM_USE_COLOR_VALUE" val="{&quot;color_scheme&quot;:1,&quot;theme_color_indexes&quot;:[9,10,9,10,9,10]}"/>
</p:tagLst>
</file>

<file path=ppt/tags/tag154.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1_1"/>
  <p:tag name="KSO_WM_UNIT_ID" val="diagram20230948_1*o_h_f*1_1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VALUE" val="3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5.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2_1"/>
  <p:tag name="KSO_WM_UNIT_ID" val="diagram20230948_1*o_h_f*1_2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6.xml><?xml version="1.0" encoding="utf-8"?>
<p:tagLst xmlns:p="http://schemas.openxmlformats.org/presentationml/2006/main">
  <p:tag name="KSO_WM_UNIT_SUBTYPE" val="a"/>
  <p:tag name="KSO_WM_UNIT_NOCLEAR" val="0"/>
  <p:tag name="KSO_WM_UNIT_VALUE" val="34"/>
  <p:tag name="KSO_WM_UNIT_HIGHLIGHT" val="0"/>
  <p:tag name="KSO_WM_UNIT_COMPATIBLE" val="0"/>
  <p:tag name="KSO_WM_UNIT_DIAGRAM_ISNUMVISUAL" val="0"/>
  <p:tag name="KSO_WM_UNIT_DIAGRAM_ISREFERUNIT" val="0"/>
  <p:tag name="KSO_WM_DIAGRAM_GROUP_CODE" val="o1-1"/>
  <p:tag name="KSO_WM_UNIT_TYPE" val="o_h_f"/>
  <p:tag name="KSO_WM_UNIT_INDEX" val="1_3_1"/>
  <p:tag name="KSO_WM_UNIT_ID" val="diagram20230948_1*o_h_f*1_3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7.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4_1"/>
  <p:tag name="KSO_WM_UNIT_ID" val="diagram20230948_1*o_h_f*1_4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8.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o1-1"/>
  <p:tag name="KSO_WM_UNIT_TYPE" val="o_h_f"/>
  <p:tag name="KSO_WM_UNIT_INDEX" val="1_5_1"/>
  <p:tag name="KSO_WM_UNIT_ID" val="diagram20230948_1*o_h_f*1_5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项正文"/>
  <p:tag name="KSO_WM_UNIT_TEXT_FILL_FORE_SCHEMECOLOR_INDEX" val="1"/>
  <p:tag name="KSO_WM_UNIT_TEXT_FILL_TYPE" val="1"/>
  <p:tag name="KSO_WM_DIAGRAM_USE_COLOR_VALUE" val="{&quot;color_scheme&quot;:1,&quot;theme_color_indexes&quot;:[9,10,9,10,9,10]}"/>
</p:tagLst>
</file>

<file path=ppt/tags/tag15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1_4"/>
  <p:tag name="KSO_WM_UNIT_ID" val="diagram20230948_1*o_h_i*1_1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6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2_4"/>
  <p:tag name="KSO_WM_UNIT_ID" val="diagram20230948_1*o_h_i*1_2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6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3_4"/>
  <p:tag name="KSO_WM_UNIT_ID" val="diagram20230948_1*o_h_i*1_3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62.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o1-1"/>
  <p:tag name="KSO_WM_UNIT_TYPE" val="o_h_i"/>
  <p:tag name="KSO_WM_UNIT_INDEX" val="1_4_4"/>
  <p:tag name="KSO_WM_UNIT_ID" val="diagram20230948_1*o_h_i*1_4_4"/>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solid&quot;:{&quot;brightness&quot;:0.5299999713897705,&quot;colorType&quot;:1,&quot;foreColorIndex&quot;:5,&quot;transparency&quot;:0.5199999809265137},&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1"/>
  <p:tag name="KSO_WM_UNIT_FILL_FORE_SCHEMECOLOR_INDEX" val="5"/>
  <p:tag name="KSO_WM_UNIT_FILL_FORE_SCHEMECOLOR_INDEX_BRIGHTNESS" val="0.53"/>
  <p:tag name="KSO_WM_DIAGRAM_USE_COLOR_VALUE" val="{&quot;color_scheme&quot;:1,&quot;theme_color_indexes&quot;:[9,10,9,10,9,10]}"/>
</p:tagLst>
</file>

<file path=ppt/tags/tag163.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1_1"/>
  <p:tag name="KSO_WM_UNIT_ID" val="diagram20230948_1*o_h_a*1_1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25,&quot;colorType&quot;:1,&quot;foreColorIndex&quot;:5,&quot;pos&quot;:0.9200000166893005,&quot;transparency&quot;:0},{&quot;brightness&quot;:0,&quot;colorType&quot;:1,&quot;foreColorIndex&quot;:5,&quot;pos&quot;:0,&quot;transparency&quot;:0}],&quot;type&quot;:3},&quot;glow&quot;:{&quot;colorType&quot;:0},&quot;line&quot;:{&quot;type&quot;:0},&quot;shadow&quot;:{&quot;brightness&quot;:-0.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4.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2_1"/>
  <p:tag name="KSO_WM_UNIT_ID" val="diagram20230948_1*o_h_a*1_2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25,&quot;colorType&quot;:1,&quot;foreColorIndex&quot;:5,&quot;pos&quot;:1,&quot;transparency&quot;:0},{&quot;brightness&quot;:0.1599999964237213,&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5.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3_1"/>
  <p:tag name="KSO_WM_UNIT_ID" val="diagram20230948_1*o_h_a*1_3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0.7699999809265137,&quot;transparency&quot;:0},{&quot;brightness&quot;:0.4000000059604645,&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VALUE" val="11"/>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6.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4_1"/>
  <p:tag name="KSO_WM_UNIT_ID" val="diagram20230948_1*o_h_a*1_4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quot;colorType&quot;:1,&quot;foreColorIndex&quot;:5,&quot;pos&quot;:1,&quot;transparency&quot;:0},{&quot;brightness&quot;:0.4000000059604645,&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7.xml><?xml version="1.0" encoding="utf-8"?>
<p:tagLst xmlns:p="http://schemas.openxmlformats.org/presentationml/2006/main">
  <p:tag name="KSO_WM_UNIT_ISCONTENTSTITLE" val="0"/>
  <p:tag name="KSO_WM_UNIT_ISNUMDGMTITLE" val="0"/>
  <p:tag name="KSO_WM_UNIT_NOCLEAR" val="0"/>
  <p:tag name="KSO_WM_UNIT_HIGHLIGHT" val="0"/>
  <p:tag name="KSO_WM_UNIT_COMPATIBLE" val="0"/>
  <p:tag name="KSO_WM_UNIT_DIAGRAM_ISNUMVISUAL" val="0"/>
  <p:tag name="KSO_WM_UNIT_DIAGRAM_ISREFERUNIT" val="0"/>
  <p:tag name="KSO_WM_DIAGRAM_GROUP_CODE" val="o1-1"/>
  <p:tag name="KSO_WM_UNIT_TYPE" val="o_h_a"/>
  <p:tag name="KSO_WM_UNIT_INDEX" val="1_5_1"/>
  <p:tag name="KSO_WM_UNIT_ID" val="diagram20230948_1*o_h_a*1_5_1"/>
  <p:tag name="KSO_WM_TEMPLATE_CATEGORY" val="diagram"/>
  <p:tag name="KSO_WM_TEMPLATE_INDEX" val="20230948"/>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5"/>
  <p:tag name="KSO_WM_DIAGRAM_VIRTUALLY_FRAME" val="{&quot;height&quot;:204.71272263894872,&quot;left&quot;:75.09999999999994,&quot;top&quot;:234.0749938964844,&quot;width&quot;:397.0000000000001}"/>
  <p:tag name="KSO_WM_DIAGRAM_COLOR_MATCH_VALUE" val="{&quot;shape&quot;:{&quot;fill&quot;:{&quot;gradient&quot;:[{&quot;brightness&quot;:0.4000000059604645,&quot;colorType&quot;:1,&quot;foreColorIndex&quot;:5,&quot;pos&quot;:1,&quot;transparency&quot;:0},{&quot;brightness&quot;:0.6000000238418579,&quot;colorType&quot;:1,&quot;foreColorIndex&quot;:5,&quot;pos&quot;:0,&quot;transparency&quot;:0}],&quot;type&quot;:3},&quot;glow&quot;:{&quot;colorType&quot;:0},&quot;line&quot;:{&quot;type&quot;:0},&quot;shadow&quot;:{&quot;brightness&quot;:0,&quot;colorType&quot;:1,&quot;foreColorIndex&quot;:5,&quot;transparency&quot;:0.800000011920929},&quot;threeD&quot;:{&quot;curvedSurface&quot;:{&quot;brightness&quot;:0,&quot;colorType&quot;:2,&quot;rgb&quot;:&quot;#000000&quot;},&quot;depth&quot;:{&quot;colorType&quot;:0}}},&quot;text&quot;:{&quot;fill&quot;:{&quot;solid&quot;:{&quot;brightness&quot;:0,&quot;colorType&quot;:2,&quot;rgb&quot;:&quot;#ffffff&quot;,&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BEAUTIFY_FLAG" val="#wm#"/>
  <p:tag name="KSO_WM_UNIT_PRESET_TEXT" val="标题"/>
  <p:tag name="KSO_WM_UNIT_FILL_TYPE" val="3"/>
  <p:tag name="KSO_WM_DIAGRAM_USE_COLOR_VALUE" val="{&quot;color_scheme&quot;:1,&quot;theme_color_indexes&quot;:[9,10,9,10,9,10]}"/>
</p:tagLst>
</file>

<file path=ppt/tags/tag168.xml><?xml version="1.0" encoding="utf-8"?>
<p:tagLst xmlns:p="http://schemas.openxmlformats.org/presentationml/2006/main">
  <p:tag name="KSO_DOCER_RESOURCE_TRACE_INFO" val="{&quot;id&quot;:&quot;&quot;,&quot;origin&quot;:0,&quot;type&quot;:&quot;textbox&quot;,&quot;user&quot;:&quot;451439288&quot;}"/>
</p:tagLst>
</file>

<file path=ppt/tags/tag169.xml><?xml version="1.0" encoding="utf-8"?>
<p:tagLst xmlns:p="http://schemas.openxmlformats.org/presentationml/2006/main">
  <p:tag name="KSO_WM_SLIDE_ITEM_CNT" val="3"/>
  <p:tag name="resource_record_key" val="{&quot;70&quot;:[3429242]}"/>
</p:tagLst>
</file>

<file path=ppt/tags/tag170.xml><?xml version="1.0" encoding="utf-8"?>
<p:tagLst xmlns:p="http://schemas.openxmlformats.org/presentationml/2006/main">
  <p:tag name="KSO_WM_BEAUTIFY_FLAG" val=""/>
</p:tagLst>
</file>

<file path=ppt/tags/tag171.xml><?xml version="1.0" encoding="utf-8"?>
<p:tagLst xmlns:p="http://schemas.openxmlformats.org/presentationml/2006/main">
  <p:tag name="KSO_WM_BEAUTIFY_FLAG" val=""/>
</p:tagLst>
</file>

<file path=ppt/tags/tag172.xml><?xml version="1.0" encoding="utf-8"?>
<p:tagLst xmlns:p="http://schemas.openxmlformats.org/presentationml/2006/main">
  <p:tag name="KSO_WM_BEAUTIFY_FLAG" val=""/>
</p:tagLst>
</file>

<file path=ppt/tags/tag173.xml><?xml version="1.0" encoding="utf-8"?>
<p:tagLst xmlns:p="http://schemas.openxmlformats.org/presentationml/2006/main">
  <p:tag name="KSO_WM_BEAUTIFY_FLAG" val=""/>
</p:tagLst>
</file>

<file path=ppt/tags/tag174.xml><?xml version="1.0" encoding="utf-8"?>
<p:tagLst xmlns:p="http://schemas.openxmlformats.org/presentationml/2006/main">
  <p:tag name="KSO_WM_SLIDE_ITEM_CNT" val="3"/>
  <p:tag name="resource_record_key" val="{&quot;70&quot;:[3429242]}"/>
</p:tagLst>
</file>

<file path=ppt/tags/tag175.xml><?xml version="1.0" encoding="utf-8"?>
<p:tagLst xmlns:p="http://schemas.openxmlformats.org/presentationml/2006/main">
  <p:tag name="KSO_WM_BEAUTIFY_FLAG" val=""/>
</p:tagLst>
</file>

<file path=ppt/tags/tag176.xml><?xml version="1.0" encoding="utf-8"?>
<p:tagLst xmlns:p="http://schemas.openxmlformats.org/presentationml/2006/main">
  <p:tag name="KSO_WM_BEAUTIFY_FLAG" val=""/>
</p:tagLst>
</file>

<file path=ppt/tags/tag17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
  <p:tag name="KSO_WM_TEMPLATE_CATEGORY" val="diagram"/>
  <p:tag name="KSO_WM_TEMPLATE_INDEX" val="20231439"/>
  <p:tag name="KSO_WM_UNIT_LAYERLEVEL" val="1_1"/>
  <p:tag name="KSO_WM_TAG_VERSION" val="3.0"/>
  <p:tag name="KSO_WM_DIAGRAM_GROUP_CODE" val="l1-1"/>
  <p:tag name="KSO_WM_UNIT_TYPE" val="l_i"/>
  <p:tag name="KSO_WM_UNIT_INDEX" val="1_1"/>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quot;colorType&quot;:1,&quot;foreColorIndex&quot;:5,&quot;pos&quot;:0,&quot;transparency&quot;:1},{&quot;brightness&quot;:0,&quot;colorType&quot;:1,&quot;foreColorIndex&quot;:5,&quot;pos&quot;:1,&quot;transparency&quot;:0.670000016689300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2"/>
  <p:tag name="KSO_WM_TEMPLATE_CATEGORY" val="diagram"/>
  <p:tag name="KSO_WM_TEMPLATE_INDEX" val="20231439"/>
  <p:tag name="KSO_WM_UNIT_LAYERLEVEL" val="1_1"/>
  <p:tag name="KSO_WM_TAG_VERSION" val="3.0"/>
  <p:tag name="KSO_WM_DIAGRAM_GROUP_CODE" val="l1-1"/>
  <p:tag name="KSO_WM_UNIT_TYPE" val="l_i"/>
  <p:tag name="KSO_WM_UNIT_INDEX" val="1_2"/>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quot;colorType&quot;:1,&quot;foreColorIndex&quot;:5,&quot;pos&quot;:0.10000000149011612,&quot;transparency&quot;:1},{&quot;brightness&quot;:0,&quot;colorType&quot;:1,&quot;foreColorIndex&quot;:5,&quot;pos&quot;:1,&quot;transparency&quot;:0.8799999952316284}],&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4,&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7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3"/>
  <p:tag name="KSO_WM_TEMPLATE_CATEGORY" val="diagram"/>
  <p:tag name="KSO_WM_TEMPLATE_INDEX" val="20231439"/>
  <p:tag name="KSO_WM_UNIT_LAYERLEVEL" val="1_1"/>
  <p:tag name="KSO_WM_TAG_VERSION" val="3.0"/>
  <p:tag name="KSO_WM_DIAGRAM_GROUP_CODE" val="l1-1"/>
  <p:tag name="KSO_WM_UNIT_TYPE" val="l_i"/>
  <p:tag name="KSO_WM_UNIT_INDEX" val="1_3"/>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6000000238418579},{&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80.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4"/>
  <p:tag name="KSO_WM_TEMPLATE_CATEGORY" val="diagram"/>
  <p:tag name="KSO_WM_TEMPLATE_INDEX" val="20231439"/>
  <p:tag name="KSO_WM_UNIT_LAYERLEVEL" val="1_1"/>
  <p:tag name="KSO_WM_TAG_VERSION" val="3.0"/>
  <p:tag name="KSO_WM_DIAGRAM_GROUP_CODE" val="l1-1"/>
  <p:tag name="KSO_WM_UNIT_TYPE" val="l_i"/>
  <p:tag name="KSO_WM_UNIT_INDEX" val="1_4"/>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1.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5"/>
  <p:tag name="KSO_WM_TEMPLATE_CATEGORY" val="diagram"/>
  <p:tag name="KSO_WM_TEMPLATE_INDEX" val="20231439"/>
  <p:tag name="KSO_WM_UNIT_LAYERLEVEL" val="1_1"/>
  <p:tag name="KSO_WM_TAG_VERSION" val="3.0"/>
  <p:tag name="KSO_WM_DIAGRAM_GROUP_CODE" val="l1-1"/>
  <p:tag name="KSO_WM_UNIT_TYPE" val="l_i"/>
  <p:tag name="KSO_WM_UNIT_INDEX" val="1_5"/>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2.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6"/>
  <p:tag name="KSO_WM_TEMPLATE_CATEGORY" val="diagram"/>
  <p:tag name="KSO_WM_TEMPLATE_INDEX" val="20231439"/>
  <p:tag name="KSO_WM_UNIT_LAYERLEVEL" val="1_1"/>
  <p:tag name="KSO_WM_TAG_VERSION" val="3.0"/>
  <p:tag name="KSO_WM_DIAGRAM_GROUP_CODE" val="l1-1"/>
  <p:tag name="KSO_WM_UNIT_TYPE" val="l_i"/>
  <p:tag name="KSO_WM_UNIT_INDEX" val="1_6"/>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3.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7"/>
  <p:tag name="KSO_WM_TEMPLATE_CATEGORY" val="diagram"/>
  <p:tag name="KSO_WM_TEMPLATE_INDEX" val="20231439"/>
  <p:tag name="KSO_WM_UNIT_LAYERLEVEL" val="1_1"/>
  <p:tag name="KSO_WM_TAG_VERSION" val="3.0"/>
  <p:tag name="KSO_WM_DIAGRAM_GROUP_CODE" val="l1-1"/>
  <p:tag name="KSO_WM_UNIT_TYPE" val="l_i"/>
  <p:tag name="KSO_WM_UNIT_INDEX" val="1_7"/>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75}],&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8"/>
  <p:tag name="KSO_WM_TEMPLATE_CATEGORY" val="diagram"/>
  <p:tag name="KSO_WM_TEMPLATE_INDEX" val="20231439"/>
  <p:tag name="KSO_WM_UNIT_LAYERLEVEL" val="1_1"/>
  <p:tag name="KSO_WM_TAG_VERSION" val="3.0"/>
  <p:tag name="KSO_WM_DIAGRAM_GROUP_CODE" val="l1-1"/>
  <p:tag name="KSO_WM_UNIT_TYPE" val="l_i"/>
  <p:tag name="KSO_WM_UNIT_INDEX" val="1_8"/>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5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9"/>
  <p:tag name="KSO_WM_TEMPLATE_CATEGORY" val="diagram"/>
  <p:tag name="KSO_WM_TEMPLATE_INDEX" val="20231439"/>
  <p:tag name="KSO_WM_UNIT_LAYERLEVEL" val="1_1"/>
  <p:tag name="KSO_WM_TAG_VERSION" val="3.0"/>
  <p:tag name="KSO_WM_DIAGRAM_GROUP_CODE" val="l1-1"/>
  <p:tag name="KSO_WM_UNIT_TYPE" val="l_i"/>
  <p:tag name="KSO_WM_UNIT_INDEX" val="1_9"/>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5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0"/>
  <p:tag name="KSO_WM_TEMPLATE_CATEGORY" val="diagram"/>
  <p:tag name="KSO_WM_TEMPLATE_INDEX" val="20231439"/>
  <p:tag name="KSO_WM_UNIT_LAYERLEVEL" val="1_1"/>
  <p:tag name="KSO_WM_TAG_VERSION" val="3.0"/>
  <p:tag name="KSO_WM_DIAGRAM_GROUP_CODE" val="l1-1"/>
  <p:tag name="KSO_WM_UNIT_TYPE" val="l_i"/>
  <p:tag name="KSO_WM_UNIT_INDEX" val="1_1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4000000059604645,&quot;colorType&quot;:1,&quot;foreColorIndex&quot;:5,&quot;pos&quot;:1,&quot;transparency&quot;:1},{&quot;brightness&quot;:0,&quot;colorType&quot;:1,&quot;foreColorIndex&quot;:5,&quot;pos&quot;:0,&quot;transparency&quot;:0.8999999761581421}],&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8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ID" val="diagram20231439_1*l_i*1_13"/>
  <p:tag name="KSO_WM_TEMPLATE_CATEGORY" val="diagram"/>
  <p:tag name="KSO_WM_TEMPLATE_INDEX" val="20231439"/>
  <p:tag name="KSO_WM_UNIT_LAYERLEVEL" val="1_1"/>
  <p:tag name="KSO_WM_TAG_VERSION" val="3.0"/>
  <p:tag name="KSO_WM_DIAGRAM_GROUP_CODE" val="l1-1"/>
  <p:tag name="KSO_WM_UNIT_TYPE" val="l_i"/>
  <p:tag name="KSO_WM_UNIT_INDEX" val="1_13"/>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0.5,&quot;transparency&quot;:0.6000000238418579},{&quot;brightness&quot;:0,&quot;colorType&quot;:1,&quot;foreColorIndex&quot;:5,&quot;pos&quot;:1,&quot;transparency&quot;:1}],&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88.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1439_1*l_h_f*1_1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UNIT_VALUE" val="42"/>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文本具体内容文字是您思想的提炼，请尽量言简意赅的阐述您的内容观点。"/>
  <p:tag name="KSO_WM_UNIT_TEXT_FILL_FORE_SCHEMECOLOR_INDEX" val="1"/>
  <p:tag name="KSO_WM_UNIT_TEXT_FILL_TYPE" val="1"/>
  <p:tag name="KSO_WM_DIAGRAM_USE_COLOR_VALUE" val="{&quot;color_scheme&quot;:1,&quot;color_type&quot;:1,&quot;theme_color_indexes&quot;:[9,10,9,10,9,10]}"/>
</p:tagLst>
</file>

<file path=ppt/tags/tag189.xml><?xml version="1.0" encoding="utf-8"?>
<p:tagLst xmlns:p="http://schemas.openxmlformats.org/presentationml/2006/main">
  <p:tag name="KSO_WM_UNIT_SUBTYPE" val="a"/>
  <p:tag name="KSO_WM_UNIT_NOCLEAR" val="0"/>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1439_1*l_h_f*1_2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UNIT_VALUE" val="42"/>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UNIT_PRESET_TEXT" val="单击此处添加正文具体内容，文字是您思想的提炼，请言简意赅的阐述您的观点。"/>
  <p:tag name="KSO_WM_UNIT_TEXT_FILL_FORE_SCHEMECOLOR_INDEX" val="1"/>
  <p:tag name="KSO_WM_UNIT_TEXT_FILL_TYPE" val="1"/>
  <p:tag name="KSO_WM_DIAGRAM_USE_COLOR_VALUE" val="{&quot;color_scheme&quot;:1,&quot;color_type&quot;:1,&quot;theme_color_indexes&quot;:[9,10,9,10,9,10]}"/>
</p:tagLst>
</file>

<file path=ppt/tags/tag19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1_1"/>
  <p:tag name="KSO_WM_UNIT_ID" val="diagram20231439_1*l_h_i*1_1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25,&quot;colorType&quot;:1,&quot;foreColorIndex&quot;:5,&quot;pos&quot;:0.9930099844932556,&quot;transparency&quot;:0},{&quot;brightness&quot;:0.4000000059604645,&quot;colorType&quot;:1,&quot;foreColorIndex&quot;:5,&quot;pos&quot;:0,&quot;transparency&quot;:0},{&quot;brightness&quot;:0,&quot;colorType&quot;:1,&quot;foreColorIndex&quot;:5,&quot;pos&quot;:0.6800000071525574,&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91.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TYPE" val="l_h_i"/>
  <p:tag name="KSO_WM_UNIT_INDEX" val="1_2_1"/>
  <p:tag name="KSO_WM_UNIT_ID" val="diagram20231439_1*l_h_i*1_2_1"/>
  <p:tag name="KSO_WM_TEMPLATE_CATEGORY" val="diagram"/>
  <p:tag name="KSO_WM_TEMPLATE_INDEX" val="20231439"/>
  <p:tag name="KSO_WM_UNIT_LAYERLEVEL" val="1_1_1"/>
  <p:tag name="KSO_WM_TAG_VERSION" val="3.0"/>
  <p:tag name="KSO_WM_DIAGRAM_VERSION" val="3"/>
  <p:tag name="KSO_WM_DIAGRAM_COLOR_TRICK" val="1"/>
  <p:tag name="KSO_WM_DIAGRAM_COLOR_TEXT_CAN_REMOVE" val="n"/>
  <p:tag name="KSO_WM_DIAGRAM_MAX_ITEMCNT" val="6"/>
  <p:tag name="KSO_WM_DIAGRAM_MIN_ITEMCNT" val="2"/>
  <p:tag name="KSO_WM_DIAGRAM_VIRTUALLY_FRAME" val="{&quot;height&quot;:374.544687202033,&quot;left&quot;:30.75,&quot;top&quot;:78.01988188976378,&quot;width&quot;:889.8533879536242}"/>
  <p:tag name="KSO_WM_DIAGRAM_COLOR_MATCH_VALUE" val="{&quot;shape&quot;:{&quot;fill&quot;:{&quot;gradient&quot;:[{&quot;brightness&quot;:-0.25,&quot;colorType&quot;:1,&quot;foreColorIndex&quot;:5,&quot;pos&quot;:0.9930099844932556,&quot;transparency&quot;:0},{&quot;brightness&quot;:0.4000000059604645,&quot;colorType&quot;:1,&quot;foreColorIndex&quot;:5,&quot;pos&quot;:0,&quot;transparency&quot;:0},{&quot;brightness&quot;:0,&quot;colorType&quot;:1,&quot;foreColorIndex&quot;:5,&quot;pos&quot;:0.6800000071525574,&quot;transparency&quot;:0}],&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92.xml><?xml version="1.0" encoding="utf-8"?>
<p:tagLst xmlns:p="http://schemas.openxmlformats.org/presentationml/2006/main">
  <p:tag name="KSO_WM_UNIT_ISCONTENTSTITLE" val="0"/>
  <p:tag name="KSO_WM_UNIT_ISNUMDGMTITLE" val="0"/>
  <p:tag name="KSO_WM_UNIT_NOCLEAR" val="0"/>
  <p:tag name="KSO_WM_UNIT_VALUE" val="18"/>
  <p:tag name="KSO_WM_UNIT_HIGHLIGHT" val="0"/>
  <p:tag name="KSO_WM_UNIT_COMPATIBLE" val="0"/>
  <p:tag name="KSO_WM_UNIT_DIAGRAM_ISNUMVISUAL" val="0"/>
  <p:tag name="KSO_WM_UNIT_DIAGRAM_ISREFERUNIT" val="0"/>
  <p:tag name="KSO_WM_DIAGRAM_GROUP_CODE" val="n1-1"/>
  <p:tag name="KSO_WM_UNIT_TYPE" val="n_h_a"/>
  <p:tag name="KSO_WM_UNIT_INDEX" val="1_1_1"/>
  <p:tag name="KSO_WM_UNIT_ID" val="diagram20235023_1*n_h_a*1_1_1"/>
  <p:tag name="KSO_WM_TEMPLATE_CATEGORY" val="diagram"/>
  <p:tag name="KSO_WM_TEMPLATE_INDEX" val="20235023"/>
  <p:tag name="KSO_WM_UNIT_LAYERLEVEL" val="1_1_1"/>
  <p:tag name="KSO_WM_TAG_VERSION" val="3.0"/>
  <p:tag name="KSO_WM_DIAGRAM_MAX_ITEMCNT" val="5"/>
  <p:tag name="KSO_WM_DIAGRAM_MIN_ITEMCNT" val="3"/>
  <p:tag name="KSO_WM_DIAGRAM_VIRTUALLY_FRAME" val="{&quot;height&quot;:389.1749969482422,&quot;left&quot;:51.67501220703125,&quot;top&quot;:94,&quot;width&quot;:851.35002716304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UNIT_TEXT_TYPE" val="1"/>
  <p:tag name="KSO_WM_UNIT_PRESET_TEXT" val="单击此处添加你的标题具体内容"/>
  <p:tag name="KSO_WM_UNIT_TEXT_FILL_FORE_SCHEMECOLOR_INDEX" val="1"/>
  <p:tag name="KSO_WM_UNIT_TEXT_FILL_TYPE" val="1"/>
  <p:tag name="KSO_WM_DIAGRAM_USE_COLOR_VALUE" val="{&quot;color_scheme&quot;:1,&quot;color_type&quot;:1,&quot;theme_color_indexes&quot;:[9,10,9,10,9,10]}"/>
</p:tagLst>
</file>

<file path=ppt/tags/tag193.xml><?xml version="1.0" encoding="utf-8"?>
<p:tagLst xmlns:p="http://schemas.openxmlformats.org/presentationml/2006/main">
  <p:tag name="TABLE_ENDDRAG_ORIGIN_RECT" val="249*143"/>
  <p:tag name="TABLE_ENDDRAG_RECT" val="50*226*249*143"/>
</p:tagLst>
</file>

<file path=ppt/tags/tag194.xml><?xml version="1.0" encoding="utf-8"?>
<p:tagLst xmlns:p="http://schemas.openxmlformats.org/presentationml/2006/main">
  <p:tag name="TABLE_ENDDRAG_ORIGIN_RECT" val="249*143"/>
  <p:tag name="TABLE_ENDDRAG_RECT" val="50*226*249*143"/>
</p:tagLst>
</file>

<file path=ppt/tags/tag195.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3"/>
  <p:tag name="KSO_WM_UNIT_ID" val="diagram20235023_1*n_h_i*2_1_3"/>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quot;colorType&quot;:1,&quot;foreColorIndex&quot;:5,&quot;pos&quot;:0,&quot;transparency&quot;:1},{&quot;brightness&quot;:0,&quot;colorType&quot;:1,&quot;foreColorIndex&quot;:5,&quot;pos&quot;:1,&quot;transparency&quot;:0.6000000238418579}],&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96.xml><?xml version="1.0" encoding="utf-8"?>
<p:tagLst xmlns:p="http://schemas.openxmlformats.org/presentationml/2006/main">
  <p:tag name="KSO_WM_UNIT_ISCONTENTSTITLE" val="0"/>
  <p:tag name="KSO_WM_UNIT_ISNUMDGMTITLE" val="0"/>
  <p:tag name="KSO_WM_UNIT_NOCLEAR" val="0"/>
  <p:tag name="KSO_WM_UNIT_VALUE" val="18"/>
  <p:tag name="KSO_WM_UNIT_HIGHLIGHT" val="0"/>
  <p:tag name="KSO_WM_UNIT_COMPATIBLE" val="0"/>
  <p:tag name="KSO_WM_UNIT_DIAGRAM_ISNUMVISUAL" val="0"/>
  <p:tag name="KSO_WM_UNIT_DIAGRAM_ISREFERUNIT" val="0"/>
  <p:tag name="KSO_WM_DIAGRAM_GROUP_CODE" val="n1-1"/>
  <p:tag name="KSO_WM_UNIT_TYPE" val="n_h_a"/>
  <p:tag name="KSO_WM_UNIT_INDEX" val="2_1_1"/>
  <p:tag name="KSO_WM_UNIT_ID" val="diagram20235023_1*n_h_a*2_1_1"/>
  <p:tag name="KSO_WM_TEMPLATE_CATEGORY" val="diagram"/>
  <p:tag name="KSO_WM_TEMPLATE_INDEX" val="20235023"/>
  <p:tag name="KSO_WM_UNIT_LAYERLEVEL" val="1_1_1"/>
  <p:tag name="KSO_WM_TAG_VERSION" val="3.0"/>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
  <p:tag name="KSO_WM_DIAGRAM_VERSION" val="3"/>
  <p:tag name="KSO_WM_DIAGRAM_COLOR_TRICK" val="1"/>
  <p:tag name="KSO_WM_DIAGRAM_COLOR_TEXT_CAN_REMOVE" val="n"/>
  <p:tag name="KSO_WM_BEAUTIFY_FLAG" val="#wm#"/>
  <p:tag name="KSO_WM_UNIT_TEXT_TYPE" val="1"/>
  <p:tag name="KSO_WM_UNIT_PRESET_TEXT" val="单击此处添加你的标题具体内容"/>
  <p:tag name="KSO_WM_UNIT_TEXT_FILL_FORE_SCHEMECOLOR_INDEX" val="1"/>
  <p:tag name="KSO_WM_UNIT_TEXT_FILL_TYPE" val="1"/>
  <p:tag name="KSO_WM_DIAGRAM_USE_COLOR_VALUE" val="{&quot;color_scheme&quot;:1,&quot;color_type&quot;:1,&quot;theme_color_indexes&quot;:[9,10,9,10,9,10]}"/>
</p:tagLst>
</file>

<file path=ppt/tags/tag19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4"/>
  <p:tag name="KSO_WM_UNIT_ID" val="diagram20235023_1*n_h_i*2_1_4"/>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gradient&quot;:[{&quot;brightness&quot;:0,&quot;colorType&quot;:1,&quot;foreColorIndex&quot;:5,&quot;pos&quot;:0,&quot;transparency&quot;:1},{&quot;brightness&quot;:0,&quot;colorType&quot;:1,&quot;foreColorIndex&quot;:5,&quot;pos&quot;:1,&quot;transparency&quot;:0.44999998807907104}],&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198.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1"/>
  <p:tag name="KSO_WM_UNIT_ID" val="diagram20235023_1*n_h_i*2_1_1"/>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quot;colorType&quot;:1,&quot;foreColorIndex&quot;:5,&quot;pos&quot;:0.11999999731779099,&quot;transparency&quot;:1},{&quot;brightness&quot;:0,&quot;colorType&quot;:1,&quot;foreColorIndex&quot;:5,&quot;pos&quot;:1,&quot;transparency&quot;:0.5099999904632568}],&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DIAGRAM_USE_COLOR_VALUE" val="{&quot;color_scheme&quot;:1,&quot;color_type&quot;:1,&quot;theme_color_indexes&quot;:[9,10,9,10,9,10]}"/>
</p:tagLst>
</file>

<file path=ppt/tags/tag199.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2"/>
  <p:tag name="KSO_WM_UNIT_ID" val="diagram20235023_1*n_h_i*2_1_2"/>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gradient&quot;:[{&quot;brightness&quot;:0.4000000059604645,&quot;colorType&quot;:1,&quot;foreColorIndex&quot;:5,&quot;pos&quot;:0.11999999731779099,&quot;transparency&quot;:1},{&quot;brightness&quot;:0,&quot;colorType&quot;:1,&quot;foreColorIndex&quot;:5,&quot;pos&quot;:1,&quot;transparency&quot;:0.5099999904632568}],&quot;type&quot;:3},&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UNIT_FILL_TYPE" val="3"/>
  <p:tag name="KSO_WM_UNIT_TEXT_FILL_FORE_SCHEMECOLOR_INDEX" val="1"/>
  <p:tag name="KSO_WM_UNIT_TEXT_FILL_TYPE" val="1"/>
  <p:tag name="KSO_WM_DIAGRAM_USE_COLOR_VALUE" val="{&quot;color_scheme&quot;:1,&quot;color_type&quot;:1,&quot;theme_color_indexes&quot;:[9,10,9,10,9,10]}"/>
</p:tagLst>
</file>

<file path=ppt/tags/tag20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n1-1"/>
  <p:tag name="KSO_WM_UNIT_TYPE" val="n_h_i"/>
  <p:tag name="KSO_WM_UNIT_INDEX" val="2_1_5"/>
  <p:tag name="KSO_WM_UNIT_ID" val="diagram20235023_1*n_h_i*2_1_5"/>
  <p:tag name="KSO_WM_TEMPLATE_CATEGORY" val="diagram"/>
  <p:tag name="KSO_WM_TEMPLATE_INDEX" val="20235023"/>
  <p:tag name="KSO_WM_UNIT_LAYERLEVEL" val="1_1_1"/>
  <p:tag name="KSO_WM_TAG_VERSION" val="3.0"/>
  <p:tag name="KSO_WM_DIAGRAM_VERSION" val="3"/>
  <p:tag name="KSO_WM_DIAGRAM_COLOR_TRICK" val="1"/>
  <p:tag name="KSO_WM_DIAGRAM_COLOR_TEXT_CAN_REMOVE" val="n"/>
  <p:tag name="KSO_WM_DIAGRAM_MAX_ITEMCNT" val="5"/>
  <p:tag name="KSO_WM_DIAGRAM_MIN_ITEMCNT" val="3"/>
  <p:tag name="KSO_WM_DIAGRAM_VIRTUALLY_FRAME" val="{&quot;height&quot;:117.10007874015756,&quot;left&quot;:47.97501220703125,&quot;top&quot;:404.55,&quot;width&quot;:851.3500271630476}"/>
  <p:tag name="KSO_WM_DIAGRAM_COLOR_MATCH_VALUE" val="{&quot;shape&quot;:{&quot;fill&quot;:{&quot;type&quot;:0},&quot;glow&quot;:{&quot;colorType&quot;:0},&quot;line&quot;:{&quot;gradient&quot;:[{&quot;brightness&quot;:0,&quot;colorType&quot;:2,&quot;pos&quot;:0.6600000262260437,&quot;rgb&quot;:&quot;#376fff&quot;,&quot;transparency&quot;:1},{&quot;brightness&quot;:0,&quot;colorType&quot;:1,&quot;foreColorIndex&quot;:5,&quot;pos&quot;:0.14000000059604645,&quot;transparency&quot;:1},{&quot;brightness&quot;:0,&quot;colorType&quot;:2,&quot;pos&quot;:0,&quot;rgb&quot;:&quot;#376fff&quot;,&quot;transparency&quot;:0.8399999737739563},{&quot;brightness&quot;:0,&quot;colorType&quot;:1,&quot;foreColorIndex&quot;:5,&quot;pos&quot;:1,&quot;transparency&quot;:0.800000011920929}],&quot;type&quot;:2},&quot;shadow&quot;:{&quot;colorType&quot;:0},&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BEAUTIFY_FLAG" val="#wm#"/>
  <p:tag name="KSO_WM_DIAGRAM_USE_COLOR_VALUE" val="{&quot;color_scheme&quot;:1,&quot;color_type&quot;:1,&quot;theme_color_indexes&quot;:[9,10,9,10,9,10]}"/>
</p:tagLst>
</file>

<file path=ppt/tags/tag201.xml><?xml version="1.0" encoding="utf-8"?>
<p:tagLst xmlns:p="http://schemas.openxmlformats.org/presentationml/2006/main">
  <p:tag name="KSO_WM_SLIDE_ITEM_CNT" val="3"/>
  <p:tag name="resource_record_key" val="{&quot;10&quot;:[3505430,50036384,3504219,4526305],&quot;29&quot;:[50053024,50052948,50052445,50000144],&quot;70&quot;:[3405561,3319090,3312439,3318441,3431215,3332761,3318307]}"/>
</p:tagLst>
</file>

<file path=ppt/tags/tag202.xml><?xml version="1.0" encoding="utf-8"?>
<p:tagLst xmlns:p="http://schemas.openxmlformats.org/presentationml/2006/main">
  <p:tag name="KSO_WM_DIAGRAM_VIRTUALLY_FRAME" val="{&quot;height&quot;:389.6,&quot;left&quot;:211.45,&quot;top&quot;:116.65,&quot;width&quot;:477.55}"/>
</p:tagLst>
</file>

<file path=ppt/tags/tag203.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04.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05.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06.xml><?xml version="1.0" encoding="utf-8"?>
<p:tagLst xmlns:p="http://schemas.openxmlformats.org/presentationml/2006/main">
  <p:tag name="KSO_WM_BEAUTIFY_FLAG" val=""/>
</p:tagLst>
</file>

<file path=ppt/tags/tag207.xml><?xml version="1.0" encoding="utf-8"?>
<p:tagLst xmlns:p="http://schemas.openxmlformats.org/presentationml/2006/main">
  <p:tag name="KSO_WM_BEAUTIFY_FLAG" val=""/>
</p:tagLst>
</file>

<file path=ppt/tags/tag208.xml><?xml version="1.0" encoding="utf-8"?>
<p:tagLst xmlns:p="http://schemas.openxmlformats.org/presentationml/2006/main">
  <p:tag name="KSO_WM_UNIT_TABLE_BEAUTIFY" val="smartTable{760c5c94-a43d-4ea9-b764-50417f203213}"/>
  <p:tag name="TABLE_ENDDRAG_ORIGIN_RECT" val="882*397"/>
  <p:tag name="TABLE_ENDDRAG_RECT" val="41*85*882*397"/>
</p:tagLst>
</file>

<file path=ppt/tags/tag209.xml><?xml version="1.0" encoding="utf-8"?>
<p:tagLst xmlns:p="http://schemas.openxmlformats.org/presentationml/2006/main">
  <p:tag name="KSO_WM_BEAUTIFY_FLAG" val=""/>
</p:tagLst>
</file>

<file path=ppt/tags/tag210.xml><?xml version="1.0" encoding="utf-8"?>
<p:tagLst xmlns:p="http://schemas.openxmlformats.org/presentationml/2006/main">
  <p:tag name="KSO_WM_BEAUTIFY_FLAG" val=""/>
</p:tagLst>
</file>

<file path=ppt/tags/tag211.xml><?xml version="1.0" encoding="utf-8"?>
<p:tagLst xmlns:p="http://schemas.openxmlformats.org/presentationml/2006/main">
  <p:tag name="KSO_WM_UNIT_TABLE_BEAUTIFY" val="smartTable{828b6f84-1146-45ed-a109-a4b2f2539ba7}"/>
  <p:tag name="TABLE_ENDDRAG_ORIGIN_RECT" val="882*397"/>
  <p:tag name="TABLE_ENDDRAG_RECT" val="41*85*882*397"/>
</p:tagLst>
</file>

<file path=ppt/tags/tag212.xml><?xml version="1.0" encoding="utf-8"?>
<p:tagLst xmlns:p="http://schemas.openxmlformats.org/presentationml/2006/main">
  <p:tag name="KSO_WM_BEAUTIFY_FLAG" val=""/>
</p:tagLst>
</file>

<file path=ppt/tags/tag213.xml><?xml version="1.0" encoding="utf-8"?>
<p:tagLst xmlns:p="http://schemas.openxmlformats.org/presentationml/2006/main">
  <p:tag name="KSO_WM_BEAUTIFY_FLAG" val=""/>
</p:tagLst>
</file>

<file path=ppt/tags/tag214.xml><?xml version="1.0" encoding="utf-8"?>
<p:tagLst xmlns:p="http://schemas.openxmlformats.org/presentationml/2006/main">
  <p:tag name="KSO_WM_UNIT_TABLE_BEAUTIFY" val="smartTable{8401f0c4-1a68-4e22-8787-7a5f1c3614e5}"/>
  <p:tag name="TABLE_ENDDRAG_ORIGIN_RECT" val="882*397"/>
  <p:tag name="TABLE_ENDDRAG_RECT" val="41*85*882*397"/>
</p:tagLst>
</file>

<file path=ppt/tags/tag215.xml><?xml version="1.0" encoding="utf-8"?>
<p:tagLst xmlns:p="http://schemas.openxmlformats.org/presentationml/2006/main">
  <p:tag name="KSO_WM_DIAGRAM_VIRTUALLY_FRAME" val="{&quot;height&quot;:389.6,&quot;left&quot;:211.45,&quot;top&quot;:116.65,&quot;width&quot;:477.55}"/>
</p:tagLst>
</file>

<file path=ppt/tags/tag216.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217.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218.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219.xml><?xml version="1.0" encoding="utf-8"?>
<p:tagLst xmlns:p="http://schemas.openxmlformats.org/presentationml/2006/main">
  <p:tag name="TABLE_ENDDRAG_ORIGIN_RECT" val="448*343"/>
  <p:tag name="TABLE_ENDDRAG_RECT" val="60*98*448*343"/>
</p:tagLst>
</file>

<file path=ppt/tags/tag220.xml><?xml version="1.0" encoding="utf-8"?>
<p:tagLst xmlns:p="http://schemas.openxmlformats.org/presentationml/2006/main">
  <p:tag name="TABLE_ENDDRAG_ORIGIN_RECT" val="354*332"/>
  <p:tag name="TABLE_ENDDRAG_RECT" val="537*98*354*332"/>
</p:tagLst>
</file>

<file path=ppt/tags/tag221.xml><?xml version="1.0" encoding="utf-8"?>
<p:tagLst xmlns:p="http://schemas.openxmlformats.org/presentationml/2006/main">
  <p:tag name="KSO_WM_BEAUTIFY_FLAG" val=""/>
</p:tagLst>
</file>

<file path=ppt/tags/tag222.xml><?xml version="1.0" encoding="utf-8"?>
<p:tagLst xmlns:p="http://schemas.openxmlformats.org/presentationml/2006/main">
  <p:tag name="KSO_WM_BEAUTIFY_FLAG" val=""/>
</p:tagLst>
</file>

<file path=ppt/tags/tag223.xml><?xml version="1.0" encoding="utf-8"?>
<p:tagLst xmlns:p="http://schemas.openxmlformats.org/presentationml/2006/main">
  <p:tag name="KSO_WM_BEAUTIFY_FLAG" val=""/>
</p:tagLst>
</file>

<file path=ppt/tags/tag224.xml><?xml version="1.0" encoding="utf-8"?>
<p:tagLst xmlns:p="http://schemas.openxmlformats.org/presentationml/2006/main">
  <p:tag name="KSO_WM_BEAUTIFY_FLAG" val=""/>
</p:tagLst>
</file>

<file path=ppt/tags/tag225.xml><?xml version="1.0" encoding="utf-8"?>
<p:tagLst xmlns:p="http://schemas.openxmlformats.org/presentationml/2006/main">
  <p:tag name="KSO_WM_BEAUTIFY_FLAG" val=""/>
</p:tagLst>
</file>

<file path=ppt/tags/tag226.xml><?xml version="1.0" encoding="utf-8"?>
<p:tagLst xmlns:p="http://schemas.openxmlformats.org/presentationml/2006/main">
  <p:tag name="KSO_WM_BEAUTIFY_FLAG" val=""/>
</p:tagLst>
</file>

<file path=ppt/tags/tag227.xml><?xml version="1.0" encoding="utf-8"?>
<p:tagLst xmlns:p="http://schemas.openxmlformats.org/presentationml/2006/main">
  <p:tag name="KSO_WM_BEAUTIFY_FLAG" val=""/>
</p:tagLst>
</file>

<file path=ppt/tags/tag228.xml><?xml version="1.0" encoding="utf-8"?>
<p:tagLst xmlns:p="http://schemas.openxmlformats.org/presentationml/2006/main">
  <p:tag name="KSO_WM_BEAUTIFY_FLAG" val=""/>
</p:tagLst>
</file>

<file path=ppt/tags/tag229.xml><?xml version="1.0" encoding="utf-8"?>
<p:tagLst xmlns:p="http://schemas.openxmlformats.org/presentationml/2006/main">
  <p:tag name="KSO_WM_BEAUTIFY_FLAG" val=""/>
</p:tagLst>
</file>

<file path=ppt/tags/tag230.xml><?xml version="1.0" encoding="utf-8"?>
<p:tagLst xmlns:p="http://schemas.openxmlformats.org/presentationml/2006/main">
  <p:tag name="KSO_WM_BEAUTIFY_FLAG" val=""/>
</p:tagLst>
</file>

<file path=ppt/tags/tag231.xml><?xml version="1.0" encoding="utf-8"?>
<p:tagLst xmlns:p="http://schemas.openxmlformats.org/presentationml/2006/main">
  <p:tag name="KSO_WM_BEAUTIFY_FLAG" val=""/>
</p:tagLst>
</file>

<file path=ppt/tags/tag232.xml><?xml version="1.0" encoding="utf-8"?>
<p:tagLst xmlns:p="http://schemas.openxmlformats.org/presentationml/2006/main">
  <p:tag name="KSO_WM_BEAUTIFY_FLAG" val=""/>
</p:tagLst>
</file>

<file path=ppt/tags/tag233.xml><?xml version="1.0" encoding="utf-8"?>
<p:tagLst xmlns:p="http://schemas.openxmlformats.org/presentationml/2006/main">
  <p:tag name="KSO_WM_BEAUTIFY_FLAG" val=""/>
</p:tagLst>
</file>

<file path=ppt/tags/tag234.xml><?xml version="1.0" encoding="utf-8"?>
<p:tagLst xmlns:p="http://schemas.openxmlformats.org/presentationml/2006/main">
  <p:tag name="KSO_WM_BEAUTIFY_FLAG" val=""/>
</p:tagLst>
</file>

<file path=ppt/tags/tag235.xml><?xml version="1.0" encoding="utf-8"?>
<p:tagLst xmlns:p="http://schemas.openxmlformats.org/presentationml/2006/main">
  <p:tag name="KSO_WM_BEAUTIFY_FLAG" val=""/>
</p:tagLst>
</file>

<file path=ppt/tags/tag236.xml><?xml version="1.0" encoding="utf-8"?>
<p:tagLst xmlns:p="http://schemas.openxmlformats.org/presentationml/2006/main">
  <p:tag name="KSO_WM_BEAUTIFY_FLAG" val=""/>
</p:tagLst>
</file>

<file path=ppt/tags/tag237.xml><?xml version="1.0" encoding="utf-8"?>
<p:tagLst xmlns:p="http://schemas.openxmlformats.org/presentationml/2006/main">
  <p:tag name="KSO_WM_BEAUTIFY_FLAG" val=""/>
</p:tagLst>
</file>

<file path=ppt/tags/tag238.xml><?xml version="1.0" encoding="utf-8"?>
<p:tagLst xmlns:p="http://schemas.openxmlformats.org/presentationml/2006/main">
  <p:tag name="KSO_WM_BEAUTIFY_FLAG" val=""/>
</p:tagLst>
</file>

<file path=ppt/tags/tag239.xml><?xml version="1.0" encoding="utf-8"?>
<p:tagLst xmlns:p="http://schemas.openxmlformats.org/presentationml/2006/main">
  <p:tag name="KSO_WM_BEAUTIFY_FLAG" val=""/>
</p:tagLst>
</file>

<file path=ppt/tags/tag240.xml><?xml version="1.0" encoding="utf-8"?>
<p:tagLst xmlns:p="http://schemas.openxmlformats.org/presentationml/2006/main">
  <p:tag name="KSO_WM_BEAUTIFY_FLAG" val=""/>
</p:tagLst>
</file>

<file path=ppt/tags/tag241.xml><?xml version="1.0" encoding="utf-8"?>
<p:tagLst xmlns:p="http://schemas.openxmlformats.org/presentationml/2006/main">
  <p:tag name="KSO_WM_BEAUTIFY_FLAG" val=""/>
</p:tagLst>
</file>

<file path=ppt/tags/tag242.xml><?xml version="1.0" encoding="utf-8"?>
<p:tagLst xmlns:p="http://schemas.openxmlformats.org/presentationml/2006/main">
  <p:tag name="KSO_WM_BEAUTIFY_FLAG" val=""/>
</p:tagLst>
</file>

<file path=ppt/tags/tag243.xml><?xml version="1.0" encoding="utf-8"?>
<p:tagLst xmlns:p="http://schemas.openxmlformats.org/presentationml/2006/main">
  <p:tag name="KSO_WM_BEAUTIFY_FLAG" val=""/>
</p:tagLst>
</file>

<file path=ppt/tags/tag244.xml><?xml version="1.0" encoding="utf-8"?>
<p:tagLst xmlns:p="http://schemas.openxmlformats.org/presentationml/2006/main">
  <p:tag name="KSO_WM_BEAUTIFY_FLAG" val=""/>
</p:tagLst>
</file>

<file path=ppt/tags/tag245.xml><?xml version="1.0" encoding="utf-8"?>
<p:tagLst xmlns:p="http://schemas.openxmlformats.org/presentationml/2006/main">
  <p:tag name="KSO_WM_BEAUTIFY_FLAG" val=""/>
</p:tagLst>
</file>

<file path=ppt/tags/tag246.xml><?xml version="1.0" encoding="utf-8"?>
<p:tagLst xmlns:p="http://schemas.openxmlformats.org/presentationml/2006/main">
  <p:tag name="KSO_WM_BEAUTIFY_FLAG" val=""/>
</p:tagLst>
</file>

<file path=ppt/tags/tag247.xml><?xml version="1.0" encoding="utf-8"?>
<p:tagLst xmlns:p="http://schemas.openxmlformats.org/presentationml/2006/main">
  <p:tag name="KSO_WM_BEAUTIFY_FLAG" val=""/>
</p:tagLst>
</file>

<file path=ppt/tags/tag248.xml><?xml version="1.0" encoding="utf-8"?>
<p:tagLst xmlns:p="http://schemas.openxmlformats.org/presentationml/2006/main">
  <p:tag name="KSO_WM_BEAUTIFY_FLAG" val=""/>
</p:tagLst>
</file>

<file path=ppt/tags/tag249.xml><?xml version="1.0" encoding="utf-8"?>
<p:tagLst xmlns:p="http://schemas.openxmlformats.org/presentationml/2006/main">
  <p:tag name="KSO_WM_BEAUTIFY_FLAG" val=""/>
</p:tagLst>
</file>

<file path=ppt/tags/tag250.xml><?xml version="1.0" encoding="utf-8"?>
<p:tagLst xmlns:p="http://schemas.openxmlformats.org/presentationml/2006/main">
  <p:tag name="KSO_WM_BEAUTIFY_FLAG" val=""/>
</p:tagLst>
</file>

<file path=ppt/tags/tag251.xml><?xml version="1.0" encoding="utf-8"?>
<p:tagLst xmlns:p="http://schemas.openxmlformats.org/presentationml/2006/main">
  <p:tag name="KSO_WM_BEAUTIFY_FLAG" val=""/>
</p:tagLst>
</file>

<file path=ppt/tags/tag252.xml><?xml version="1.0" encoding="utf-8"?>
<p:tagLst xmlns:p="http://schemas.openxmlformats.org/presentationml/2006/main">
  <p:tag name="KSO_WM_BEAUTIFY_FLAG" val=""/>
</p:tagLst>
</file>

<file path=ppt/tags/tag253.xml><?xml version="1.0" encoding="utf-8"?>
<p:tagLst xmlns:p="http://schemas.openxmlformats.org/presentationml/2006/main">
  <p:tag name="KSO_WM_BEAUTIFY_FLAG" val=""/>
</p:tagLst>
</file>

<file path=ppt/tags/tag254.xml><?xml version="1.0" encoding="utf-8"?>
<p:tagLst xmlns:p="http://schemas.openxmlformats.org/presentationml/2006/main">
  <p:tag name="KSO_WM_BEAUTIFY_FLAG" val=""/>
</p:tagLst>
</file>

<file path=ppt/tags/tag255.xml><?xml version="1.0" encoding="utf-8"?>
<p:tagLst xmlns:p="http://schemas.openxmlformats.org/presentationml/2006/main">
  <p:tag name="KSO_WM_BEAUTIFY_FLAG" val=""/>
</p:tagLst>
</file>

<file path=ppt/tags/tag256.xml><?xml version="1.0" encoding="utf-8"?>
<p:tagLst xmlns:p="http://schemas.openxmlformats.org/presentationml/2006/main">
  <p:tag name="KSO_WM_BEAUTIFY_FLAG" val=""/>
</p:tagLst>
</file>

<file path=ppt/tags/tag257.xml><?xml version="1.0" encoding="utf-8"?>
<p:tagLst xmlns:p="http://schemas.openxmlformats.org/presentationml/2006/main">
  <p:tag name="PA" val="v4.3.1"/>
</p:tagLst>
</file>

<file path=ppt/tags/tag258.xml><?xml version="1.0" encoding="utf-8"?>
<p:tagLst xmlns:p="http://schemas.openxmlformats.org/presentationml/2006/main">
  <p:tag name="PA" val="v4.3.1"/>
</p:tagLst>
</file>

<file path=ppt/tags/tag259.xml><?xml version="1.0" encoding="utf-8"?>
<p:tagLst xmlns:p="http://schemas.openxmlformats.org/presentationml/2006/main">
  <p:tag name="KSO_WM_BEAUTIFY_FLAG" val=""/>
</p:tagLst>
</file>

<file path=ppt/tags/tag260.xml><?xml version="1.0" encoding="utf-8"?>
<p:tagLst xmlns:p="http://schemas.openxmlformats.org/presentationml/2006/main">
  <p:tag name="KSO_WM_BEAUTIFY_FLAG" val=""/>
</p:tagLst>
</file>

<file path=ppt/tags/tag261.xml><?xml version="1.0" encoding="utf-8"?>
<p:tagLst xmlns:p="http://schemas.openxmlformats.org/presentationml/2006/main">
  <p:tag name="KSO_WM_BEAUTIFY_FLAG" val=""/>
</p:tagLst>
</file>

<file path=ppt/tags/tag262.xml><?xml version="1.0" encoding="utf-8"?>
<p:tagLst xmlns:p="http://schemas.openxmlformats.org/presentationml/2006/main">
  <p:tag name="KSO_WM_BEAUTIFY_FLAG" val=""/>
</p:tagLst>
</file>

<file path=ppt/tags/tag263.xml><?xml version="1.0" encoding="utf-8"?>
<p:tagLst xmlns:p="http://schemas.openxmlformats.org/presentationml/2006/main">
  <p:tag name="KSO_WM_BEAUTIFY_FLAG" val=""/>
</p:tagLst>
</file>

<file path=ppt/tags/tag264.xml><?xml version="1.0" encoding="utf-8"?>
<p:tagLst xmlns:p="http://schemas.openxmlformats.org/presentationml/2006/main">
  <p:tag name="TABLE_ENDDRAG_ORIGIN_RECT" val="427*233"/>
  <p:tag name="TABLE_ENDDRAG_RECT" val="488*280*427*233"/>
</p:tagLst>
</file>

<file path=ppt/tags/tag265.xml><?xml version="1.0" encoding="utf-8"?>
<p:tagLst xmlns:p="http://schemas.openxmlformats.org/presentationml/2006/main">
  <p:tag name="PA" val="v4.3.1"/>
</p:tagLst>
</file>

<file path=ppt/tags/tag266.xml><?xml version="1.0" encoding="utf-8"?>
<p:tagLst xmlns:p="http://schemas.openxmlformats.org/presentationml/2006/main">
  <p:tag name="KSO_WM_BEAUTIFY_FLAG" val=""/>
</p:tagLst>
</file>

<file path=ppt/tags/tag267.xml><?xml version="1.0" encoding="utf-8"?>
<p:tagLst xmlns:p="http://schemas.openxmlformats.org/presentationml/2006/main">
  <p:tag name="KSO_WM_BEAUTIFY_FLAG" val=""/>
</p:tagLst>
</file>

<file path=ppt/tags/tag268.xml><?xml version="1.0" encoding="utf-8"?>
<p:tagLst xmlns:p="http://schemas.openxmlformats.org/presentationml/2006/main">
  <p:tag name="KSO_WM_BEAUTIFY_FLAG" val=""/>
</p:tagLst>
</file>

<file path=ppt/tags/tag269.xml><?xml version="1.0" encoding="utf-8"?>
<p:tagLst xmlns:p="http://schemas.openxmlformats.org/presentationml/2006/main">
  <p:tag name="KSO_WM_BEAUTIFY_FLAG" val=""/>
</p:tagLst>
</file>

<file path=ppt/tags/tag270.xml><?xml version="1.0" encoding="utf-8"?>
<p:tagLst xmlns:p="http://schemas.openxmlformats.org/presentationml/2006/main">
  <p:tag name="KSO_WM_BEAUTIFY_FLAG" val=""/>
</p:tagLst>
</file>

<file path=ppt/tags/tag271.xml><?xml version="1.0" encoding="utf-8"?>
<p:tagLst xmlns:p="http://schemas.openxmlformats.org/presentationml/2006/main">
  <p:tag name="KSO_WM_BEAUTIFY_FLAG" val=""/>
</p:tagLst>
</file>

<file path=ppt/tags/tag272.xml><?xml version="1.0" encoding="utf-8"?>
<p:tagLst xmlns:p="http://schemas.openxmlformats.org/presentationml/2006/main">
  <p:tag name="KSO_WM_BEAUTIFY_FLAG" val=""/>
</p:tagLst>
</file>

<file path=ppt/tags/tag273.xml><?xml version="1.0" encoding="utf-8"?>
<p:tagLst xmlns:p="http://schemas.openxmlformats.org/presentationml/2006/main">
  <p:tag name="KSO_WM_BEAUTIFY_FLAG" val=""/>
</p:tagLst>
</file>

<file path=ppt/tags/tag274.xml><?xml version="1.0" encoding="utf-8"?>
<p:tagLst xmlns:p="http://schemas.openxmlformats.org/presentationml/2006/main">
  <p:tag name="KSO_WM_BEAUTIFY_FLAG" val=""/>
</p:tagLst>
</file>

<file path=ppt/tags/tag275.xml><?xml version="1.0" encoding="utf-8"?>
<p:tagLst xmlns:p="http://schemas.openxmlformats.org/presentationml/2006/main">
  <p:tag name="KSO_WM_BEAUTIFY_FLAG" val=""/>
</p:tagLst>
</file>

<file path=ppt/tags/tag276.xml><?xml version="1.0" encoding="utf-8"?>
<p:tagLst xmlns:p="http://schemas.openxmlformats.org/presentationml/2006/main">
  <p:tag name="KSO_WM_BEAUTIFY_FLAG" val=""/>
</p:tagLst>
</file>

<file path=ppt/tags/tag277.xml><?xml version="1.0" encoding="utf-8"?>
<p:tagLst xmlns:p="http://schemas.openxmlformats.org/presentationml/2006/main">
  <p:tag name="KSO_WM_BEAUTIFY_FLAG" val=""/>
</p:tagLst>
</file>

<file path=ppt/tags/tag278.xml><?xml version="1.0" encoding="utf-8"?>
<p:tagLst xmlns:p="http://schemas.openxmlformats.org/presentationml/2006/main">
  <p:tag name="KSO_WM_BEAUTIFY_FLAG" val=""/>
</p:tagLst>
</file>

<file path=ppt/tags/tag279.xml><?xml version="1.0" encoding="utf-8"?>
<p:tagLst xmlns:p="http://schemas.openxmlformats.org/presentationml/2006/main">
  <p:tag name="KSO_WM_BEAUTIFY_FLAG" val=""/>
</p:tagLst>
</file>

<file path=ppt/tags/tag280.xml><?xml version="1.0" encoding="utf-8"?>
<p:tagLst xmlns:p="http://schemas.openxmlformats.org/presentationml/2006/main">
  <p:tag name="KSO_WM_BEAUTIFY_FLAG" val=""/>
</p:tagLst>
</file>

<file path=ppt/tags/tag281.xml><?xml version="1.0" encoding="utf-8"?>
<p:tagLst xmlns:p="http://schemas.openxmlformats.org/presentationml/2006/main">
  <p:tag name="KSO_WM_BEAUTIFY_FLAG" val=""/>
</p:tagLst>
</file>

<file path=ppt/tags/tag282.xml><?xml version="1.0" encoding="utf-8"?>
<p:tagLst xmlns:p="http://schemas.openxmlformats.org/presentationml/2006/main">
  <p:tag name="KSO_WM_BEAUTIFY_FLAG" val=""/>
</p:tagLst>
</file>

<file path=ppt/tags/tag283.xml><?xml version="1.0" encoding="utf-8"?>
<p:tagLst xmlns:p="http://schemas.openxmlformats.org/presentationml/2006/main">
  <p:tag name="KSO_WM_BEAUTIFY_FLAG" val=""/>
</p:tagLst>
</file>

<file path=ppt/tags/tag284.xml><?xml version="1.0" encoding="utf-8"?>
<p:tagLst xmlns:p="http://schemas.openxmlformats.org/presentationml/2006/main">
  <p:tag name="KSO_WM_BEAUTIFY_FLAG" val=""/>
</p:tagLst>
</file>

<file path=ppt/tags/tag285.xml><?xml version="1.0" encoding="utf-8"?>
<p:tagLst xmlns:p="http://schemas.openxmlformats.org/presentationml/2006/main">
  <p:tag name="KSO_WM_BEAUTIFY_FLAG" val=""/>
</p:tagLst>
</file>

<file path=ppt/tags/tag286.xml><?xml version="1.0" encoding="utf-8"?>
<p:tagLst xmlns:p="http://schemas.openxmlformats.org/presentationml/2006/main">
  <p:tag name="KSO_WM_BEAUTIFY_FLAG" val=""/>
</p:tagLst>
</file>

<file path=ppt/tags/tag287.xml><?xml version="1.0" encoding="utf-8"?>
<p:tagLst xmlns:p="http://schemas.openxmlformats.org/presentationml/2006/main">
  <p:tag name="KSO_WM_BEAUTIFY_FLAG" val=""/>
</p:tagLst>
</file>

<file path=ppt/tags/tag288.xml><?xml version="1.0" encoding="utf-8"?>
<p:tagLst xmlns:p="http://schemas.openxmlformats.org/presentationml/2006/main">
  <p:tag name="KSO_WM_BEAUTIFY_FLAG" val=""/>
</p:tagLst>
</file>

<file path=ppt/tags/tag289.xml><?xml version="1.0" encoding="utf-8"?>
<p:tagLst xmlns:p="http://schemas.openxmlformats.org/presentationml/2006/main">
  <p:tag name="KSO_WM_BEAUTIFY_FLAG" val=""/>
</p:tagLst>
</file>

<file path=ppt/tags/tag290.xml><?xml version="1.0" encoding="utf-8"?>
<p:tagLst xmlns:p="http://schemas.openxmlformats.org/presentationml/2006/main">
  <p:tag name="KSO_WM_BEAUTIFY_FLAG" val=""/>
</p:tagLst>
</file>

<file path=ppt/tags/tag291.xml><?xml version="1.0" encoding="utf-8"?>
<p:tagLst xmlns:p="http://schemas.openxmlformats.org/presentationml/2006/main">
  <p:tag name="KSO_WM_BEAUTIFY_FLAG" val=""/>
</p:tagLst>
</file>

<file path=ppt/tags/tag292.xml><?xml version="1.0" encoding="utf-8"?>
<p:tagLst xmlns:p="http://schemas.openxmlformats.org/presentationml/2006/main">
  <p:tag name="KSO_WM_BEAUTIFY_FLAG" val=""/>
</p:tagLst>
</file>

<file path=ppt/tags/tag293.xml><?xml version="1.0" encoding="utf-8"?>
<p:tagLst xmlns:p="http://schemas.openxmlformats.org/presentationml/2006/main">
  <p:tag name="KSO_WM_BEAUTIFY_FLAG" val=""/>
</p:tagLst>
</file>

<file path=ppt/tags/tag294.xml><?xml version="1.0" encoding="utf-8"?>
<p:tagLst xmlns:p="http://schemas.openxmlformats.org/presentationml/2006/main">
  <p:tag name="KSO_WM_BEAUTIFY_FLAG" val=""/>
</p:tagLst>
</file>

<file path=ppt/tags/tag295.xml><?xml version="1.0" encoding="utf-8"?>
<p:tagLst xmlns:p="http://schemas.openxmlformats.org/presentationml/2006/main">
  <p:tag name="KSO_WM_BEAUTIFY_FLAG" val=""/>
</p:tagLst>
</file>

<file path=ppt/tags/tag296.xml><?xml version="1.0" encoding="utf-8"?>
<p:tagLst xmlns:p="http://schemas.openxmlformats.org/presentationml/2006/main">
  <p:tag name="KSO_WM_BEAUTIFY_FLAG" val=""/>
</p:tagLst>
</file>

<file path=ppt/tags/tag297.xml><?xml version="1.0" encoding="utf-8"?>
<p:tagLst xmlns:p="http://schemas.openxmlformats.org/presentationml/2006/main">
  <p:tag name="KSO_WM_BEAUTIFY_FLAG" val=""/>
</p:tagLst>
</file>

<file path=ppt/tags/tag298.xml><?xml version="1.0" encoding="utf-8"?>
<p:tagLst xmlns:p="http://schemas.openxmlformats.org/presentationml/2006/main">
  <p:tag name="KSO_WM_BEAUTIFY_FLAG" val=""/>
</p:tagLst>
</file>

<file path=ppt/tags/tag299.xml><?xml version="1.0" encoding="utf-8"?>
<p:tagLst xmlns:p="http://schemas.openxmlformats.org/presentationml/2006/main">
  <p:tag name="KSO_WM_BEAUTIFY_FLAG" val=""/>
</p:tagLst>
</file>

<file path=ppt/tags/tag300.xml><?xml version="1.0" encoding="utf-8"?>
<p:tagLst xmlns:p="http://schemas.openxmlformats.org/presentationml/2006/main">
  <p:tag name="KSO_WM_BEAUTIFY_FLAG" val=""/>
</p:tagLst>
</file>

<file path=ppt/tags/tag301.xml><?xml version="1.0" encoding="utf-8"?>
<p:tagLst xmlns:p="http://schemas.openxmlformats.org/presentationml/2006/main">
  <p:tag name="KSO_WM_BEAUTIFY_FLAG" val=""/>
</p:tagLst>
</file>

<file path=ppt/tags/tag302.xml><?xml version="1.0" encoding="utf-8"?>
<p:tagLst xmlns:p="http://schemas.openxmlformats.org/presentationml/2006/main">
  <p:tag name="KSO_WM_BEAUTIFY_FLAG" val=""/>
</p:tagLst>
</file>

<file path=ppt/tags/tag303.xml><?xml version="1.0" encoding="utf-8"?>
<p:tagLst xmlns:p="http://schemas.openxmlformats.org/presentationml/2006/main">
  <p:tag name="KSO_WM_BEAUTIFY_FLAG" val=""/>
</p:tagLst>
</file>

<file path=ppt/tags/tag304.xml><?xml version="1.0" encoding="utf-8"?>
<p:tagLst xmlns:p="http://schemas.openxmlformats.org/presentationml/2006/main">
  <p:tag name="KSO_WM_BEAUTIFY_FLAG" val=""/>
</p:tagLst>
</file>

<file path=ppt/tags/tag305.xml><?xml version="1.0" encoding="utf-8"?>
<p:tagLst xmlns:p="http://schemas.openxmlformats.org/presentationml/2006/main">
  <p:tag name="KSO_WM_BEAUTIFY_FLAG" val=""/>
</p:tagLst>
</file>

<file path=ppt/tags/tag306.xml><?xml version="1.0" encoding="utf-8"?>
<p:tagLst xmlns:p="http://schemas.openxmlformats.org/presentationml/2006/main">
  <p:tag name="KSO_WM_BEAUTIFY_FLAG" val=""/>
</p:tagLst>
</file>

<file path=ppt/tags/tag307.xml><?xml version="1.0" encoding="utf-8"?>
<p:tagLst xmlns:p="http://schemas.openxmlformats.org/presentationml/2006/main">
  <p:tag name="KSO_WM_BEAUTIFY_FLAG" val=""/>
</p:tagLst>
</file>

<file path=ppt/tags/tag308.xml><?xml version="1.0" encoding="utf-8"?>
<p:tagLst xmlns:p="http://schemas.openxmlformats.org/presentationml/2006/main">
  <p:tag name="KSO_WM_BEAUTIFY_FLAG" val=""/>
</p:tagLst>
</file>

<file path=ppt/tags/tag309.xml><?xml version="1.0" encoding="utf-8"?>
<p:tagLst xmlns:p="http://schemas.openxmlformats.org/presentationml/2006/main">
  <p:tag name="KSO_WM_BEAUTIFY_FLAG" val=""/>
</p:tagLst>
</file>

<file path=ppt/tags/tag310.xml><?xml version="1.0" encoding="utf-8"?>
<p:tagLst xmlns:p="http://schemas.openxmlformats.org/presentationml/2006/main">
  <p:tag name="KSO_WM_BEAUTIFY_FLAG" val=""/>
</p:tagLst>
</file>

<file path=ppt/tags/tag311.xml><?xml version="1.0" encoding="utf-8"?>
<p:tagLst xmlns:p="http://schemas.openxmlformats.org/presentationml/2006/main">
  <p:tag name="KSO_WM_BEAUTIFY_FLAG" val=""/>
</p:tagLst>
</file>

<file path=ppt/tags/tag312.xml><?xml version="1.0" encoding="utf-8"?>
<p:tagLst xmlns:p="http://schemas.openxmlformats.org/presentationml/2006/main">
  <p:tag name="KSO_WM_BEAUTIFY_FLAG" val=""/>
</p:tagLst>
</file>

<file path=ppt/tags/tag313.xml><?xml version="1.0" encoding="utf-8"?>
<p:tagLst xmlns:p="http://schemas.openxmlformats.org/presentationml/2006/main">
  <p:tag name="KSO_WM_BEAUTIFY_FLAG" val=""/>
</p:tagLst>
</file>

<file path=ppt/tags/tag314.xml><?xml version="1.0" encoding="utf-8"?>
<p:tagLst xmlns:p="http://schemas.openxmlformats.org/presentationml/2006/main">
  <p:tag name="KSO_WM_BEAUTIFY_FLAG" val=""/>
</p:tagLst>
</file>

<file path=ppt/tags/tag315.xml><?xml version="1.0" encoding="utf-8"?>
<p:tagLst xmlns:p="http://schemas.openxmlformats.org/presentationml/2006/main">
  <p:tag name="KSO_WM_BEAUTIFY_FLAG" val=""/>
</p:tagLst>
</file>

<file path=ppt/tags/tag316.xml><?xml version="1.0" encoding="utf-8"?>
<p:tagLst xmlns:p="http://schemas.openxmlformats.org/presentationml/2006/main">
  <p:tag name="KSO_WM_BEAUTIFY_FLAG" val=""/>
</p:tagLst>
</file>

<file path=ppt/tags/tag317.xml><?xml version="1.0" encoding="utf-8"?>
<p:tagLst xmlns:p="http://schemas.openxmlformats.org/presentationml/2006/main">
  <p:tag name="KSO_WM_BEAUTIFY_FLAG" val=""/>
</p:tagLst>
</file>

<file path=ppt/tags/tag318.xml><?xml version="1.0" encoding="utf-8"?>
<p:tagLst xmlns:p="http://schemas.openxmlformats.org/presentationml/2006/main">
  <p:tag name="KSO_WM_BEAUTIFY_FLAG" val=""/>
</p:tagLst>
</file>

<file path=ppt/tags/tag319.xml><?xml version="1.0" encoding="utf-8"?>
<p:tagLst xmlns:p="http://schemas.openxmlformats.org/presentationml/2006/main">
  <p:tag name="KSO_WM_BEAUTIFY_FLAG" val=""/>
</p:tagLst>
</file>

<file path=ppt/tags/tag320.xml><?xml version="1.0" encoding="utf-8"?>
<p:tagLst xmlns:p="http://schemas.openxmlformats.org/presentationml/2006/main">
  <p:tag name="KSO_WM_BEAUTIFY_FLAG" val=""/>
</p:tagLst>
</file>

<file path=ppt/tags/tag321.xml><?xml version="1.0" encoding="utf-8"?>
<p:tagLst xmlns:p="http://schemas.openxmlformats.org/presentationml/2006/main">
  <p:tag name="KSO_WM_BEAUTIFY_FLAG" val=""/>
</p:tagLst>
</file>

<file path=ppt/tags/tag322.xml><?xml version="1.0" encoding="utf-8"?>
<p:tagLst xmlns:p="http://schemas.openxmlformats.org/presentationml/2006/main">
  <p:tag name="KSO_WM_BEAUTIFY_FLAG" val=""/>
</p:tagLst>
</file>

<file path=ppt/tags/tag323.xml><?xml version="1.0" encoding="utf-8"?>
<p:tagLst xmlns:p="http://schemas.openxmlformats.org/presentationml/2006/main">
  <p:tag name="KSO_WM_BEAUTIFY_FLAG" val=""/>
</p:tagLst>
</file>

<file path=ppt/tags/tag324.xml><?xml version="1.0" encoding="utf-8"?>
<p:tagLst xmlns:p="http://schemas.openxmlformats.org/presentationml/2006/main">
  <p:tag name="KSO_WM_BEAUTIFY_FLAG" val=""/>
</p:tagLst>
</file>

<file path=ppt/tags/tag325.xml><?xml version="1.0" encoding="utf-8"?>
<p:tagLst xmlns:p="http://schemas.openxmlformats.org/presentationml/2006/main">
  <p:tag name="KSO_WM_BEAUTIFY_FLAG" val=""/>
</p:tagLst>
</file>

<file path=ppt/tags/tag326.xml><?xml version="1.0" encoding="utf-8"?>
<p:tagLst xmlns:p="http://schemas.openxmlformats.org/presentationml/2006/main">
  <p:tag name="KSO_WM_BEAUTIFY_FLAG" val=""/>
</p:tagLst>
</file>

<file path=ppt/tags/tag327.xml><?xml version="1.0" encoding="utf-8"?>
<p:tagLst xmlns:p="http://schemas.openxmlformats.org/presentationml/2006/main">
  <p:tag name="KSO_WM_BEAUTIFY_FLAG" val=""/>
</p:tagLst>
</file>

<file path=ppt/tags/tag328.xml><?xml version="1.0" encoding="utf-8"?>
<p:tagLst xmlns:p="http://schemas.openxmlformats.org/presentationml/2006/main">
  <p:tag name="KSO_WM_BEAUTIFY_FLAG" val=""/>
</p:tagLst>
</file>

<file path=ppt/tags/tag329.xml><?xml version="1.0" encoding="utf-8"?>
<p:tagLst xmlns:p="http://schemas.openxmlformats.org/presentationml/2006/main">
  <p:tag name="KSO_WM_BEAUTIFY_FLAG" val=""/>
</p:tagLst>
</file>

<file path=ppt/tags/tag330.xml><?xml version="1.0" encoding="utf-8"?>
<p:tagLst xmlns:p="http://schemas.openxmlformats.org/presentationml/2006/main">
  <p:tag name="KSO_WM_BEAUTIFY_FLAG" val=""/>
</p:tagLst>
</file>

<file path=ppt/tags/tag331.xml><?xml version="1.0" encoding="utf-8"?>
<p:tagLst xmlns:p="http://schemas.openxmlformats.org/presentationml/2006/main">
  <p:tag name="KSO_WM_BEAUTIFY_FLAG" val=""/>
</p:tagLst>
</file>

<file path=ppt/tags/tag332.xml><?xml version="1.0" encoding="utf-8"?>
<p:tagLst xmlns:p="http://schemas.openxmlformats.org/presentationml/2006/main">
  <p:tag name="KSO_WM_BEAUTIFY_FLAG" val=""/>
</p:tagLst>
</file>

<file path=ppt/tags/tag333.xml><?xml version="1.0" encoding="utf-8"?>
<p:tagLst xmlns:p="http://schemas.openxmlformats.org/presentationml/2006/main">
  <p:tag name="KSO_WM_BEAUTIFY_FLAG" val=""/>
</p:tagLst>
</file>

<file path=ppt/tags/tag334.xml><?xml version="1.0" encoding="utf-8"?>
<p:tagLst xmlns:p="http://schemas.openxmlformats.org/presentationml/2006/main">
  <p:tag name="KSO_WM_BEAUTIFY_FLAG" val=""/>
</p:tagLst>
</file>

<file path=ppt/tags/tag335.xml><?xml version="1.0" encoding="utf-8"?>
<p:tagLst xmlns:p="http://schemas.openxmlformats.org/presentationml/2006/main">
  <p:tag name="KSO_WM_BEAUTIFY_FLAG" val=""/>
</p:tagLst>
</file>

<file path=ppt/tags/tag336.xml><?xml version="1.0" encoding="utf-8"?>
<p:tagLst xmlns:p="http://schemas.openxmlformats.org/presentationml/2006/main">
  <p:tag name="KSO_WM_BEAUTIFY_FLAG" val=""/>
</p:tagLst>
</file>

<file path=ppt/tags/tag337.xml><?xml version="1.0" encoding="utf-8"?>
<p:tagLst xmlns:p="http://schemas.openxmlformats.org/presentationml/2006/main">
  <p:tag name="KSO_WM_BEAUTIFY_FLAG" val=""/>
</p:tagLst>
</file>

<file path=ppt/tags/tag338.xml><?xml version="1.0" encoding="utf-8"?>
<p:tagLst xmlns:p="http://schemas.openxmlformats.org/presentationml/2006/main">
  <p:tag name="KSO_WM_BEAUTIFY_FLAG" val=""/>
</p:tagLst>
</file>

<file path=ppt/tags/tag339.xml><?xml version="1.0" encoding="utf-8"?>
<p:tagLst xmlns:p="http://schemas.openxmlformats.org/presentationml/2006/main">
  <p:tag name="KSO_WM_BEAUTIFY_FLAG" val=""/>
</p:tagLst>
</file>

<file path=ppt/tags/tag340.xml><?xml version="1.0" encoding="utf-8"?>
<p:tagLst xmlns:p="http://schemas.openxmlformats.org/presentationml/2006/main">
  <p:tag name="KSO_WM_BEAUTIFY_FLAG" val=""/>
</p:tagLst>
</file>

<file path=ppt/tags/tag341.xml><?xml version="1.0" encoding="utf-8"?>
<p:tagLst xmlns:p="http://schemas.openxmlformats.org/presentationml/2006/main">
  <p:tag name="KSO_WM_BEAUTIFY_FLAG" val=""/>
</p:tagLst>
</file>

<file path=ppt/tags/tag342.xml><?xml version="1.0" encoding="utf-8"?>
<p:tagLst xmlns:p="http://schemas.openxmlformats.org/presentationml/2006/main">
  <p:tag name="KSO_WM_BEAUTIFY_FLAG" val=""/>
</p:tagLst>
</file>

<file path=ppt/tags/tag343.xml><?xml version="1.0" encoding="utf-8"?>
<p:tagLst xmlns:p="http://schemas.openxmlformats.org/presentationml/2006/main">
  <p:tag name="KSO_WM_BEAUTIFY_FLAG" val=""/>
</p:tagLst>
</file>

<file path=ppt/tags/tag344.xml><?xml version="1.0" encoding="utf-8"?>
<p:tagLst xmlns:p="http://schemas.openxmlformats.org/presentationml/2006/main">
  <p:tag name="KSO_WM_BEAUTIFY_FLAG" val=""/>
</p:tagLst>
</file>

<file path=ppt/tags/tag345.xml><?xml version="1.0" encoding="utf-8"?>
<p:tagLst xmlns:p="http://schemas.openxmlformats.org/presentationml/2006/main">
  <p:tag name="KSO_WM_BEAUTIFY_FLAG" val=""/>
</p:tagLst>
</file>

<file path=ppt/tags/tag346.xml><?xml version="1.0" encoding="utf-8"?>
<p:tagLst xmlns:p="http://schemas.openxmlformats.org/presentationml/2006/main">
  <p:tag name="KSO_WM_BEAUTIFY_FLAG" val=""/>
</p:tagLst>
</file>

<file path=ppt/tags/tag347.xml><?xml version="1.0" encoding="utf-8"?>
<p:tagLst xmlns:p="http://schemas.openxmlformats.org/presentationml/2006/main">
  <p:tag name="KSO_WM_BEAUTIFY_FLAG" val=""/>
</p:tagLst>
</file>

<file path=ppt/tags/tag348.xml><?xml version="1.0" encoding="utf-8"?>
<p:tagLst xmlns:p="http://schemas.openxmlformats.org/presentationml/2006/main">
  <p:tag name="KSO_WM_BEAUTIFY_FLAG" val=""/>
</p:tagLst>
</file>

<file path=ppt/tags/tag349.xml><?xml version="1.0" encoding="utf-8"?>
<p:tagLst xmlns:p="http://schemas.openxmlformats.org/presentationml/2006/main">
  <p:tag name="KSO_WM_BEAUTIFY_FLAG" val=""/>
</p:tagLst>
</file>

<file path=ppt/tags/tag350.xml><?xml version="1.0" encoding="utf-8"?>
<p:tagLst xmlns:p="http://schemas.openxmlformats.org/presentationml/2006/main">
  <p:tag name="KSO_WM_BEAUTIFY_FLAG" val=""/>
</p:tagLst>
</file>

<file path=ppt/tags/tag351.xml><?xml version="1.0" encoding="utf-8"?>
<p:tagLst xmlns:p="http://schemas.openxmlformats.org/presentationml/2006/main">
  <p:tag name="KSO_WM_BEAUTIFY_FLAG" val=""/>
</p:tagLst>
</file>

<file path=ppt/tags/tag352.xml><?xml version="1.0" encoding="utf-8"?>
<p:tagLst xmlns:p="http://schemas.openxmlformats.org/presentationml/2006/main">
  <p:tag name="KSO_WM_BEAUTIFY_FLAG" val=""/>
</p:tagLst>
</file>

<file path=ppt/tags/tag353.xml><?xml version="1.0" encoding="utf-8"?>
<p:tagLst xmlns:p="http://schemas.openxmlformats.org/presentationml/2006/main">
  <p:tag name="KSO_WM_BEAUTIFY_FLAG" val=""/>
</p:tagLst>
</file>

<file path=ppt/tags/tag354.xml><?xml version="1.0" encoding="utf-8"?>
<p:tagLst xmlns:p="http://schemas.openxmlformats.org/presentationml/2006/main">
  <p:tag name="KSO_WM_BEAUTIFY_FLAG" val=""/>
</p:tagLst>
</file>

<file path=ppt/tags/tag355.xml><?xml version="1.0" encoding="utf-8"?>
<p:tagLst xmlns:p="http://schemas.openxmlformats.org/presentationml/2006/main">
  <p:tag name="KSO_WM_BEAUTIFY_FLAG" val=""/>
</p:tagLst>
</file>

<file path=ppt/tags/tag356.xml><?xml version="1.0" encoding="utf-8"?>
<p:tagLst xmlns:p="http://schemas.openxmlformats.org/presentationml/2006/main">
  <p:tag name="KSO_WM_BEAUTIFY_FLAG" val=""/>
</p:tagLst>
</file>

<file path=ppt/tags/tag357.xml><?xml version="1.0" encoding="utf-8"?>
<p:tagLst xmlns:p="http://schemas.openxmlformats.org/presentationml/2006/main">
  <p:tag name="KSO_WM_BEAUTIFY_FLAG" val=""/>
</p:tagLst>
</file>

<file path=ppt/tags/tag358.xml><?xml version="1.0" encoding="utf-8"?>
<p:tagLst xmlns:p="http://schemas.openxmlformats.org/presentationml/2006/main">
  <p:tag name="KSO_WM_BEAUTIFY_FLAG" val=""/>
</p:tagLst>
</file>

<file path=ppt/tags/tag359.xml><?xml version="1.0" encoding="utf-8"?>
<p:tagLst xmlns:p="http://schemas.openxmlformats.org/presentationml/2006/main">
  <p:tag name="KSO_WM_BEAUTIFY_FLAG" val=""/>
</p:tagLst>
</file>

<file path=ppt/tags/tag360.xml><?xml version="1.0" encoding="utf-8"?>
<p:tagLst xmlns:p="http://schemas.openxmlformats.org/presentationml/2006/main">
  <p:tag name="KSO_WM_BEAUTIFY_FLAG" val=""/>
</p:tagLst>
</file>

<file path=ppt/tags/tag361.xml><?xml version="1.0" encoding="utf-8"?>
<p:tagLst xmlns:p="http://schemas.openxmlformats.org/presentationml/2006/main">
  <p:tag name="KSO_WM_BEAUTIFY_FLAG" val=""/>
</p:tagLst>
</file>

<file path=ppt/tags/tag362.xml><?xml version="1.0" encoding="utf-8"?>
<p:tagLst xmlns:p="http://schemas.openxmlformats.org/presentationml/2006/main">
  <p:tag name="KSO_WM_BEAUTIFY_FLAG" val=""/>
</p:tagLst>
</file>

<file path=ppt/tags/tag363.xml><?xml version="1.0" encoding="utf-8"?>
<p:tagLst xmlns:p="http://schemas.openxmlformats.org/presentationml/2006/main">
  <p:tag name="KSO_WM_BEAUTIFY_FLAG" val=""/>
</p:tagLst>
</file>

<file path=ppt/tags/tag364.xml><?xml version="1.0" encoding="utf-8"?>
<p:tagLst xmlns:p="http://schemas.openxmlformats.org/presentationml/2006/main">
  <p:tag name="KSO_WM_BEAUTIFY_FLAG" val=""/>
</p:tagLst>
</file>

<file path=ppt/tags/tag365.xml><?xml version="1.0" encoding="utf-8"?>
<p:tagLst xmlns:p="http://schemas.openxmlformats.org/presentationml/2006/main">
  <p:tag name="KSO_WM_BEAUTIFY_FLAG" val=""/>
</p:tagLst>
</file>

<file path=ppt/tags/tag366.xml><?xml version="1.0" encoding="utf-8"?>
<p:tagLst xmlns:p="http://schemas.openxmlformats.org/presentationml/2006/main">
  <p:tag name="KSO_WM_BEAUTIFY_FLAG" val=""/>
</p:tagLst>
</file>

<file path=ppt/tags/tag367.xml><?xml version="1.0" encoding="utf-8"?>
<p:tagLst xmlns:p="http://schemas.openxmlformats.org/presentationml/2006/main">
  <p:tag name="KSO_WM_BEAUTIFY_FLAG" val=""/>
</p:tagLst>
</file>

<file path=ppt/tags/tag368.xml><?xml version="1.0" encoding="utf-8"?>
<p:tagLst xmlns:p="http://schemas.openxmlformats.org/presentationml/2006/main">
  <p:tag name="KSO_WM_BEAUTIFY_FLAG" val=""/>
</p:tagLst>
</file>

<file path=ppt/tags/tag369.xml><?xml version="1.0" encoding="utf-8"?>
<p:tagLst xmlns:p="http://schemas.openxmlformats.org/presentationml/2006/main">
  <p:tag name="KSO_WM_BEAUTIFY_FLAG" val=""/>
</p:tagLst>
</file>

<file path=ppt/tags/tag370.xml><?xml version="1.0" encoding="utf-8"?>
<p:tagLst xmlns:p="http://schemas.openxmlformats.org/presentationml/2006/main">
  <p:tag name="KSO_WM_BEAUTIFY_FLAG" val=""/>
</p:tagLst>
</file>

<file path=ppt/tags/tag371.xml><?xml version="1.0" encoding="utf-8"?>
<p:tagLst xmlns:p="http://schemas.openxmlformats.org/presentationml/2006/main">
  <p:tag name="KSO_WM_BEAUTIFY_FLAG" val=""/>
</p:tagLst>
</file>

<file path=ppt/tags/tag372.xml><?xml version="1.0" encoding="utf-8"?>
<p:tagLst xmlns:p="http://schemas.openxmlformats.org/presentationml/2006/main">
  <p:tag name="KSO_WM_BEAUTIFY_FLAG" val=""/>
</p:tagLst>
</file>

<file path=ppt/tags/tag373.xml><?xml version="1.0" encoding="utf-8"?>
<p:tagLst xmlns:p="http://schemas.openxmlformats.org/presentationml/2006/main">
  <p:tag name="KSO_WM_BEAUTIFY_FLAG" val=""/>
</p:tagLst>
</file>

<file path=ppt/tags/tag374.xml><?xml version="1.0" encoding="utf-8"?>
<p:tagLst xmlns:p="http://schemas.openxmlformats.org/presentationml/2006/main">
  <p:tag name="KSO_WM_BEAUTIFY_FLAG" val=""/>
</p:tagLst>
</file>

<file path=ppt/tags/tag375.xml><?xml version="1.0" encoding="utf-8"?>
<p:tagLst xmlns:p="http://schemas.openxmlformats.org/presentationml/2006/main">
  <p:tag name="KSO_WM_BEAUTIFY_FLAG" val=""/>
</p:tagLst>
</file>

<file path=ppt/tags/tag376.xml><?xml version="1.0" encoding="utf-8"?>
<p:tagLst xmlns:p="http://schemas.openxmlformats.org/presentationml/2006/main">
  <p:tag name="KSO_WM_BEAUTIFY_FLAG" val=""/>
</p:tagLst>
</file>

<file path=ppt/tags/tag377.xml><?xml version="1.0" encoding="utf-8"?>
<p:tagLst xmlns:p="http://schemas.openxmlformats.org/presentationml/2006/main">
  <p:tag name="KSO_WM_BEAUTIFY_FLAG" val=""/>
</p:tagLst>
</file>

<file path=ppt/tags/tag378.xml><?xml version="1.0" encoding="utf-8"?>
<p:tagLst xmlns:p="http://schemas.openxmlformats.org/presentationml/2006/main">
  <p:tag name="KSO_WM_BEAUTIFY_FLAG" val=""/>
</p:tagLst>
</file>

<file path=ppt/tags/tag379.xml><?xml version="1.0" encoding="utf-8"?>
<p:tagLst xmlns:p="http://schemas.openxmlformats.org/presentationml/2006/main">
  <p:tag name="KSO_WM_BEAUTIFY_FLAG" val=""/>
</p:tagLst>
</file>

<file path=ppt/tags/tag380.xml><?xml version="1.0" encoding="utf-8"?>
<p:tagLst xmlns:p="http://schemas.openxmlformats.org/presentationml/2006/main">
  <p:tag name="KSO_WM_BEAUTIFY_FLAG" val=""/>
</p:tagLst>
</file>

<file path=ppt/tags/tag381.xml><?xml version="1.0" encoding="utf-8"?>
<p:tagLst xmlns:p="http://schemas.openxmlformats.org/presentationml/2006/main">
  <p:tag name="KSO_WM_BEAUTIFY_FLAG" val=""/>
</p:tagLst>
</file>

<file path=ppt/tags/tag382.xml><?xml version="1.0" encoding="utf-8"?>
<p:tagLst xmlns:p="http://schemas.openxmlformats.org/presentationml/2006/main">
  <p:tag name="KSO_WM_UNIT_TYPE" val="a"/>
  <p:tag name="KSO_WM_UNIT_INDEX" val="1"/>
  <p:tag name="KSO_WM_BEAUTIFY_FLAG" val="#wm#"/>
  <p:tag name="KSO_WM_TAG_VERSION" val="3.0"/>
  <p:tag name="KSO_WM_UNIT_ID" val="custom20238577_9*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Lst>
</file>

<file path=ppt/tags/tag383.xml><?xml version="1.0" encoding="utf-8"?>
<p:tagLst xmlns:p="http://schemas.openxmlformats.org/presentationml/2006/main">
  <p:tag name="KSO_WM_UNIT_PIC_EFFECT" val="1"/>
</p:tagLst>
</file>

<file path=ppt/tags/tag384.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1"/>
  <p:tag name="KSO_WM_UNIT_ID" val="custom20238488_1*i*1"/>
  <p:tag name="KSO_WM_TEMPLATE_CATEGORY" val="custom"/>
  <p:tag name="KSO_WM_TEMPLATE_INDEX" val="20238488"/>
  <p:tag name="KSO_WM_UNIT_LAYERLEVEL" val="1"/>
  <p:tag name="KSO_WM_TAG_VERSION" val="1.0"/>
  <p:tag name="KSO_WM_UNIT_PIC_EFFECT" val="1"/>
</p:tagLst>
</file>

<file path=ppt/tags/tag385.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2"/>
  <p:tag name="KSO_WM_UNIT_ID" val="custom20238488_1*i*2"/>
  <p:tag name="KSO_WM_TEMPLATE_CATEGORY" val="custom"/>
  <p:tag name="KSO_WM_TEMPLATE_INDEX" val="20238488"/>
  <p:tag name="KSO_WM_UNIT_LAYERLEVEL" val="1"/>
  <p:tag name="KSO_WM_TAG_VERSION" val="1.0"/>
  <p:tag name="KSO_WM_UNIT_PIC_EFFECT" val="1"/>
</p:tagLst>
</file>

<file path=ppt/tags/tag386.xml><?xml version="1.0" encoding="utf-8"?>
<p:tagLst xmlns:p="http://schemas.openxmlformats.org/presentationml/2006/main">
  <p:tag name="KSO_WM_BEAUTIFY_FLAG" val="#wm#"/>
  <p:tag name="KSO_WM_UNIT_HIGHLIGHT" val="0"/>
  <p:tag name="KSO_WM_UNIT_COMPATIBLE" val="0"/>
  <p:tag name="KSO_WM_UNIT_DIAGRAM_ISNUMVISUAL" val="0"/>
  <p:tag name="KSO_WM_UNIT_DIAGRAM_ISREFERUNIT" val="0"/>
  <p:tag name="KSO_WM_UNIT_TYPE" val="i"/>
  <p:tag name="KSO_WM_UNIT_INDEX" val="3"/>
  <p:tag name="KSO_WM_UNIT_ID" val="custom20238488_1*i*3"/>
  <p:tag name="KSO_WM_TEMPLATE_CATEGORY" val="custom"/>
  <p:tag name="KSO_WM_TEMPLATE_INDEX" val="20238488"/>
  <p:tag name="KSO_WM_UNIT_LAYERLEVEL" val="1"/>
  <p:tag name="KSO_WM_TAG_VERSION" val="1.0"/>
  <p:tag name="KSO_WM_UNIT_PIC_EFFECT" val="1"/>
</p:tagLst>
</file>

<file path=ppt/tags/tag387.xml><?xml version="1.0" encoding="utf-8"?>
<p:tagLst xmlns:p="http://schemas.openxmlformats.org/presentationml/2006/main">
  <p:tag name="KSO_WM_BEAUTIFY_FLAG" val="#wm#"/>
  <p:tag name="KSO_WM_UNIT_VALUE" val="1636*1425"/>
  <p:tag name="KSO_WM_UNIT_HIGHLIGHT" val="0"/>
  <p:tag name="KSO_WM_UNIT_COMPATIBLE" val="0"/>
  <p:tag name="KSO_WM_UNIT_DIAGRAM_ISNUMVISUAL" val="0"/>
  <p:tag name="KSO_WM_UNIT_DIAGRAM_ISREFERUNIT" val="0"/>
  <p:tag name="KSO_WM_UNIT_TYPE" val="d"/>
  <p:tag name="KSO_WM_UNIT_INDEX" val="1"/>
  <p:tag name="KSO_WM_UNIT_ID" val="custom20238488_1*d*1"/>
  <p:tag name="KSO_WM_TEMPLATE_CATEGORY" val="custom"/>
  <p:tag name="KSO_WM_TEMPLATE_INDEX" val="20238488"/>
  <p:tag name="KSO_WM_UNIT_LAYERLEVEL" val="1"/>
  <p:tag name="KSO_WM_TAG_VERSION" val="1.0"/>
  <p:tag name="KSO_WM_UNIT_PIC_EFFECT" val="1"/>
</p:tagLst>
</file>

<file path=ppt/tags/tag388.xml><?xml version="1.0" encoding="utf-8"?>
<p:tagLst xmlns:p="http://schemas.openxmlformats.org/presentationml/2006/main">
  <p:tag name="KSO_WM_SLIDE_TYPE" val="endPag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9"/>
  <p:tag name="KSO_WM_SLIDE_ID" val="custom20238577_9"/>
  <p:tag name="KSO_WM_TEMPLATE_MASTER_TYPE" val="0"/>
  <p:tag name="KSO_WM_SLIDE_LAYOUT" val="a_b_f_x"/>
  <p:tag name="KSO_WM_SLIDE_LAYOUT_CNT" val="1_1_2_1"/>
</p:tagLst>
</file>

<file path=ppt/tags/tag389.xml><?xml version="1.0" encoding="utf-8"?>
<p:tagLst xmlns:p="http://schemas.openxmlformats.org/presentationml/2006/main">
  <p:tag name="KSO_WM_DIAGRAM_VIRTUALLY_FRAME" val="{&quot;height&quot;:389.6,&quot;left&quot;:211.45,&quot;top&quot;:116.65,&quot;width&quot;:477.55}"/>
</p:tagLst>
</file>

<file path=ppt/tags/tag390.xml><?xml version="1.0" encoding="utf-8"?>
<p:tagLst xmlns:p="http://schemas.openxmlformats.org/presentationml/2006/main">
  <p:tag name="KSO_WM_UNIT_TYPE" val="a"/>
  <p:tag name="KSO_WM_UNIT_INDEX" val="1"/>
  <p:tag name="KSO_WM_BEAUTIFY_FLAG" val="#wm#"/>
  <p:tag name="KSO_WM_TAG_VERSION" val="3.0"/>
  <p:tag name="KSO_WM_UNIT_ID" val="custom20238577_7*a*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ISCONTENTSTITLE" val="0"/>
  <p:tag name="KSO_WM_UNIT_VALUE" val="14"/>
  <p:tag name="KSO_WM_UNIT_TEXT_TYPE" val="1"/>
  <p:tag name="KSO_WM_UNIT_PRESET_TEXT" val="单击此处添加&#10;章节标题"/>
</p:tagLst>
</file>

<file path=ppt/tags/tag391.xml><?xml version="1.0" encoding="utf-8"?>
<p:tagLst xmlns:p="http://schemas.openxmlformats.org/presentationml/2006/main">
  <p:tag name="KSO_WM_UNIT_TYPE" val="e"/>
  <p:tag name="KSO_WM_UNIT_INDEX" val="1"/>
  <p:tag name="KSO_WM_BEAUTIFY_FLAG" val="#wm#"/>
  <p:tag name="KSO_WM_TAG_VERSION" val="3.0"/>
  <p:tag name="KSO_WM_UNIT_ID" val="custom20238577_7*e*1"/>
  <p:tag name="KSO_WM_UNIT_ISNUMDGMTITLE" val="0"/>
  <p:tag name="KSO_WM_UNIT_NOCLEAR" val="0"/>
  <p:tag name="KSO_WM_UNIT_HIGHLIGHT" val="0"/>
  <p:tag name="KSO_WM_UNIT_COMPATIBLE" val="0"/>
  <p:tag name="KSO_WM_UNIT_DIAGRAM_ISNUMVISUAL" val="0"/>
  <p:tag name="KSO_WM_UNIT_DIAGRAM_ISREFERUNIT" val="0"/>
  <p:tag name="KSO_WM_UNIT_LAYERLEVEL" val="1"/>
  <p:tag name="KSO_WM_TEMPLATE_INDEX" val="20238577"/>
  <p:tag name="KSO_WM_TEMPLATE_CATEGORY" val="custom"/>
  <p:tag name="KSO_WM_UNIT_VALUE" val="2"/>
</p:tagLst>
</file>

<file path=ppt/tags/tag392.xml><?xml version="1.0" encoding="utf-8"?>
<p:tagLst xmlns:p="http://schemas.openxmlformats.org/presentationml/2006/main">
  <p:tag name="KSO_WM_SLIDE_TYPE" val="sectionTitle"/>
  <p:tag name="KSO_WM_TEMPLATE_SUBCATEGORY" val="29"/>
  <p:tag name="KSO_WM_TEMPLATE_COLOR_TYPE" val="0"/>
  <p:tag name="KSO_WM_TAG_VERSION" val="3.0"/>
  <p:tag name="KSO_WM_SLIDE_SUBTYPE" val="pureTxt"/>
  <p:tag name="KSO_WM_SLIDE_ITEM_CNT" val="0"/>
  <p:tag name="KSO_WM_BEAUTIFY_FLAG" val="#wm#"/>
  <p:tag name="KSO_WM_TEMPLATE_INDEX" val="20238577"/>
  <p:tag name="KSO_WM_TEMPLATE_CATEGORY" val="custom"/>
  <p:tag name="KSO_WM_SLIDE_INDEX" val="7"/>
  <p:tag name="KSO_WM_SLIDE_ID" val="custom20238577_7"/>
  <p:tag name="KSO_WM_TEMPLATE_MASTER_TYPE" val="0"/>
  <p:tag name="KSO_WM_SLIDE_LAYOUT" val="a_e"/>
  <p:tag name="KSO_WM_SLIDE_LAYOUT_CNT" val="1_1"/>
</p:tagLst>
</file>

<file path=ppt/tags/tag393.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394.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395.xml><?xml version="1.0" encoding="utf-8"?>
<p:tagLst xmlns:p="http://schemas.openxmlformats.org/presentationml/2006/main">
  <p:tag name="KSO_WM_DIAGRAM_VIRTUALLY_FRAME" val="{&quot;height&quot;:156.26889153427965,&quot;left&quot;:79.175,&quot;top&quot;:135.73110236220472,&quot;width&quot;:215.02872924804697}"/>
</p:tagLst>
</file>

<file path=ppt/tags/tag396.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39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398.xml><?xml version="1.0" encoding="utf-8"?>
<p:tagLst xmlns:p="http://schemas.openxmlformats.org/presentationml/2006/main">
  <p:tag name="KSO_WM_DIAGRAM_VIRTUALLY_FRAME" val="{&quot;height&quot;:156.26889153427965,&quot;left&quot;:79.175,&quot;top&quot;:135.73110236220472,&quot;width&quot;:215.02872924804697}"/>
</p:tagLst>
</file>

<file path=ppt/tags/tag399.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40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01.xml><?xml version="1.0" encoding="utf-8"?>
<p:tagLst xmlns:p="http://schemas.openxmlformats.org/presentationml/2006/main">
  <p:tag name="KSO_WM_DIAGRAM_VIRTUALLY_FRAME" val="{&quot;height&quot;:156.26889153427965,&quot;left&quot;:79.175,&quot;top&quot;:135.73110236220472,&quot;width&quot;:215.02872924804697}"/>
</p:tagLst>
</file>

<file path=ppt/tags/tag40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40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04.xml><?xml version="1.0" encoding="utf-8"?>
<p:tagLst xmlns:p="http://schemas.openxmlformats.org/presentationml/2006/main">
  <p:tag name="KSO_WM_DIAGRAM_VIRTUALLY_FRAME" val="{&quot;height&quot;:156.26889153427965,&quot;left&quot;:79.175,&quot;top&quot;:135.73110236220472,&quot;width&quot;:215.02872924804697}"/>
</p:tagLst>
</file>

<file path=ppt/tags/tag405.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406.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156.26889153427965,&quot;left&quot;:79.175,&quot;top&quot;:135.73110236220472,&quot;width&quot;:215.0287292480469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07.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408.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409.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410.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411.xml><?xml version="1.0" encoding="utf-8"?>
<p:tagLst xmlns:p="http://schemas.openxmlformats.org/presentationml/2006/main">
  <p:tag name="KSO_WM_DIAGRAM_VIRTUALLY_FRAME" val="{&quot;height&quot;:394.00007874015745,&quot;left&quot;:84.67007874015748,&quot;top&quot;:100.32062992125984,&quot;width&quot;:790.6598425196851}"/>
</p:tagLst>
</file>

<file path=ppt/tags/tag412.xml><?xml version="1.0" encoding="utf-8"?>
<p:tagLst xmlns:p="http://schemas.openxmlformats.org/presentationml/2006/main">
  <p:tag name="KSO_WM_DIAGRAM_VIRTUALLY_FRAME" val="{&quot;height&quot;:443.51889153427965,&quot;left&quot;:59.7,&quot;top&quot;:137.43110236220474,&quot;width&quot;:492.053729248047}"/>
</p:tagLst>
</file>

<file path=ppt/tags/tag413.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1_1"/>
  <p:tag name="KSO_WM_UNIT_ID" val="diagram20235146_3*l_h_f*1_1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414.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1_1"/>
  <p:tag name="KSO_WM_TEMPLATE_CATEGORY" val="diagram"/>
  <p:tag name="KSO_WM_TEMPLATE_INDEX" val="20235146"/>
  <p:tag name="KSO_WM_UNIT_LAYERLEVEL" val="1_1_1"/>
  <p:tag name="KSO_WM_TAG_VERSION" val="3.0"/>
  <p:tag name="KSO_WM_BEAUTIFY_FLAG" val="#wm#"/>
  <p:tag name="KSO_WM_UNIT_TYPE" val="l_h_i"/>
  <p:tag name="KSO_WM_UNIT_INDEX" val="1_1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15.xml><?xml version="1.0" encoding="utf-8"?>
<p:tagLst xmlns:p="http://schemas.openxmlformats.org/presentationml/2006/main">
  <p:tag name="KSO_WM_DIAGRAM_VIRTUALLY_FRAME" val="{&quot;height&quot;:443.51889153427965,&quot;left&quot;:59.7,&quot;top&quot;:137.43110236220474,&quot;width&quot;:492.053729248047}"/>
</p:tagLst>
</file>

<file path=ppt/tags/tag416.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2_1"/>
  <p:tag name="KSO_WM_UNIT_ID" val="diagram20235146_3*l_h_f*1_2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417.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2_1"/>
  <p:tag name="KSO_WM_TEMPLATE_CATEGORY" val="diagram"/>
  <p:tag name="KSO_WM_TEMPLATE_INDEX" val="20235146"/>
  <p:tag name="KSO_WM_UNIT_LAYERLEVEL" val="1_1_1"/>
  <p:tag name="KSO_WM_TAG_VERSION" val="3.0"/>
  <p:tag name="KSO_WM_BEAUTIFY_FLAG" val="#wm#"/>
  <p:tag name="KSO_WM_UNIT_TYPE" val="l_h_i"/>
  <p:tag name="KSO_WM_UNIT_INDEX" val="1_2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18.xml><?xml version="1.0" encoding="utf-8"?>
<p:tagLst xmlns:p="http://schemas.openxmlformats.org/presentationml/2006/main">
  <p:tag name="KSO_WM_DIAGRAM_VIRTUALLY_FRAME" val="{&quot;height&quot;:443.51889153427965,&quot;left&quot;:59.7,&quot;top&quot;:137.43110236220474,&quot;width&quot;:492.053729248047}"/>
</p:tagLst>
</file>

<file path=ppt/tags/tag419.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3_1"/>
  <p:tag name="KSO_WM_UNIT_ID" val="diagram20235146_3*l_h_f*1_3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420.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3_1"/>
  <p:tag name="KSO_WM_TEMPLATE_CATEGORY" val="diagram"/>
  <p:tag name="KSO_WM_TEMPLATE_INDEX" val="20235146"/>
  <p:tag name="KSO_WM_UNIT_LAYERLEVEL" val="1_1_1"/>
  <p:tag name="KSO_WM_TAG_VERSION" val="3.0"/>
  <p:tag name="KSO_WM_BEAUTIFY_FLAG" val="#wm#"/>
  <p:tag name="KSO_WM_UNIT_TYPE" val="l_h_i"/>
  <p:tag name="KSO_WM_UNIT_INDEX" val="1_3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21.xml><?xml version="1.0" encoding="utf-8"?>
<p:tagLst xmlns:p="http://schemas.openxmlformats.org/presentationml/2006/main">
  <p:tag name="KSO_WM_DIAGRAM_VIRTUALLY_FRAME" val="{&quot;height&quot;:443.51889153427965,&quot;left&quot;:59.7,&quot;top&quot;:137.43110236220474,&quot;width&quot;:492.053729248047}"/>
</p:tagLst>
</file>

<file path=ppt/tags/tag422.xml><?xml version="1.0" encoding="utf-8"?>
<p:tagLst xmlns:p="http://schemas.openxmlformats.org/presentationml/2006/main">
  <p:tag name="KSO_WM_UNIT_SUBTYPE" val="a"/>
  <p:tag name="KSO_WM_UNIT_NOCLEAR" val="0"/>
  <p:tag name="KSO_WM_UNIT_VALUE" val="192"/>
  <p:tag name="KSO_WM_UNIT_HIGHLIGHT" val="0"/>
  <p:tag name="KSO_WM_UNIT_COMPATIBLE" val="0"/>
  <p:tag name="KSO_WM_UNIT_DIAGRAM_ISNUMVISUAL" val="0"/>
  <p:tag name="KSO_WM_UNIT_DIAGRAM_ISREFERUNIT" val="0"/>
  <p:tag name="KSO_WM_DIAGRAM_GROUP_CODE" val="l1-1"/>
  <p:tag name="KSO_WM_UNIT_TYPE" val="l_h_f"/>
  <p:tag name="KSO_WM_UNIT_INDEX" val="1_4_1"/>
  <p:tag name="KSO_WM_UNIT_ID" val="diagram20235146_3*l_h_f*1_4_1"/>
  <p:tag name="KSO_WM_TEMPLATE_CATEGORY" val="diagram"/>
  <p:tag name="KSO_WM_TEMPLATE_INDEX" val="20235146"/>
  <p:tag name="KSO_WM_UNIT_LAYERLEVEL" val="1_1_1"/>
  <p:tag name="KSO_WM_TAG_VERSION" val="3.0"/>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solid&quot;:{&quot;brightness&quot;:0.4000000059604645,&quot;colorType&quot;:1,&quot;foreColorIndex&quot;:5,&quot;transparency&quot;:0.8799999952316284},&quot;type&quot;:1},&quot;glow&quot;:{&quot;colorType&quot;:0},&quot;line&quot;:{&quot;gradient&quot;:[{&quot;brightness&quot;:0,&quot;colorType&quot;:1,&quot;foreColorIndex&quot;:5,&quot;pos&quot;:1,&quot;transparency&quot;:0.8500000238418579},{&quot;brightness&quot;:0,&quot;colorType&quot;:1,&quot;foreColorIndex&quot;:5,&quot;pos&quot;:0,&quot;transparency&quot;:0.4000000059604645}],&quot;type&quot;:2},&quot;shadow&quot;:{&quot;brightness&quot;:0,&quot;colorType&quot;:2,&quot;rgb&quot;:&quot;#000000&quot;,&quot;transparency&quot;:0.9300000071525574},&quot;threeD&quot;:{&quot;curvedSurface&quot;:{&quot;brightness&quot;:0,&quot;colorType&quot;:2,&quot;rgb&quot;:&quot;#000000&quot;},&quot;depth&quot;:{&quot;colorType&quot;:0}}},&quot;text&quot;:{&quot;fill&quot;:{&quot;solid&quot;:{&quot;brightness&quot;:0.15000000596046448,&quot;colorType&quot;:1,&quot;foreColorIndex&quot;:13,&quot;transparency&quot;:0},&quot;type&quot;:1},&quot;glow&quot;:{&quot;colorType&quot;:0},&quot;line&quot;:{&quot;type&quot;:0},&quot;shadow&quot;:{&quot;colorType&quot;:0},&quot;threeD&quot;:{&quot;curvedSurface&quot;:{&quot;brightness&quot;:0,&quot;colorType&quot;:2,&quot;rgb&quot;:&quot;#000000&quot;},&quot;depth&quot;:{&quot;colorType&quot;:0}}}}"/>
  <p:tag name="KSO_WM_UNIT_TEXT_TYPE" val="1"/>
  <p:tag name="KSO_WM_UNIT_TEXT_LAYER_COUNT" val="1"/>
  <p:tag name="KSO_WM_BEAUTIFY_FLAG" val="#wm#"/>
  <p:tag name="KSO_WM_DIAGRAM_VERSION" val="3"/>
  <p:tag name="KSO_WM_DIAGRAM_COLOR_TRICK" val="1"/>
  <p:tag name="KSO_WM_DIAGRAM_COLOR_TEXT_CAN_REMOVE" val="n"/>
  <p:tag name="KSO_WM_UNIT_PRESET_TEXT" val="单击此处添加文本具体内容，简明扼要地阐述您的观点。根据需要可酌情增减文字，以便观者准确地理解您传达的思想。单击此处添加文本具体内容，简明扼要地阐述您的观点。"/>
  <p:tag name="KSO_WM_UNIT_FILL_TYPE" val="1"/>
  <p:tag name="KSO_WM_UNIT_FILL_FORE_SCHEMECOLOR_INDEX" val="5"/>
  <p:tag name="KSO_WM_UNIT_FILL_FORE_SCHEMECOLOR_INDEX_BRIGHTNESS" val="0.4"/>
  <p:tag name="KSO_WM_UNIT_TEXT_FILL_FORE_SCHEMECOLOR_INDEX" val="1"/>
  <p:tag name="KSO_WM_UNIT_TEXT_FILL_TYPE" val="1"/>
  <p:tag name="KSO_WM_DIAGRAM_USE_COLOR_VALUE" val="{&quot;color_scheme&quot;:1,&quot;color_type&quot;:1,&quot;theme_color_indexes&quot;:[9,10,9,10,9,10]}"/>
</p:tagLst>
</file>

<file path=ppt/tags/tag423.xml><?xml version="1.0" encoding="utf-8"?>
<p:tagLst xmlns:p="http://schemas.openxmlformats.org/presentationml/2006/main">
  <p:tag name="KSO_WM_UNIT_HIGHLIGHT" val="0"/>
  <p:tag name="KSO_WM_UNIT_COMPATIBLE" val="0"/>
  <p:tag name="KSO_WM_UNIT_DIAGRAM_ISNUMVISUAL" val="0"/>
  <p:tag name="KSO_WM_UNIT_DIAGRAM_ISREFERUNIT" val="0"/>
  <p:tag name="KSO_WM_DIAGRAM_GROUP_CODE" val="l1-1"/>
  <p:tag name="KSO_WM_UNIT_ID" val="diagram20235146_3*l_h_i*1_4_1"/>
  <p:tag name="KSO_WM_TEMPLATE_CATEGORY" val="diagram"/>
  <p:tag name="KSO_WM_TEMPLATE_INDEX" val="20235146"/>
  <p:tag name="KSO_WM_UNIT_LAYERLEVEL" val="1_1_1"/>
  <p:tag name="KSO_WM_TAG_VERSION" val="3.0"/>
  <p:tag name="KSO_WM_BEAUTIFY_FLAG" val="#wm#"/>
  <p:tag name="KSO_WM_UNIT_TYPE" val="l_h_i"/>
  <p:tag name="KSO_WM_UNIT_INDEX" val="1_4_1"/>
  <p:tag name="KSO_WM_DIAGRAM_VERSION" val="3"/>
  <p:tag name="KSO_WM_DIAGRAM_COLOR_TRICK" val="1"/>
  <p:tag name="KSO_WM_DIAGRAM_COLOR_TEXT_CAN_REMOVE" val="n"/>
  <p:tag name="KSO_WM_UNIT_FILL_TYPE" val="3"/>
  <p:tag name="KSO_WM_DIAGRAM_MAX_ITEMCNT" val="4"/>
  <p:tag name="KSO_WM_DIAGRAM_MIN_ITEMCNT" val="2"/>
  <p:tag name="KSO_WM_DIAGRAM_VIRTUALLY_FRAME" val="{&quot;height&quot;:443.51889153427965,&quot;left&quot;:59.7,&quot;top&quot;:137.43110236220474,&quot;width&quot;:492.053729248047}"/>
  <p:tag name="KSO_WM_DIAGRAM_COLOR_MATCH_VALUE" val="{&quot;shape&quot;:{&quot;fill&quot;:{&quot;gradient&quot;:[{&quot;brightness&quot;:0.4000000059604645,&quot;colorType&quot;:1,&quot;foreColorIndex&quot;:5,&quot;pos&quot;:1,&quot;transparency&quot;:0.28999999165534973},{&quot;brightness&quot;:0,&quot;colorType&quot;:1,&quot;foreColorIndex&quot;:5,&quot;pos&quot;:0,&quot;transparency&quot;:0}],&quot;type&quot;:3},&quot;glow&quot;:{&quot;colorType&quot;:0},&quot;line&quot;:{&quot;type&quot;:0},&quot;shadow&quot;:{&quot;brightness&quot;:-0.25,&quot;colorType&quot;:1,&quot;foreColorIndex&quot;:5,&quot;transparency&quot;:0.800000011920929},&quot;threeD&quot;:{&quot;curvedSurface&quot;:{&quot;brightness&quot;:0,&quot;colorType&quot;:2,&quot;rgb&quot;:&quot;#000000&quot;},&quot;depth&quot;:{&quot;colorType&quot;:0}}},&quot;text&quot;:{&quot;fill&quot;:{&quot;solid&quot;:{&quot;brightness&quot;:0,&quot;colorType&quot;:1,&quot;foreColorIndex&quot;:2,&quot;transparency&quot;:0},&quot;type&quot;:1},&quot;glow&quot;:{&quot;colorType&quot;:0},&quot;line&quot;:{&quot;type&quot;:0},&quot;shadow&quot;:{&quot;colorType&quot;:0},&quot;threeD&quot;:{&quot;curvedSurface&quot;:{&quot;brightness&quot;:0,&quot;colorType&quot;:2,&quot;rgb&quot;:&quot;#000000&quot;},&quot;depth&quot;:{&quot;colorType&quot;:0}}}}"/>
  <p:tag name="KSO_WM_DIAGRAM_USE_COLOR_VALUE" val="{&quot;color_scheme&quot;:1,&quot;color_type&quot;:1,&quot;theme_color_indexes&quot;:[9,10,9,10,9,10]}"/>
</p:tagLst>
</file>

<file path=ppt/tags/tag424.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425.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426.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427.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428.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429.xml><?xml version="1.0" encoding="utf-8"?>
<p:tagLst xmlns:p="http://schemas.openxmlformats.org/presentationml/2006/main">
  <p:tag name="KSO_WM_UNIT_HIGHLIGHT" val="0"/>
  <p:tag name="KSO_WM_UNIT_COMPATIBLE" val="0"/>
  <p:tag name="KSO_WM_UNIT_DIAGRAM_ISNUMVISUAL" val="0"/>
  <p:tag name="KSO_WM_UNIT_DIAGRAM_ISREFERUNIT" val="0"/>
  <p:tag name="KSO_WM_UNIT_TYPE" val="q_h_i"/>
  <p:tag name="KSO_WM_UNIT_INDEX" val="1_1_1"/>
  <p:tag name="KSO_WM_UNIT_ID" val="diagram20231660_4*q_h_i*1_1_1"/>
  <p:tag name="KSO_WM_TEMPLATE_CATEGORY" val="diagram"/>
  <p:tag name="KSO_WM_TEMPLATE_INDEX" val="20231660"/>
  <p:tag name="KSO_WM_UNIT_LAYERLEVEL" val="1_1_1"/>
  <p:tag name="KSO_WM_TAG_VERSION" val="3.0"/>
  <p:tag name="KSO_WM_DIAGRAM_GROUP_CODE" val="q1-1"/>
  <p:tag name="KSO_WM_DIAGRAM_VERSION" val="3"/>
  <p:tag name="KSO_WM_DIAGRAM_COLOR_TRICK" val="1"/>
  <p:tag name="KSO_WM_DIAGRAM_COLOR_TEXT_CAN_REMOVE" val="n"/>
  <p:tag name="KSO_WM_DIAGRAM_MAX_ITEMCNT" val="6"/>
  <p:tag name="KSO_WM_DIAGRAM_MIN_ITEMCNT" val="2"/>
  <p:tag name="KSO_WM_DIAGRAM_VIRTUALLY_FRAME" val="{&quot;height&quot;:709.1152755905512,&quot;left&quot;:49.94999999999999,&quot;top&quot;:209.63472440944878,&quot;width&quot;:1776.15}"/>
  <p:tag name="KSO_WM_DIAGRAM_COLOR_MATCH_VALUE" val="{&quot;shape&quot;:{&quot;fill&quot;:{&quot;solid&quot;:{&quot;brightness&quot;:0,&quot;colorType&quot;:1,&quot;foreColorIndex&quot;:5,&quot;transparency&quot;:0},&quot;type&quot;:1},&quot;glow&quot;:{&quot;colorType&quot;:0},&quot;line&quot;:{&quot;type&quot;:0},&quot;shadow&quot;:{&quot;colorType&quot;:0},&quot;threeD&quot;:{&quot;curvedSurface&quot;:{&quot;brightness&quot;:0,&quot;colorType&quot;:2,&quot;rgb&quot;:&quot;#000000&quot;},&quot;depth&quot;:{&quot;colorType&quot;:0}}},&quot;text&quot;:{&quot;fill&quot;:{&quot;solid&quot;:{&quot;brightness&quot;:0,&quot;colorType&quot;:1,&quot;foreColorIndex&quot;:1,&quot;transparency&quot;:0},&quot;type&quot;:1},&quot;glow&quot;:{&quot;colorType&quot;:0},&quot;line&quot;:{&quot;type&quot;:0},&quot;shadow&quot;:{&quot;colorType&quot;:0},&quot;threeD&quot;:{&quot;curvedSurface&quot;:{&quot;brightness&quot;:0,&quot;colorType&quot;:2,&quot;rgb&quot;:&quot;#000000&quot;},&quot;depth&quot;:{&quot;colorType&quot;:0}}}}"/>
  <p:tag name="KSO_WM_UNIT_FILL_TYPE" val="1"/>
  <p:tag name="KSO_WM_UNIT_FILL_FORE_SCHEMECOLOR_INDEX" val="5"/>
  <p:tag name="KSO_WM_UNIT_FILL_FORE_SCHEMECOLOR_INDEX_BRIGHTNESS" val="0"/>
  <p:tag name="KSO_WM_DIAGRAM_USE_COLOR_VALUE" val="{&quot;color_scheme&quot;:1,&quot;color_type&quot;:1,&quot;theme_color_indexes&quot;:[9,10,9,10,9,10]}"/>
</p:tagLst>
</file>

<file path=ppt/tags/tag430.xml><?xml version="1.0" encoding="utf-8"?>
<p:tagLst xmlns:p="http://schemas.openxmlformats.org/presentationml/2006/main">
  <p:tag name="resource_record_key" val="{&quot;10&quot;:[21571666,21547652,20253287,3481656,50035314,21552069,21576169,4588957,21550782,4522474,50021858,3634889,21570670,50024265,50041117,21572500,21581987,50042277,50043352,17421794,3659203,21566645,3639535,4521268,19995253,3504219,4526305,50034089,4590447],&quot;13&quot;:[20025430],&quot;29&quot;:[50052445,50000144],&quot;65&quot;:[20238577],&quot;70&quot;:[3330157,3312290,3333581,3312385,3314426,3318441,3431215,3332761,3318307,3333613,3312479,3429185,3333487]}"/>
</p:tagLst>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简约星环线条职场办公">
  <a:themeElements>
    <a:clrScheme name="">
      <a:dk1>
        <a:srgbClr val="000000"/>
      </a:dk1>
      <a:lt1>
        <a:srgbClr val="FFFFFF"/>
      </a:lt1>
      <a:dk2>
        <a:srgbClr val="262626"/>
      </a:dk2>
      <a:lt2>
        <a:srgbClr val="E5F8FF"/>
      </a:lt2>
      <a:accent1>
        <a:srgbClr val="6364FF"/>
      </a:accent1>
      <a:accent2>
        <a:srgbClr val="00E701"/>
      </a:accent2>
      <a:accent3>
        <a:srgbClr val="FFCF37"/>
      </a:accent3>
      <a:accent4>
        <a:srgbClr val="E45458"/>
      </a:accent4>
      <a:accent5>
        <a:srgbClr val="21C384"/>
      </a:accent5>
      <a:accent6>
        <a:srgbClr val="00A5F2"/>
      </a:accent6>
      <a:hlink>
        <a:srgbClr val="0026E5"/>
      </a:hlink>
      <a:folHlink>
        <a:srgbClr val="7E1FAD"/>
      </a:folHlink>
    </a:clrScheme>
    <a:fontScheme name="主题字体">
      <a:majorFont>
        <a:latin typeface="Arial"/>
        <a:ea typeface="微软雅黑"/>
        <a:cs typeface=""/>
      </a:majorFont>
      <a:minorFont>
        <a:latin typeface="Arial"/>
        <a:ea typeface="微软雅黑"/>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Office 主题">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彩色5">
    <a:dk1>
      <a:srgbClr val="000000"/>
    </a:dk1>
    <a:lt1>
      <a:srgbClr val="FFFFFF"/>
    </a:lt1>
    <a:dk2>
      <a:srgbClr val="212745"/>
    </a:dk2>
    <a:lt2>
      <a:srgbClr val="B4DCFA"/>
    </a:lt2>
    <a:accent1>
      <a:srgbClr val="4E67C8"/>
    </a:accent1>
    <a:accent2>
      <a:srgbClr val="5ECCF3"/>
    </a:accent2>
    <a:accent3>
      <a:srgbClr val="A7EA52"/>
    </a:accent3>
    <a:accent4>
      <a:srgbClr val="5DCEAF"/>
    </a:accent4>
    <a:accent5>
      <a:srgbClr val="FF8021"/>
    </a:accent5>
    <a:accent6>
      <a:srgbClr val="F14124"/>
    </a:accent6>
    <a:hlink>
      <a:srgbClr val="56C7AA"/>
    </a:hlink>
    <a:folHlink>
      <a:srgbClr val="59A8D1"/>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2.xml><?xml version="1.0" encoding="utf-8"?>
<a:themeOverride xmlns:a="http://schemas.openxmlformats.org/drawingml/2006/main">
  <a:clrScheme name="WPS">
    <a:dk1>
      <a:sysClr val="windowText" lastClr="000000"/>
    </a:dk1>
    <a:lt1>
      <a:sysClr val="window" lastClr="FFFFFF"/>
    </a:lt1>
    <a:dk2>
      <a:srgbClr val="44546A"/>
    </a:dk2>
    <a:lt2>
      <a:srgbClr val="E7E6E6"/>
    </a:lt2>
    <a:accent1>
      <a:srgbClr val="4874CB"/>
    </a:accent1>
    <a:accent2>
      <a:srgbClr val="EE822F"/>
    </a:accent2>
    <a:accent3>
      <a:srgbClr val="F2BA02"/>
    </a:accent3>
    <a:accent4>
      <a:srgbClr val="75BD42"/>
    </a:accent4>
    <a:accent5>
      <a:srgbClr val="30C0B4"/>
    </a:accent5>
    <a:accent6>
      <a:srgbClr val="E54C5E"/>
    </a:accent6>
    <a:hlink>
      <a:srgbClr val="0026E5"/>
    </a:hlink>
    <a:folHlink>
      <a:srgbClr val="7E1FAD"/>
    </a:folHlink>
  </a:clrScheme>
  <a:fontScheme name="WPS">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WPS">
    <a:fillStyleLst>
      <a:solidFill>
        <a:schemeClr val="phClr"/>
      </a:solidFill>
      <a:gradFill>
        <a:gsLst>
          <a:gs pos="0">
            <a:schemeClr val="phClr">
              <a:lumOff val="17500"/>
            </a:schemeClr>
          </a:gs>
          <a:gs pos="100000">
            <a:schemeClr val="phClr"/>
          </a:gs>
        </a:gsLst>
        <a:lin ang="2700000" scaled="0"/>
      </a:gradFill>
      <a:gradFill>
        <a:gsLst>
          <a:gs pos="0">
            <a:schemeClr val="phClr">
              <a:hueOff val="-2520000"/>
            </a:schemeClr>
          </a:gs>
          <a:gs pos="100000">
            <a:schemeClr val="phClr"/>
          </a:gs>
        </a:gsLst>
        <a:lin ang="2700000" scaled="0"/>
      </a:gradFill>
    </a:fillStyleLst>
    <a:lnStyleLst>
      <a:ln w="12700" cap="flat" cmpd="sng" algn="ctr">
        <a:solidFill>
          <a:schemeClr val="phClr"/>
        </a:solidFill>
        <a:prstDash val="solid"/>
        <a:miter lim="800000"/>
      </a:ln>
      <a:ln w="12700" cap="flat" cmpd="sng" algn="ctr">
        <a:solidFill>
          <a:schemeClr val="phClr"/>
        </a:solidFill>
        <a:prstDash val="solid"/>
        <a:miter lim="800000"/>
      </a:ln>
      <a:ln w="12700" cap="flat" cmpd="sng" algn="ctr">
        <a:gradFill>
          <a:gsLst>
            <a:gs pos="0">
              <a:schemeClr val="phClr">
                <a:hueOff val="-4200000"/>
              </a:schemeClr>
            </a:gs>
            <a:gs pos="100000">
              <a:schemeClr val="phClr"/>
            </a:gs>
          </a:gsLst>
          <a:lin ang="2700000" scaled="1"/>
        </a:gradFill>
        <a:prstDash val="solid"/>
        <a:miter lim="800000"/>
      </a:ln>
    </a:lnStyleLst>
    <a:effectStyleLst>
      <a:effectStyle>
        <a:effectLst>
          <a:outerShdw blurRad="101600" dist="50800" dir="5400000" algn="ctr" rotWithShape="0">
            <a:schemeClr val="phClr">
              <a:alpha val="60000"/>
            </a:schemeClr>
          </a:outerShdw>
        </a:effectLst>
      </a:effectStyle>
      <a:effectStyle>
        <a:effectLst>
          <a:reflection stA="50000" endA="300" endPos="40000" dist="25400" dir="5400000" sy="-100000" algn="bl" rotWithShape="0"/>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ppt/theme/themeOverride3.xml><?xml version="1.0" encoding="utf-8"?>
<a:themeOverride xmlns:a="http://schemas.openxmlformats.org/drawingml/2006/main">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
      <a:ea typeface=""/>
      <a:cs typeface=""/>
    </a:majorFont>
    <a:minorFont>
      <a:latin typeface=""/>
      <a:ea typeface=""/>
      <a:cs typeface=""/>
    </a:minorFont>
  </a:fontScheme>
  <a:fmtScheme name="Office">
    <a:fillStyleLst>
      <a:solidFill>
        <a:schemeClr val="phClr"/>
      </a:solidFill>
      <a:gradFill rotWithShape="1">
        <a:gsLst>
          <a:gs pos="0">
            <a:schemeClr val="phClr">
              <a:satMod val="110000"/>
              <a:lumMod val="105000"/>
              <a:tint val="67000"/>
            </a:schemeClr>
          </a:gs>
          <a:gs pos="50000">
            <a:schemeClr val="phClr">
              <a:lumMod val="105000"/>
              <a:satMod val="103000"/>
              <a:tint val="73000"/>
            </a:schemeClr>
          </a:gs>
          <a:gs pos="100000">
            <a:schemeClr val="phClr">
              <a:satMod val="105000"/>
              <a:lumMod val="109000"/>
              <a:tint val="81000"/>
            </a:schemeClr>
          </a:gs>
        </a:gsLst>
        <a:lin ang="5400000" scaled="0"/>
      </a:gradFill>
      <a:gradFill rotWithShape="1">
        <a:gsLst>
          <a:gs pos="0">
            <a:schemeClr val="phClr">
              <a:satMod val="103000"/>
              <a:lumMod val="102000"/>
              <a:shade val="94000"/>
            </a:schemeClr>
          </a:gs>
          <a:gs pos="50000">
            <a:schemeClr val="phClr">
              <a:lumMod val="110000"/>
              <a:satMod val="100000"/>
              <a:tint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otalTime>0</TotalTime>
  <Words>12451</Words>
  <Application>WPS 演示</Application>
  <PresentationFormat/>
  <Paragraphs>1047</Paragraphs>
  <Slides>27</Slides>
  <Notes>0</Notes>
  <HiddenSlides>0</HiddenSlides>
  <MMClips>0</MMClips>
  <ScaleCrop>false</ScaleCrop>
  <HeadingPairs>
    <vt:vector size="6" baseType="variant">
      <vt:variant>
        <vt:lpstr>已用的字体</vt:lpstr>
      </vt:variant>
      <vt:variant>
        <vt:i4>46</vt:i4>
      </vt:variant>
      <vt:variant>
        <vt:lpstr>主题</vt:lpstr>
      </vt:variant>
      <vt:variant>
        <vt:i4>3</vt:i4>
      </vt:variant>
      <vt:variant>
        <vt:lpstr>幻灯片标题</vt:lpstr>
      </vt:variant>
      <vt:variant>
        <vt:i4>27</vt:i4>
      </vt:variant>
    </vt:vector>
  </HeadingPairs>
  <TitlesOfParts>
    <vt:vector size="76" baseType="lpstr">
      <vt:lpstr>Arial</vt:lpstr>
      <vt:lpstr>宋体</vt:lpstr>
      <vt:lpstr>Wingdings</vt:lpstr>
      <vt:lpstr>Calibri</vt:lpstr>
      <vt:lpstr>微软雅黑</vt:lpstr>
      <vt:lpstr>Helvetica Neue</vt:lpstr>
      <vt:lpstr>黑体-简</vt:lpstr>
      <vt:lpstr>黑体</vt:lpstr>
      <vt:lpstr>Arial Black</vt:lpstr>
      <vt:lpstr>DINPro Bold</vt:lpstr>
      <vt:lpstr>Calibri</vt:lpstr>
      <vt:lpstr>Arial</vt:lpstr>
      <vt:lpstr>Wingdings</vt:lpstr>
      <vt:lpstr>Calibri</vt:lpstr>
      <vt:lpstr>Source Han Sans CN Normal</vt:lpstr>
      <vt:lpstr>+中文标题</vt:lpstr>
      <vt:lpstr>Songti SC</vt:lpstr>
      <vt:lpstr>Noto Sans SC</vt:lpstr>
      <vt:lpstr>Noto Sans SC</vt:lpstr>
      <vt:lpstr>Heiti SC Light</vt:lpstr>
      <vt:lpstr>微软雅黑</vt:lpstr>
      <vt:lpstr>Heiti SC Medium</vt:lpstr>
      <vt:lpstr>Arial Unicode MS</vt:lpstr>
      <vt:lpstr>Noto Sans</vt:lpstr>
      <vt:lpstr>Source Han Sans CN Bold</vt:lpstr>
      <vt:lpstr>等线</vt:lpstr>
      <vt:lpstr>Impact</vt:lpstr>
      <vt:lpstr>Times New Roman</vt:lpstr>
      <vt:lpstr>Liberation Mono</vt:lpstr>
      <vt:lpstr>Myriad Pro</vt:lpstr>
      <vt:lpstr>Heiti SC Light</vt:lpstr>
      <vt:lpstr>Heiti SC Medium</vt:lpstr>
      <vt:lpstr>Helvetica Neue</vt:lpstr>
      <vt:lpstr>Noto Sans SC</vt:lpstr>
      <vt:lpstr>Songti SC</vt:lpstr>
      <vt:lpstr>Source Han Sans CN Bold</vt:lpstr>
      <vt:lpstr>Source Han Sans CN Normal</vt:lpstr>
      <vt:lpstr>Times New Roman</vt:lpstr>
      <vt:lpstr>黑体-简</vt:lpstr>
      <vt:lpstr>Helvetica LT Pro</vt:lpstr>
      <vt:lpstr>方正坦黑体 简</vt:lpstr>
      <vt:lpstr>Kata Bold</vt:lpstr>
      <vt:lpstr>Saturday Sans Regular</vt:lpstr>
      <vt:lpstr>Windsor Std Light</vt:lpstr>
      <vt:lpstr>Mona Medium</vt:lpstr>
      <vt:lpstr>Wonder Sans Bold</vt:lpstr>
      <vt:lpstr>Office theme</vt:lpstr>
      <vt:lpstr>简约星环线条职场办公</vt:lpstr>
      <vt:lpstr>1_简约星环线条职场办公</vt:lpstr>
      <vt:lpstr>PowerPoint 演示文稿</vt:lpstr>
      <vt:lpstr>PowerPoint 演示文稿</vt:lpstr>
      <vt:lpstr>目标与衡量标准回顾</vt:lpstr>
      <vt:lpstr>PowerPoint 演示文稿</vt:lpstr>
      <vt:lpstr>PowerPoint 演示文稿</vt:lpstr>
      <vt:lpstr>我们共同的工作成果回顾</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PowerPoint 演示文稿</vt:lpstr>
      <vt:lpstr>共同的挑战与应对思路</vt:lpstr>
      <vt:lpstr>PowerPoint 演示文稿</vt:lpstr>
      <vt:lpstr>PowerPoint 演示文稿</vt:lpstr>
      <vt:lpstr>PowerPoint 演示文稿</vt:lpstr>
      <vt:lpstr>下阶段协同计划</vt:lpstr>
      <vt:lpstr>PowerPoint 演示文稿</vt:lpstr>
      <vt:lpstr>PowerPoint 演示文稿</vt:lpstr>
      <vt:lpstr>客户成功   才是深信服的成功</vt:lpstr>
      <vt:lpstr>工作成果详情</vt:lpstr>
      <vt:lpstr>PowerPoint 演示文稿</vt:lpstr>
      <vt:lpstr>PowerPoint 演示文稿</vt:lpstr>
      <vt:lpstr>PowerPoint 演示文稿</vt:lpstr>
      <vt:lpstr>PowerPoint 演示文稿</vt:lpstr>
    </vt:vector>
  </TitlesOfParts>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π</cp:lastModifiedBy>
  <cp:revision>109</cp:revision>
  <dcterms:created xsi:type="dcterms:W3CDTF">2026-05-09T07:40:00Z</dcterms:created>
  <dcterms:modified xsi:type="dcterms:W3CDTF">2026-05-22T08:27:56Z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RO">
    <vt:lpwstr>wqlLaW5nc29mdCBQREYgdG8gV1BTIDExMEI</vt:lpwstr>
  </property>
  <property fmtid="{D5CDD505-2E9C-101B-9397-08002B2CF9AE}" pid="3" name="Created">
    <vt:filetime>2025-07-31T09:35:42Z</vt:filetime>
  </property>
  <property fmtid="{D5CDD505-2E9C-101B-9397-08002B2CF9AE}" pid="4" name="UsrData">
    <vt:lpwstr>687eeadea43bea0020547dd2wl</vt:lpwstr>
  </property>
  <property fmtid="{D5CDD505-2E9C-101B-9397-08002B2CF9AE}" pid="5" name="ICV">
    <vt:lpwstr>35D22C8AD5D1D18E7ACDDC6933F0EB79_43</vt:lpwstr>
  </property>
  <property fmtid="{D5CDD505-2E9C-101B-9397-08002B2CF9AE}" pid="6" name="KSOProductBuildVer">
    <vt:lpwstr>2052-12.1.0.26375</vt:lpwstr>
  </property>
</Properties>
</file>