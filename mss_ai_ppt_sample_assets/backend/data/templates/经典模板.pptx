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重要节假日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网络安全保障工作简报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4048125"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{{security_trends_semi_monthly_report}}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189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799465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586105"/>
            <a:chOff x="5780" y="2900"/>
            <a:chExt cx="12205" cy="923"/>
          </a:xfrm>
        </p:grpSpPr>
        <p:grpSp>
          <p:nvGrpSpPr>
            <p:cNvPr id="25" name="组合 24"/>
            <p:cNvGrpSpPr/>
            <p:nvPr/>
          </p:nvGrpSpPr>
          <p:grpSpPr>
            <a:xfrm>
              <a:off x="5780" y="2900"/>
              <a:ext cx="2644" cy="923"/>
              <a:chOff x="5780" y="2900"/>
              <a:chExt cx="2644" cy="923"/>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853"/>
                <a:chOff x="5987" y="2974"/>
                <a:chExt cx="2437" cy="853"/>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116"/>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{{AF_external_attack_blocks}}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875723" y="2318703"/>
            <a:ext cx="7772083" cy="1512571"/>
            <a:chOff x="12177" y="-373"/>
            <a:chExt cx="24479" cy="4764"/>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14363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14363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14363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14363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624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5904865"/>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5909310"/>
            <a:ext cx="3039745" cy="838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just"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just"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5922010"/>
            <a:ext cx="3531870" cy="86106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119488" y="1727835"/>
            <a:ext cx="1893030" cy="693103"/>
            <a:chOff x="29848"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12030" y="5160010"/>
            <a:ext cx="6786245" cy="807085"/>
          </a:xfrm>
          <a:prstGeom prst="rect">
            <a:avLst/>
          </a:prstGeom>
          <a:noFill/>
        </p:spPr>
        <p:txBody>
          <a:bodyPr wrap="square" rtlCol="0" anchor="t">
            <a:noAutofit/>
          </a:bodyPr>
          <a:p>
            <a:pPr marL="133350" algn="just"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2875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113996" cy="656591"/>
            <a:chOff x="4017" y="7030"/>
            <a:chExt cx="6911"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178560" y="1905635"/>
            <a:ext cx="16433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28968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616903" y="552704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712470" y="5818505"/>
            <a:ext cx="328930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239895" y="5812790"/>
            <a:ext cx="3722370" cy="5981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28000" y="5826760"/>
            <a:ext cx="338137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84822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60475" y="487616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2854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1490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4531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13949</Words>
  <Application>WPS 演示</Application>
  <PresentationFormat/>
  <Paragraphs>1237</Paragraphs>
  <Slides>25</Slides>
  <Notes>0</Notes>
  <HiddenSlides>0</HiddenSlides>
  <MMClips>0</MMClips>
  <ScaleCrop>false</ScaleCrop>
  <HeadingPairs>
    <vt:vector size="6" baseType="variant">
      <vt:variant>
        <vt:lpstr>已用的字体</vt:lpstr>
      </vt:variant>
      <vt:variant>
        <vt:i4>36</vt:i4>
      </vt:variant>
      <vt:variant>
        <vt:lpstr>主题</vt:lpstr>
      </vt:variant>
      <vt:variant>
        <vt:i4>2</vt:i4>
      </vt:variant>
      <vt:variant>
        <vt:lpstr>幻灯片标题</vt:lpstr>
      </vt:variant>
      <vt:variant>
        <vt:i4>25</vt:i4>
      </vt:variant>
    </vt:vector>
  </HeadingPairs>
  <TitlesOfParts>
    <vt:vector size="63"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Liberation Mono</vt:lpstr>
      <vt:lpstr>Helvetica LT Pro</vt:lpstr>
      <vt:lpstr>Wonder Sans Bold</vt:lpstr>
      <vt:lpstr>Saturday Sans Regular</vt:lpstr>
      <vt:lpstr>DIN Pro</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223</cp:revision>
  <dcterms:created xsi:type="dcterms:W3CDTF">2026-02-06T08:36:00Z</dcterms:created>
  <dcterms:modified xsi:type="dcterms:W3CDTF">2026-03-23T02:14:58Z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2025-08-03T17:35:42Z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