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{{security_trends_semi_annual_report}}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443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32993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667385"/>
            <a:chOff x="5780" y="2900"/>
            <a:chExt cx="12205" cy="1051"/>
          </a:xfrm>
        </p:grpSpPr>
        <p:grpSp>
          <p:nvGrpSpPr>
            <p:cNvPr id="25" name="组合 24"/>
            <p:cNvGrpSpPr/>
            <p:nvPr/>
          </p:nvGrpSpPr>
          <p:grpSpPr>
            <a:xfrm>
              <a:off x="5780" y="2900"/>
              <a:ext cx="2644" cy="1051"/>
              <a:chOff x="5780" y="2900"/>
              <a:chExt cx="2644" cy="1051"/>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981"/>
                <a:chOff x="5987" y="2974"/>
                <a:chExt cx="2437" cy="981"/>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244"/>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{{AF_protection_path_coverage_rate}}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7096"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570"/>
              <a:ext cx="7116"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632" y="1494"/>
              <a:ext cx="7210"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27571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27571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0643" y="6219825"/>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00775"/>
            <a:ext cx="3184525" cy="5899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non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519930" y="6204585"/>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85175" y="6219825"/>
            <a:ext cx="3039745" cy="57086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9442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349625"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51045" y="6056630"/>
            <a:ext cx="3377565"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01965" y="6070600"/>
            <a:ext cx="329438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656591"/>
            <a:chOff x="4017" y="7030"/>
            <a:chExt cx="6786"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17754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43095" y="6056630"/>
            <a:ext cx="3621405" cy="5975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280400" y="6070600"/>
            <a:ext cx="324929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2506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6055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14188</Words>
  <Application>WPS 演示</Application>
  <PresentationFormat/>
  <Paragraphs>1245</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179</cp:revision>
  <dcterms:created xsi:type="dcterms:W3CDTF">2026-02-06T08:36:00Z</dcterms:created>
  <dcterms:modified xsi:type="dcterms:W3CDTF">2026-03-03T08:30:55Z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2025-07-31T17:35:42Z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