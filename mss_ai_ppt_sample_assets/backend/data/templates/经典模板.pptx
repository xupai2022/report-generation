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6"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92.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881721be-47fb-4271-a6bb-de979ce1bfa8}"/>
      </c:ext>
    </c:extLst>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b682e7dd-3b1c-4a06-a80c-367c575f5e7a}"/>
      </c:ext>
    </c:extLst>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1" Type="http://schemas.openxmlformats.org/officeDocument/2006/relationships/notesSlide" Target="../notesSlides/notesSlide2.xml"/><Relationship Id="rId20" Type="http://schemas.openxmlformats.org/officeDocument/2006/relationships/slideLayout" Target="../slideLayouts/slideLayout6.xml"/><Relationship Id="rId2" Type="http://schemas.openxmlformats.org/officeDocument/2006/relationships/tags" Target="../tags/tag27.xml"/><Relationship Id="rId19" Type="http://schemas.openxmlformats.org/officeDocument/2006/relationships/tags" Target="../tags/tag42.xml"/><Relationship Id="rId18" Type="http://schemas.openxmlformats.org/officeDocument/2006/relationships/image" Target="../media/image7.png"/><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6.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image" Target="../media/image6.png"/><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9.xml"/><Relationship Id="rId49" Type="http://schemas.openxmlformats.org/officeDocument/2006/relationships/tags" Target="../tags/tag87.xml"/><Relationship Id="rId48" Type="http://schemas.openxmlformats.org/officeDocument/2006/relationships/tags" Target="../tags/tag86.xml"/><Relationship Id="rId47" Type="http://schemas.openxmlformats.org/officeDocument/2006/relationships/tags" Target="../tags/tag85.xml"/><Relationship Id="rId46" Type="http://schemas.openxmlformats.org/officeDocument/2006/relationships/tags" Target="../tags/tag84.xml"/><Relationship Id="rId45" Type="http://schemas.openxmlformats.org/officeDocument/2006/relationships/tags" Target="../tags/tag83.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2.xml"/><Relationship Id="rId41" Type="http://schemas.openxmlformats.org/officeDocument/2006/relationships/tags" Target="../tags/tag81.xml"/><Relationship Id="rId40" Type="http://schemas.openxmlformats.org/officeDocument/2006/relationships/tags" Target="../tags/tag80.xml"/><Relationship Id="rId4" Type="http://schemas.openxmlformats.org/officeDocument/2006/relationships/image" Target="../media/image6.png"/><Relationship Id="rId39" Type="http://schemas.openxmlformats.org/officeDocument/2006/relationships/tags" Target="../tags/tag79.xml"/><Relationship Id="rId38" Type="http://schemas.openxmlformats.org/officeDocument/2006/relationships/tags" Target="../tags/tag78.xml"/><Relationship Id="rId37" Type="http://schemas.openxmlformats.org/officeDocument/2006/relationships/tags" Target="../tags/tag77.xml"/><Relationship Id="rId36" Type="http://schemas.openxmlformats.org/officeDocument/2006/relationships/tags" Target="../tags/tag76.xml"/><Relationship Id="rId35" Type="http://schemas.openxmlformats.org/officeDocument/2006/relationships/tags" Target="../tags/tag75.xml"/><Relationship Id="rId34" Type="http://schemas.openxmlformats.org/officeDocument/2006/relationships/tags" Target="../tags/tag74.xml"/><Relationship Id="rId33" Type="http://schemas.openxmlformats.org/officeDocument/2006/relationships/tags" Target="../tags/tag73.xml"/><Relationship Id="rId32" Type="http://schemas.openxmlformats.org/officeDocument/2006/relationships/tags" Target="../tags/tag72.xml"/><Relationship Id="rId31" Type="http://schemas.openxmlformats.org/officeDocument/2006/relationships/tags" Target="../tags/tag71.xml"/><Relationship Id="rId30" Type="http://schemas.openxmlformats.org/officeDocument/2006/relationships/tags" Target="../tags/tag70.xml"/><Relationship Id="rId3" Type="http://schemas.openxmlformats.org/officeDocument/2006/relationships/tags" Target="../tags/tag48.xml"/><Relationship Id="rId29" Type="http://schemas.openxmlformats.org/officeDocument/2006/relationships/tags" Target="../tags/tag69.xml"/><Relationship Id="rId28" Type="http://schemas.openxmlformats.org/officeDocument/2006/relationships/tags" Target="../tags/tag68.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7.xml"/><Relationship Id="rId24" Type="http://schemas.openxmlformats.org/officeDocument/2006/relationships/tags" Target="../tags/tag66.xml"/><Relationship Id="rId23" Type="http://schemas.openxmlformats.org/officeDocument/2006/relationships/tags" Target="../tags/tag65.xml"/><Relationship Id="rId22" Type="http://schemas.openxmlformats.org/officeDocument/2006/relationships/tags" Target="../tags/tag64.xml"/><Relationship Id="rId21" Type="http://schemas.openxmlformats.org/officeDocument/2006/relationships/tags" Target="../tags/tag63.xml"/><Relationship Id="rId20" Type="http://schemas.openxmlformats.org/officeDocument/2006/relationships/tags" Target="../tags/tag62.xml"/><Relationship Id="rId2" Type="http://schemas.openxmlformats.org/officeDocument/2006/relationships/tags" Target="../tags/tag47.xml"/><Relationship Id="rId19" Type="http://schemas.openxmlformats.org/officeDocument/2006/relationships/tags" Target="../tags/tag61.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9.xml"/><Relationship Id="rId30" Type="http://schemas.openxmlformats.org/officeDocument/2006/relationships/tags" Target="../tags/tag108.xml"/><Relationship Id="rId3" Type="http://schemas.openxmlformats.org/officeDocument/2006/relationships/tags" Target="../tags/tag89.xml"/><Relationship Id="rId29" Type="http://schemas.openxmlformats.org/officeDocument/2006/relationships/tags" Target="../tags/tag107.xml"/><Relationship Id="rId28" Type="http://schemas.openxmlformats.org/officeDocument/2006/relationships/tags" Target="../tags/tag106.xml"/><Relationship Id="rId27" Type="http://schemas.openxmlformats.org/officeDocument/2006/relationships/tags" Target="../tags/tag105.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8.xml"/><Relationship Id="rId19" Type="http://schemas.openxmlformats.org/officeDocument/2006/relationships/image" Target="../media/image6.png"/><Relationship Id="rId18" Type="http://schemas.openxmlformats.org/officeDocument/2006/relationships/tags" Target="../tags/tag104.xml"/><Relationship Id="rId17" Type="http://schemas.openxmlformats.org/officeDocument/2006/relationships/tags" Target="../tags/tag103.xml"/><Relationship Id="rId16" Type="http://schemas.openxmlformats.org/officeDocument/2006/relationships/tags" Target="../tags/tag102.xml"/><Relationship Id="rId15" Type="http://schemas.openxmlformats.org/officeDocument/2006/relationships/tags" Target="../tags/tag101.xml"/><Relationship Id="rId14" Type="http://schemas.openxmlformats.org/officeDocument/2006/relationships/tags" Target="../tags/tag100.xml"/><Relationship Id="rId13" Type="http://schemas.openxmlformats.org/officeDocument/2006/relationships/tags" Target="../tags/tag99.xml"/><Relationship Id="rId12" Type="http://schemas.openxmlformats.org/officeDocument/2006/relationships/tags" Target="../tags/tag98.xml"/><Relationship Id="rId11" Type="http://schemas.openxmlformats.org/officeDocument/2006/relationships/tags" Target="../tags/tag97.xml"/><Relationship Id="rId10" Type="http://schemas.openxmlformats.org/officeDocument/2006/relationships/tags" Target="../tags/tag96.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image" Target="../media/image6.png"/><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9" Type="http://schemas.openxmlformats.org/officeDocument/2006/relationships/tags" Target="../tags/tag122.xml"/><Relationship Id="rId8" Type="http://schemas.openxmlformats.org/officeDocument/2006/relationships/tags" Target="../tags/tag121.xml"/><Relationship Id="rId7" Type="http://schemas.openxmlformats.org/officeDocument/2006/relationships/tags" Target="../tags/tag120.xml"/><Relationship Id="rId6" Type="http://schemas.openxmlformats.org/officeDocument/2006/relationships/tags" Target="../tags/tag119.xml"/><Relationship Id="rId5" Type="http://schemas.openxmlformats.org/officeDocument/2006/relationships/tags" Target="../tags/tag118.xml"/><Relationship Id="rId41" Type="http://schemas.openxmlformats.org/officeDocument/2006/relationships/notesSlide" Target="../notesSlides/notesSlide7.xml"/><Relationship Id="rId40" Type="http://schemas.openxmlformats.org/officeDocument/2006/relationships/slideLayout" Target="../slideLayouts/slideLayout6.xml"/><Relationship Id="rId4" Type="http://schemas.openxmlformats.org/officeDocument/2006/relationships/tags" Target="../tags/tag117.xml"/><Relationship Id="rId39" Type="http://schemas.openxmlformats.org/officeDocument/2006/relationships/tags" Target="../tags/tag151.xml"/><Relationship Id="rId38" Type="http://schemas.openxmlformats.org/officeDocument/2006/relationships/tags" Target="../tags/tag150.xml"/><Relationship Id="rId37" Type="http://schemas.openxmlformats.org/officeDocument/2006/relationships/tags" Target="../tags/tag149.xml"/><Relationship Id="rId36" Type="http://schemas.openxmlformats.org/officeDocument/2006/relationships/tags" Target="../tags/tag148.xml"/><Relationship Id="rId35" Type="http://schemas.openxmlformats.org/officeDocument/2006/relationships/tags" Target="../tags/tag147.xml"/><Relationship Id="rId34" Type="http://schemas.openxmlformats.org/officeDocument/2006/relationships/tags" Target="../tags/tag146.xml"/><Relationship Id="rId33" Type="http://schemas.openxmlformats.org/officeDocument/2006/relationships/tags" Target="../tags/tag145.xml"/><Relationship Id="rId32" Type="http://schemas.openxmlformats.org/officeDocument/2006/relationships/image" Target="../media/image6.png"/><Relationship Id="rId31" Type="http://schemas.openxmlformats.org/officeDocument/2006/relationships/tags" Target="../tags/tag144.xml"/><Relationship Id="rId30" Type="http://schemas.openxmlformats.org/officeDocument/2006/relationships/tags" Target="../tags/tag143.xml"/><Relationship Id="rId3" Type="http://schemas.openxmlformats.org/officeDocument/2006/relationships/tags" Target="../tags/tag116.xml"/><Relationship Id="rId29" Type="http://schemas.openxmlformats.org/officeDocument/2006/relationships/tags" Target="../tags/tag142.xml"/><Relationship Id="rId28" Type="http://schemas.openxmlformats.org/officeDocument/2006/relationships/tags" Target="../tags/tag141.xml"/><Relationship Id="rId27" Type="http://schemas.openxmlformats.org/officeDocument/2006/relationships/tags" Target="../tags/tag140.xml"/><Relationship Id="rId26" Type="http://schemas.openxmlformats.org/officeDocument/2006/relationships/tags" Target="../tags/tag139.xml"/><Relationship Id="rId25" Type="http://schemas.openxmlformats.org/officeDocument/2006/relationships/tags" Target="../tags/tag138.xml"/><Relationship Id="rId24" Type="http://schemas.openxmlformats.org/officeDocument/2006/relationships/tags" Target="../tags/tag137.xml"/><Relationship Id="rId23" Type="http://schemas.openxmlformats.org/officeDocument/2006/relationships/tags" Target="../tags/tag136.xml"/><Relationship Id="rId22" Type="http://schemas.openxmlformats.org/officeDocument/2006/relationships/tags" Target="../tags/tag135.xml"/><Relationship Id="rId21" Type="http://schemas.openxmlformats.org/officeDocument/2006/relationships/tags" Target="../tags/tag134.xml"/><Relationship Id="rId20" Type="http://schemas.openxmlformats.org/officeDocument/2006/relationships/tags" Target="../tags/tag133.xml"/><Relationship Id="rId2" Type="http://schemas.openxmlformats.org/officeDocument/2006/relationships/tags" Target="../tags/tag115.xml"/><Relationship Id="rId19" Type="http://schemas.openxmlformats.org/officeDocument/2006/relationships/tags" Target="../tags/tag132.xml"/><Relationship Id="rId18" Type="http://schemas.openxmlformats.org/officeDocument/2006/relationships/tags" Target="../tags/tag131.xml"/><Relationship Id="rId17" Type="http://schemas.openxmlformats.org/officeDocument/2006/relationships/tags" Target="../tags/tag130.xml"/><Relationship Id="rId16" Type="http://schemas.openxmlformats.org/officeDocument/2006/relationships/tags" Target="../tags/tag129.xml"/><Relationship Id="rId15" Type="http://schemas.openxmlformats.org/officeDocument/2006/relationships/tags" Target="../tags/tag128.xml"/><Relationship Id="rId14" Type="http://schemas.openxmlformats.org/officeDocument/2006/relationships/tags" Target="../tags/tag127.xml"/><Relationship Id="rId13" Type="http://schemas.openxmlformats.org/officeDocument/2006/relationships/tags" Target="../tags/tag126.xml"/><Relationship Id="rId12" Type="http://schemas.openxmlformats.org/officeDocument/2006/relationships/tags" Target="../tags/tag125.xml"/><Relationship Id="rId11" Type="http://schemas.openxmlformats.org/officeDocument/2006/relationships/tags" Target="../tags/tag124.xml"/><Relationship Id="rId10" Type="http://schemas.openxmlformats.org/officeDocument/2006/relationships/tags" Target="../tags/tag123.xml"/><Relationship Id="rId1" Type="http://schemas.openxmlformats.org/officeDocument/2006/relationships/tags" Target="../tags/tag114.xml"/></Relationships>
</file>

<file path=ppt/slides/_rels/slide8.xml.rels><?xml version="1.0" encoding="UTF-8" standalone="yes"?>
<Relationships xmlns="http://schemas.openxmlformats.org/package/2006/relationships"><Relationship Id="rId9" Type="http://schemas.openxmlformats.org/officeDocument/2006/relationships/tags" Target="../tags/tag158.xml"/><Relationship Id="rId8" Type="http://schemas.openxmlformats.org/officeDocument/2006/relationships/tags" Target="../tags/tag157.xml"/><Relationship Id="rId7" Type="http://schemas.openxmlformats.org/officeDocument/2006/relationships/tags" Target="../tags/tag156.xml"/><Relationship Id="rId6" Type="http://schemas.openxmlformats.org/officeDocument/2006/relationships/tags" Target="../tags/tag155.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54.xml"/><Relationship Id="rId29" Type="http://schemas.openxmlformats.org/officeDocument/2006/relationships/image" Target="../media/image23.png"/><Relationship Id="rId28" Type="http://schemas.openxmlformats.org/officeDocument/2006/relationships/tags" Target="../tags/tag171.xml"/><Relationship Id="rId27" Type="http://schemas.openxmlformats.org/officeDocument/2006/relationships/tags" Target="../tags/tag170.xml"/><Relationship Id="rId26" Type="http://schemas.openxmlformats.org/officeDocument/2006/relationships/tags" Target="../tags/tag169.xml"/><Relationship Id="rId25" Type="http://schemas.openxmlformats.org/officeDocument/2006/relationships/tags" Target="../tags/tag168.xml"/><Relationship Id="rId24" Type="http://schemas.openxmlformats.org/officeDocument/2006/relationships/tags" Target="../tags/tag167.xml"/><Relationship Id="rId23" Type="http://schemas.openxmlformats.org/officeDocument/2006/relationships/tags" Target="../tags/tag166.xml"/><Relationship Id="rId22" Type="http://schemas.openxmlformats.org/officeDocument/2006/relationships/tags" Target="../tags/tag165.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53.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64.xml"/><Relationship Id="rId14" Type="http://schemas.openxmlformats.org/officeDocument/2006/relationships/tags" Target="../tags/tag163.xml"/><Relationship Id="rId13" Type="http://schemas.openxmlformats.org/officeDocument/2006/relationships/tags" Target="../tags/tag162.xml"/><Relationship Id="rId12" Type="http://schemas.openxmlformats.org/officeDocument/2006/relationships/tags" Target="../tags/tag161.xml"/><Relationship Id="rId11" Type="http://schemas.openxmlformats.org/officeDocument/2006/relationships/tags" Target="../tags/tag160.xml"/><Relationship Id="rId10" Type="http://schemas.openxmlformats.org/officeDocument/2006/relationships/tags" Target="../tags/tag159.xml"/><Relationship Id="rId1" Type="http://schemas.openxmlformats.org/officeDocument/2006/relationships/tags" Target="../tags/tag152.xml"/></Relationships>
</file>

<file path=ppt/slides/_rels/slide9.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213.xml"/><Relationship Id="rId43" Type="http://schemas.openxmlformats.org/officeDocument/2006/relationships/tags" Target="../tags/tag212.xml"/><Relationship Id="rId42" Type="http://schemas.openxmlformats.org/officeDocument/2006/relationships/tags" Target="../tags/tag211.xml"/><Relationship Id="rId41" Type="http://schemas.openxmlformats.org/officeDocument/2006/relationships/tags" Target="../tags/tag210.xml"/><Relationship Id="rId40" Type="http://schemas.openxmlformats.org/officeDocument/2006/relationships/tags" Target="../tags/tag209.xml"/><Relationship Id="rId4" Type="http://schemas.openxmlformats.org/officeDocument/2006/relationships/tags" Target="../tags/tag174.xml"/><Relationship Id="rId39" Type="http://schemas.openxmlformats.org/officeDocument/2006/relationships/tags" Target="../tags/tag208.xml"/><Relationship Id="rId38" Type="http://schemas.openxmlformats.org/officeDocument/2006/relationships/tags" Target="../tags/tag207.xml"/><Relationship Id="rId37" Type="http://schemas.openxmlformats.org/officeDocument/2006/relationships/tags" Target="../tags/tag206.xml"/><Relationship Id="rId36" Type="http://schemas.openxmlformats.org/officeDocument/2006/relationships/tags" Target="../tags/tag205.xml"/><Relationship Id="rId35" Type="http://schemas.openxmlformats.org/officeDocument/2006/relationships/tags" Target="../tags/tag204.xml"/><Relationship Id="rId34" Type="http://schemas.openxmlformats.org/officeDocument/2006/relationships/tags" Target="../tags/tag203.xml"/><Relationship Id="rId33" Type="http://schemas.openxmlformats.org/officeDocument/2006/relationships/tags" Target="../tags/tag202.xml"/><Relationship Id="rId32" Type="http://schemas.openxmlformats.org/officeDocument/2006/relationships/tags" Target="../tags/tag201.xml"/><Relationship Id="rId31" Type="http://schemas.openxmlformats.org/officeDocument/2006/relationships/tags" Target="../tags/tag200.xml"/><Relationship Id="rId30" Type="http://schemas.openxmlformats.org/officeDocument/2006/relationships/tags" Target="../tags/tag199.xml"/><Relationship Id="rId3" Type="http://schemas.openxmlformats.org/officeDocument/2006/relationships/image" Target="../media/image6.png"/><Relationship Id="rId29" Type="http://schemas.openxmlformats.org/officeDocument/2006/relationships/tags" Target="../tags/tag198.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3.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17.xml"/><Relationship Id="rId4" Type="http://schemas.openxmlformats.org/officeDocument/2006/relationships/image" Target="../media/image6.png"/><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11.xml.rels><?xml version="1.0" encoding="UTF-8" standalone="yes"?>
<Relationships xmlns="http://schemas.openxmlformats.org/package/2006/relationships"><Relationship Id="rId9" Type="http://schemas.openxmlformats.org/officeDocument/2006/relationships/tags" Target="../tags/tag222.xml"/><Relationship Id="rId8" Type="http://schemas.openxmlformats.org/officeDocument/2006/relationships/tags" Target="../tags/tag221.xml"/><Relationship Id="rId7" Type="http://schemas.openxmlformats.org/officeDocument/2006/relationships/tags" Target="../tags/tag220.xml"/><Relationship Id="rId6" Type="http://schemas.openxmlformats.org/officeDocument/2006/relationships/image" Target="../media/image6.png"/><Relationship Id="rId5" Type="http://schemas.openxmlformats.org/officeDocument/2006/relationships/tags" Target="../tags/tag219.xml"/><Relationship Id="rId4" Type="http://schemas.openxmlformats.org/officeDocument/2006/relationships/tags" Target="../tags/tag218.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32.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31.xml"/><Relationship Id="rId17" Type="http://schemas.openxmlformats.org/officeDocument/2006/relationships/tags" Target="../tags/tag230.xml"/><Relationship Id="rId16" Type="http://schemas.openxmlformats.org/officeDocument/2006/relationships/tags" Target="../tags/tag229.xml"/><Relationship Id="rId15" Type="http://schemas.openxmlformats.org/officeDocument/2006/relationships/tags" Target="../tags/tag228.xml"/><Relationship Id="rId14" Type="http://schemas.openxmlformats.org/officeDocument/2006/relationships/tags" Target="../tags/tag227.xml"/><Relationship Id="rId13" Type="http://schemas.openxmlformats.org/officeDocument/2006/relationships/tags" Target="../tags/tag226.xml"/><Relationship Id="rId12" Type="http://schemas.openxmlformats.org/officeDocument/2006/relationships/tags" Target="../tags/tag225.xml"/><Relationship Id="rId11" Type="http://schemas.openxmlformats.org/officeDocument/2006/relationships/tags" Target="../tags/tag224.xml"/><Relationship Id="rId10" Type="http://schemas.openxmlformats.org/officeDocument/2006/relationships/tags" Target="../tags/tag223.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34.xml"/><Relationship Id="rId2" Type="http://schemas.openxmlformats.org/officeDocument/2006/relationships/image" Target="../media/image6.png"/><Relationship Id="rId1" Type="http://schemas.openxmlformats.org/officeDocument/2006/relationships/tags" Target="../tags/tag233.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36.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40.xml"/><Relationship Id="rId20" Type="http://schemas.openxmlformats.org/officeDocument/2006/relationships/image" Target="../media/image46.svg"/><Relationship Id="rId2" Type="http://schemas.openxmlformats.org/officeDocument/2006/relationships/tags" Target="../tags/tag235.xml"/><Relationship Id="rId19" Type="http://schemas.openxmlformats.org/officeDocument/2006/relationships/image" Target="../media/image45.png"/><Relationship Id="rId18" Type="http://schemas.openxmlformats.org/officeDocument/2006/relationships/tags" Target="../tags/tag239.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38.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37.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48.xml"/><Relationship Id="rId8" Type="http://schemas.openxmlformats.org/officeDocument/2006/relationships/tags" Target="../tags/tag247.xml"/><Relationship Id="rId7" Type="http://schemas.openxmlformats.org/officeDocument/2006/relationships/tags" Target="../tags/tag246.xml"/><Relationship Id="rId6" Type="http://schemas.openxmlformats.org/officeDocument/2006/relationships/tags" Target="../tags/tag245.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44.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43.xml"/><Relationship Id="rId39" Type="http://schemas.openxmlformats.org/officeDocument/2006/relationships/tags" Target="../tags/tag276.xml"/><Relationship Id="rId38" Type="http://schemas.openxmlformats.org/officeDocument/2006/relationships/tags" Target="../tags/tag275.xml"/><Relationship Id="rId37" Type="http://schemas.openxmlformats.org/officeDocument/2006/relationships/tags" Target="../tags/tag274.xml"/><Relationship Id="rId36" Type="http://schemas.openxmlformats.org/officeDocument/2006/relationships/tags" Target="../tags/tag273.xml"/><Relationship Id="rId35" Type="http://schemas.openxmlformats.org/officeDocument/2006/relationships/tags" Target="../tags/tag272.xml"/><Relationship Id="rId34" Type="http://schemas.openxmlformats.org/officeDocument/2006/relationships/tags" Target="../tags/tag271.xml"/><Relationship Id="rId33" Type="http://schemas.openxmlformats.org/officeDocument/2006/relationships/tags" Target="../tags/tag270.xml"/><Relationship Id="rId32" Type="http://schemas.openxmlformats.org/officeDocument/2006/relationships/tags" Target="../tags/tag269.xml"/><Relationship Id="rId31" Type="http://schemas.openxmlformats.org/officeDocument/2006/relationships/tags" Target="../tags/tag268.xml"/><Relationship Id="rId30" Type="http://schemas.openxmlformats.org/officeDocument/2006/relationships/tags" Target="../tags/tag267.xml"/><Relationship Id="rId3" Type="http://schemas.openxmlformats.org/officeDocument/2006/relationships/tags" Target="../tags/tag242.xml"/><Relationship Id="rId29" Type="http://schemas.openxmlformats.org/officeDocument/2006/relationships/tags" Target="../tags/tag266.xml"/><Relationship Id="rId28" Type="http://schemas.openxmlformats.org/officeDocument/2006/relationships/tags" Target="../tags/tag265.xml"/><Relationship Id="rId27" Type="http://schemas.openxmlformats.org/officeDocument/2006/relationships/tags" Target="../tags/tag264.xml"/><Relationship Id="rId26" Type="http://schemas.openxmlformats.org/officeDocument/2006/relationships/tags" Target="../tags/tag263.xml"/><Relationship Id="rId25" Type="http://schemas.openxmlformats.org/officeDocument/2006/relationships/tags" Target="../tags/tag262.xml"/><Relationship Id="rId24" Type="http://schemas.openxmlformats.org/officeDocument/2006/relationships/tags" Target="../tags/tag261.xml"/><Relationship Id="rId23" Type="http://schemas.openxmlformats.org/officeDocument/2006/relationships/tags" Target="../tags/tag260.xml"/><Relationship Id="rId22" Type="http://schemas.openxmlformats.org/officeDocument/2006/relationships/tags" Target="../tags/tag259.xml"/><Relationship Id="rId21" Type="http://schemas.openxmlformats.org/officeDocument/2006/relationships/tags" Target="../tags/tag258.xml"/><Relationship Id="rId20" Type="http://schemas.openxmlformats.org/officeDocument/2006/relationships/tags" Target="../tags/tag257.xml"/><Relationship Id="rId2" Type="http://schemas.openxmlformats.org/officeDocument/2006/relationships/tags" Target="../tags/tag241.xml"/><Relationship Id="rId19" Type="http://schemas.openxmlformats.org/officeDocument/2006/relationships/tags" Target="../tags/tag256.xml"/><Relationship Id="rId18" Type="http://schemas.openxmlformats.org/officeDocument/2006/relationships/tags" Target="../tags/tag255.xml"/><Relationship Id="rId17" Type="http://schemas.openxmlformats.org/officeDocument/2006/relationships/tags" Target="../tags/tag254.xml"/><Relationship Id="rId16" Type="http://schemas.openxmlformats.org/officeDocument/2006/relationships/tags" Target="../tags/tag253.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52.xml"/><Relationship Id="rId12" Type="http://schemas.openxmlformats.org/officeDocument/2006/relationships/tags" Target="../tags/tag251.xml"/><Relationship Id="rId11" Type="http://schemas.openxmlformats.org/officeDocument/2006/relationships/tags" Target="../tags/tag250.xml"/><Relationship Id="rId10" Type="http://schemas.openxmlformats.org/officeDocument/2006/relationships/tags" Target="../tags/tag249.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80.xml"/><Relationship Id="rId7" Type="http://schemas.openxmlformats.org/officeDocument/2006/relationships/tags" Target="../tags/tag279.xml"/><Relationship Id="rId6" Type="http://schemas.openxmlformats.org/officeDocument/2006/relationships/tags" Target="../tags/tag278.xml"/><Relationship Id="rId5" Type="http://schemas.openxmlformats.org/officeDocument/2006/relationships/tags" Target="../tags/tag277.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83.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8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86.xml"/><Relationship Id="rId2" Type="http://schemas.openxmlformats.org/officeDocument/2006/relationships/tags" Target="../tags/tag281.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85.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84.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92.xml"/><Relationship Id="rId5" Type="http://schemas.openxmlformats.org/officeDocument/2006/relationships/tags" Target="../tags/tag291.xml"/><Relationship Id="rId4" Type="http://schemas.openxmlformats.org/officeDocument/2006/relationships/tags" Target="../tags/tag290.xml"/><Relationship Id="rId3" Type="http://schemas.openxmlformats.org/officeDocument/2006/relationships/tags" Target="../tags/tag289.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88.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94.xml"/><Relationship Id="rId10" Type="http://schemas.openxmlformats.org/officeDocument/2006/relationships/tags" Target="../tags/tag293.xml"/><Relationship Id="rId1" Type="http://schemas.openxmlformats.org/officeDocument/2006/relationships/tags" Target="../tags/tag287.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98.xml"/><Relationship Id="rId4" Type="http://schemas.openxmlformats.org/officeDocument/2006/relationships/image" Target="../media/image6.png"/><Relationship Id="rId3" Type="http://schemas.openxmlformats.org/officeDocument/2006/relationships/tags" Target="../tags/tag297.xml"/><Relationship Id="rId2" Type="http://schemas.openxmlformats.org/officeDocument/2006/relationships/tags" Target="../tags/tag296.xml"/><Relationship Id="rId1" Type="http://schemas.openxmlformats.org/officeDocument/2006/relationships/tags" Target="../tags/tag295.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302.xml"/><Relationship Id="rId3" Type="http://schemas.openxmlformats.org/officeDocument/2006/relationships/tags" Target="../tags/tag301.xml"/><Relationship Id="rId2" Type="http://schemas.openxmlformats.org/officeDocument/2006/relationships/tags" Target="../tags/tag300.xml"/><Relationship Id="rId1" Type="http://schemas.openxmlformats.org/officeDocument/2006/relationships/tags" Target="../tags/tag299.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306.xml"/><Relationship Id="rId4" Type="http://schemas.openxmlformats.org/officeDocument/2006/relationships/image" Target="../media/image6.png"/><Relationship Id="rId3" Type="http://schemas.openxmlformats.org/officeDocument/2006/relationships/tags" Target="../tags/tag305.xml"/><Relationship Id="rId2" Type="http://schemas.openxmlformats.org/officeDocument/2006/relationships/tags" Target="../tags/tag304.xml"/><Relationship Id="rId1" Type="http://schemas.openxmlformats.org/officeDocument/2006/relationships/tags" Target="../tags/tag303.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83.xml"/><Relationship Id="rId98" Type="http://schemas.openxmlformats.org/officeDocument/2006/relationships/tags" Target="../tags/tag382.xml"/><Relationship Id="rId97" Type="http://schemas.openxmlformats.org/officeDocument/2006/relationships/tags" Target="../tags/tag381.xml"/><Relationship Id="rId96" Type="http://schemas.openxmlformats.org/officeDocument/2006/relationships/tags" Target="../tags/tag380.xml"/><Relationship Id="rId95" Type="http://schemas.openxmlformats.org/officeDocument/2006/relationships/tags" Target="../tags/tag379.xml"/><Relationship Id="rId94" Type="http://schemas.openxmlformats.org/officeDocument/2006/relationships/image" Target="../media/image104.png"/><Relationship Id="rId93" Type="http://schemas.openxmlformats.org/officeDocument/2006/relationships/tags" Target="../tags/tag378.xml"/><Relationship Id="rId92" Type="http://schemas.openxmlformats.org/officeDocument/2006/relationships/tags" Target="../tags/tag377.xml"/><Relationship Id="rId91" Type="http://schemas.openxmlformats.org/officeDocument/2006/relationships/tags" Target="../tags/tag376.xml"/><Relationship Id="rId90" Type="http://schemas.openxmlformats.org/officeDocument/2006/relationships/tags" Target="../tags/tag375.xml"/><Relationship Id="rId9" Type="http://schemas.openxmlformats.org/officeDocument/2006/relationships/tags" Target="../tags/tag313.xml"/><Relationship Id="rId89" Type="http://schemas.openxmlformats.org/officeDocument/2006/relationships/tags" Target="../tags/tag374.xml"/><Relationship Id="rId88" Type="http://schemas.openxmlformats.org/officeDocument/2006/relationships/tags" Target="../tags/tag373.xml"/><Relationship Id="rId87" Type="http://schemas.openxmlformats.org/officeDocument/2006/relationships/tags" Target="../tags/tag372.xml"/><Relationship Id="rId86" Type="http://schemas.openxmlformats.org/officeDocument/2006/relationships/tags" Target="../tags/tag371.xml"/><Relationship Id="rId85" Type="http://schemas.openxmlformats.org/officeDocument/2006/relationships/image" Target="../media/image103.png"/><Relationship Id="rId84" Type="http://schemas.openxmlformats.org/officeDocument/2006/relationships/tags" Target="../tags/tag370.xml"/><Relationship Id="rId83" Type="http://schemas.openxmlformats.org/officeDocument/2006/relationships/image" Target="../media/image102.png"/><Relationship Id="rId82" Type="http://schemas.openxmlformats.org/officeDocument/2006/relationships/tags" Target="../tags/tag369.xml"/><Relationship Id="rId81" Type="http://schemas.openxmlformats.org/officeDocument/2006/relationships/tags" Target="../tags/tag368.xml"/><Relationship Id="rId80" Type="http://schemas.openxmlformats.org/officeDocument/2006/relationships/tags" Target="../tags/tag367.xml"/><Relationship Id="rId8" Type="http://schemas.openxmlformats.org/officeDocument/2006/relationships/image" Target="../media/image88.png"/><Relationship Id="rId79" Type="http://schemas.openxmlformats.org/officeDocument/2006/relationships/tags" Target="../tags/tag366.xml"/><Relationship Id="rId78" Type="http://schemas.openxmlformats.org/officeDocument/2006/relationships/image" Target="../media/image101.png"/><Relationship Id="rId77" Type="http://schemas.openxmlformats.org/officeDocument/2006/relationships/tags" Target="../tags/tag365.xml"/><Relationship Id="rId76" Type="http://schemas.openxmlformats.org/officeDocument/2006/relationships/tags" Target="../tags/tag364.xml"/><Relationship Id="rId75" Type="http://schemas.openxmlformats.org/officeDocument/2006/relationships/tags" Target="../tags/tag363.xml"/><Relationship Id="rId74" Type="http://schemas.openxmlformats.org/officeDocument/2006/relationships/tags" Target="../tags/tag362.xml"/><Relationship Id="rId73" Type="http://schemas.openxmlformats.org/officeDocument/2006/relationships/tags" Target="../tags/tag361.xml"/><Relationship Id="rId72" Type="http://schemas.openxmlformats.org/officeDocument/2006/relationships/tags" Target="../tags/tag360.xml"/><Relationship Id="rId71" Type="http://schemas.openxmlformats.org/officeDocument/2006/relationships/tags" Target="../tags/tag359.xml"/><Relationship Id="rId70" Type="http://schemas.openxmlformats.org/officeDocument/2006/relationships/tags" Target="../tags/tag358.xml"/><Relationship Id="rId7" Type="http://schemas.openxmlformats.org/officeDocument/2006/relationships/tags" Target="../tags/tag312.xml"/><Relationship Id="rId69" Type="http://schemas.openxmlformats.org/officeDocument/2006/relationships/tags" Target="../tags/tag357.xml"/><Relationship Id="rId68" Type="http://schemas.openxmlformats.org/officeDocument/2006/relationships/tags" Target="../tags/tag356.xml"/><Relationship Id="rId67" Type="http://schemas.openxmlformats.org/officeDocument/2006/relationships/tags" Target="../tags/tag355.xml"/><Relationship Id="rId66" Type="http://schemas.openxmlformats.org/officeDocument/2006/relationships/tags" Target="../tags/tag354.xml"/><Relationship Id="rId65" Type="http://schemas.openxmlformats.org/officeDocument/2006/relationships/tags" Target="../tags/tag353.xml"/><Relationship Id="rId64" Type="http://schemas.openxmlformats.org/officeDocument/2006/relationships/tags" Target="../tags/tag352.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51.xml"/><Relationship Id="rId57" Type="http://schemas.openxmlformats.org/officeDocument/2006/relationships/tags" Target="../tags/tag350.xml"/><Relationship Id="rId56" Type="http://schemas.openxmlformats.org/officeDocument/2006/relationships/image" Target="../media/image6.png"/><Relationship Id="rId55" Type="http://schemas.openxmlformats.org/officeDocument/2006/relationships/tags" Target="../tags/tag349.xml"/><Relationship Id="rId54" Type="http://schemas.openxmlformats.org/officeDocument/2006/relationships/image" Target="../media/image98.png"/><Relationship Id="rId53" Type="http://schemas.openxmlformats.org/officeDocument/2006/relationships/tags" Target="../tags/tag348.xml"/><Relationship Id="rId52" Type="http://schemas.openxmlformats.org/officeDocument/2006/relationships/tags" Target="../tags/tag347.xml"/><Relationship Id="rId51" Type="http://schemas.openxmlformats.org/officeDocument/2006/relationships/tags" Target="../tags/tag346.xml"/><Relationship Id="rId50" Type="http://schemas.openxmlformats.org/officeDocument/2006/relationships/image" Target="../media/image97.png"/><Relationship Id="rId5" Type="http://schemas.openxmlformats.org/officeDocument/2006/relationships/tags" Target="../tags/tag311.xml"/><Relationship Id="rId49" Type="http://schemas.openxmlformats.org/officeDocument/2006/relationships/tags" Target="../tags/tag345.xml"/><Relationship Id="rId48" Type="http://schemas.openxmlformats.org/officeDocument/2006/relationships/tags" Target="../tags/tag344.xml"/><Relationship Id="rId47" Type="http://schemas.openxmlformats.org/officeDocument/2006/relationships/tags" Target="../tags/tag343.xml"/><Relationship Id="rId46" Type="http://schemas.openxmlformats.org/officeDocument/2006/relationships/tags" Target="../tags/tag342.xml"/><Relationship Id="rId45" Type="http://schemas.openxmlformats.org/officeDocument/2006/relationships/tags" Target="../tags/tag341.xml"/><Relationship Id="rId44" Type="http://schemas.openxmlformats.org/officeDocument/2006/relationships/tags" Target="../tags/tag340.xml"/><Relationship Id="rId43" Type="http://schemas.openxmlformats.org/officeDocument/2006/relationships/tags" Target="../tags/tag339.xml"/><Relationship Id="rId42" Type="http://schemas.openxmlformats.org/officeDocument/2006/relationships/image" Target="../media/image96.png"/><Relationship Id="rId41" Type="http://schemas.openxmlformats.org/officeDocument/2006/relationships/tags" Target="../tags/tag338.xml"/><Relationship Id="rId40" Type="http://schemas.openxmlformats.org/officeDocument/2006/relationships/tags" Target="../tags/tag337.xml"/><Relationship Id="rId4" Type="http://schemas.openxmlformats.org/officeDocument/2006/relationships/tags" Target="../tags/tag310.xml"/><Relationship Id="rId39" Type="http://schemas.openxmlformats.org/officeDocument/2006/relationships/tags" Target="../tags/tag336.xml"/><Relationship Id="rId38" Type="http://schemas.openxmlformats.org/officeDocument/2006/relationships/image" Target="../media/image95.png"/><Relationship Id="rId37" Type="http://schemas.openxmlformats.org/officeDocument/2006/relationships/tags" Target="../tags/tag335.xml"/><Relationship Id="rId36" Type="http://schemas.openxmlformats.org/officeDocument/2006/relationships/tags" Target="../tags/tag334.xml"/><Relationship Id="rId35" Type="http://schemas.openxmlformats.org/officeDocument/2006/relationships/image" Target="../media/image94.png"/><Relationship Id="rId34" Type="http://schemas.openxmlformats.org/officeDocument/2006/relationships/tags" Target="../tags/tag333.xml"/><Relationship Id="rId33" Type="http://schemas.openxmlformats.org/officeDocument/2006/relationships/tags" Target="../tags/tag332.xml"/><Relationship Id="rId32" Type="http://schemas.openxmlformats.org/officeDocument/2006/relationships/tags" Target="../tags/tag331.xml"/><Relationship Id="rId31" Type="http://schemas.openxmlformats.org/officeDocument/2006/relationships/tags" Target="../tags/tag330.xml"/><Relationship Id="rId30" Type="http://schemas.openxmlformats.org/officeDocument/2006/relationships/tags" Target="../tags/tag329.xml"/><Relationship Id="rId3" Type="http://schemas.openxmlformats.org/officeDocument/2006/relationships/tags" Target="../tags/tag309.xml"/><Relationship Id="rId29" Type="http://schemas.openxmlformats.org/officeDocument/2006/relationships/tags" Target="../tags/tag328.xml"/><Relationship Id="rId28" Type="http://schemas.openxmlformats.org/officeDocument/2006/relationships/tags" Target="../tags/tag327.xml"/><Relationship Id="rId27" Type="http://schemas.openxmlformats.org/officeDocument/2006/relationships/tags" Target="../tags/tag326.xml"/><Relationship Id="rId26" Type="http://schemas.openxmlformats.org/officeDocument/2006/relationships/image" Target="../media/image93.png"/><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8.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67.xml"/><Relationship Id="rId182" Type="http://schemas.openxmlformats.org/officeDocument/2006/relationships/tags" Target="../tags/tag466.xml"/><Relationship Id="rId181" Type="http://schemas.openxmlformats.org/officeDocument/2006/relationships/tags" Target="../tags/tag465.xml"/><Relationship Id="rId180" Type="http://schemas.openxmlformats.org/officeDocument/2006/relationships/tags" Target="../tags/tag464.xml"/><Relationship Id="rId18" Type="http://schemas.openxmlformats.org/officeDocument/2006/relationships/tags" Target="../tags/tag319.xml"/><Relationship Id="rId179" Type="http://schemas.openxmlformats.org/officeDocument/2006/relationships/tags" Target="../tags/tag463.xml"/><Relationship Id="rId178" Type="http://schemas.openxmlformats.org/officeDocument/2006/relationships/tags" Target="../tags/tag462.xml"/><Relationship Id="rId177" Type="http://schemas.openxmlformats.org/officeDocument/2006/relationships/tags" Target="../tags/tag461.xml"/><Relationship Id="rId176" Type="http://schemas.openxmlformats.org/officeDocument/2006/relationships/tags" Target="../tags/tag460.xml"/><Relationship Id="rId175" Type="http://schemas.openxmlformats.org/officeDocument/2006/relationships/tags" Target="../tags/tag459.xml"/><Relationship Id="rId174" Type="http://schemas.openxmlformats.org/officeDocument/2006/relationships/tags" Target="../tags/tag458.xml"/><Relationship Id="rId173" Type="http://schemas.openxmlformats.org/officeDocument/2006/relationships/tags" Target="../tags/tag457.xml"/><Relationship Id="rId172" Type="http://schemas.openxmlformats.org/officeDocument/2006/relationships/tags" Target="../tags/tag456.xml"/><Relationship Id="rId171" Type="http://schemas.openxmlformats.org/officeDocument/2006/relationships/tags" Target="../tags/tag455.xml"/><Relationship Id="rId170" Type="http://schemas.openxmlformats.org/officeDocument/2006/relationships/tags" Target="../tags/tag454.xml"/><Relationship Id="rId17" Type="http://schemas.openxmlformats.org/officeDocument/2006/relationships/image" Target="../media/image91.png"/><Relationship Id="rId169" Type="http://schemas.openxmlformats.org/officeDocument/2006/relationships/tags" Target="../tags/tag453.xml"/><Relationship Id="rId168" Type="http://schemas.openxmlformats.org/officeDocument/2006/relationships/tags" Target="../tags/tag452.xml"/><Relationship Id="rId167" Type="http://schemas.openxmlformats.org/officeDocument/2006/relationships/tags" Target="../tags/tag451.xml"/><Relationship Id="rId166" Type="http://schemas.openxmlformats.org/officeDocument/2006/relationships/tags" Target="../tags/tag450.xml"/><Relationship Id="rId165" Type="http://schemas.openxmlformats.org/officeDocument/2006/relationships/tags" Target="../tags/tag449.xml"/><Relationship Id="rId164" Type="http://schemas.openxmlformats.org/officeDocument/2006/relationships/tags" Target="../tags/tag448.xml"/><Relationship Id="rId163" Type="http://schemas.openxmlformats.org/officeDocument/2006/relationships/tags" Target="../tags/tag447.xml"/><Relationship Id="rId162" Type="http://schemas.openxmlformats.org/officeDocument/2006/relationships/tags" Target="../tags/tag446.xml"/><Relationship Id="rId161" Type="http://schemas.openxmlformats.org/officeDocument/2006/relationships/tags" Target="../tags/tag445.xml"/><Relationship Id="rId160" Type="http://schemas.openxmlformats.org/officeDocument/2006/relationships/tags" Target="../tags/tag444.xml"/><Relationship Id="rId16" Type="http://schemas.openxmlformats.org/officeDocument/2006/relationships/tags" Target="../tags/tag318.xml"/><Relationship Id="rId159" Type="http://schemas.openxmlformats.org/officeDocument/2006/relationships/tags" Target="../tags/tag443.xml"/><Relationship Id="rId158" Type="http://schemas.openxmlformats.org/officeDocument/2006/relationships/tags" Target="../tags/tag442.xml"/><Relationship Id="rId157" Type="http://schemas.openxmlformats.org/officeDocument/2006/relationships/tags" Target="../tags/tag441.xml"/><Relationship Id="rId156" Type="http://schemas.openxmlformats.org/officeDocument/2006/relationships/tags" Target="../tags/tag440.xml"/><Relationship Id="rId155" Type="http://schemas.openxmlformats.org/officeDocument/2006/relationships/tags" Target="../tags/tag439.xml"/><Relationship Id="rId154" Type="http://schemas.openxmlformats.org/officeDocument/2006/relationships/tags" Target="../tags/tag438.xml"/><Relationship Id="rId153" Type="http://schemas.openxmlformats.org/officeDocument/2006/relationships/tags" Target="../tags/tag437.xml"/><Relationship Id="rId152" Type="http://schemas.openxmlformats.org/officeDocument/2006/relationships/tags" Target="../tags/tag436.xml"/><Relationship Id="rId151" Type="http://schemas.openxmlformats.org/officeDocument/2006/relationships/tags" Target="../tags/tag435.xml"/><Relationship Id="rId150" Type="http://schemas.openxmlformats.org/officeDocument/2006/relationships/tags" Target="../tags/tag434.xml"/><Relationship Id="rId15" Type="http://schemas.openxmlformats.org/officeDocument/2006/relationships/tags" Target="../tags/tag317.xml"/><Relationship Id="rId149" Type="http://schemas.openxmlformats.org/officeDocument/2006/relationships/tags" Target="../tags/tag433.xml"/><Relationship Id="rId148" Type="http://schemas.openxmlformats.org/officeDocument/2006/relationships/tags" Target="../tags/tag432.xml"/><Relationship Id="rId147" Type="http://schemas.openxmlformats.org/officeDocument/2006/relationships/tags" Target="../tags/tag431.xml"/><Relationship Id="rId146" Type="http://schemas.openxmlformats.org/officeDocument/2006/relationships/tags" Target="../tags/tag430.xml"/><Relationship Id="rId145" Type="http://schemas.openxmlformats.org/officeDocument/2006/relationships/tags" Target="../tags/tag429.xml"/><Relationship Id="rId144" Type="http://schemas.openxmlformats.org/officeDocument/2006/relationships/tags" Target="../tags/tag428.xml"/><Relationship Id="rId143" Type="http://schemas.openxmlformats.org/officeDocument/2006/relationships/tags" Target="../tags/tag427.xml"/><Relationship Id="rId142" Type="http://schemas.openxmlformats.org/officeDocument/2006/relationships/tags" Target="../tags/tag426.xml"/><Relationship Id="rId141" Type="http://schemas.openxmlformats.org/officeDocument/2006/relationships/tags" Target="../tags/tag425.xml"/><Relationship Id="rId140" Type="http://schemas.openxmlformats.org/officeDocument/2006/relationships/tags" Target="../tags/tag424.xml"/><Relationship Id="rId14" Type="http://schemas.openxmlformats.org/officeDocument/2006/relationships/image" Target="../media/image90.png"/><Relationship Id="rId139" Type="http://schemas.openxmlformats.org/officeDocument/2006/relationships/tags" Target="../tags/tag423.xml"/><Relationship Id="rId138" Type="http://schemas.openxmlformats.org/officeDocument/2006/relationships/tags" Target="../tags/tag422.xml"/><Relationship Id="rId137" Type="http://schemas.openxmlformats.org/officeDocument/2006/relationships/tags" Target="../tags/tag421.xml"/><Relationship Id="rId136" Type="http://schemas.openxmlformats.org/officeDocument/2006/relationships/tags" Target="../tags/tag420.xml"/><Relationship Id="rId135" Type="http://schemas.openxmlformats.org/officeDocument/2006/relationships/tags" Target="../tags/tag419.xml"/><Relationship Id="rId134" Type="http://schemas.openxmlformats.org/officeDocument/2006/relationships/tags" Target="../tags/tag418.xml"/><Relationship Id="rId133" Type="http://schemas.openxmlformats.org/officeDocument/2006/relationships/tags" Target="../tags/tag417.xml"/><Relationship Id="rId132" Type="http://schemas.openxmlformats.org/officeDocument/2006/relationships/tags" Target="../tags/tag416.xml"/><Relationship Id="rId131" Type="http://schemas.openxmlformats.org/officeDocument/2006/relationships/tags" Target="../tags/tag415.xml"/><Relationship Id="rId130" Type="http://schemas.openxmlformats.org/officeDocument/2006/relationships/tags" Target="../tags/tag414.xml"/><Relationship Id="rId13" Type="http://schemas.openxmlformats.org/officeDocument/2006/relationships/tags" Target="../tags/tag316.xml"/><Relationship Id="rId129" Type="http://schemas.openxmlformats.org/officeDocument/2006/relationships/tags" Target="../tags/tag413.xml"/><Relationship Id="rId128" Type="http://schemas.openxmlformats.org/officeDocument/2006/relationships/tags" Target="../tags/tag412.xml"/><Relationship Id="rId127" Type="http://schemas.openxmlformats.org/officeDocument/2006/relationships/tags" Target="../tags/tag411.xml"/><Relationship Id="rId126" Type="http://schemas.openxmlformats.org/officeDocument/2006/relationships/tags" Target="../tags/tag410.xml"/><Relationship Id="rId125" Type="http://schemas.openxmlformats.org/officeDocument/2006/relationships/tags" Target="../tags/tag409.xml"/><Relationship Id="rId124" Type="http://schemas.openxmlformats.org/officeDocument/2006/relationships/tags" Target="../tags/tag408.xml"/><Relationship Id="rId123" Type="http://schemas.openxmlformats.org/officeDocument/2006/relationships/tags" Target="../tags/tag407.xml"/><Relationship Id="rId122" Type="http://schemas.openxmlformats.org/officeDocument/2006/relationships/tags" Target="../tags/tag406.xml"/><Relationship Id="rId121" Type="http://schemas.openxmlformats.org/officeDocument/2006/relationships/tags" Target="../tags/tag405.xml"/><Relationship Id="rId120" Type="http://schemas.openxmlformats.org/officeDocument/2006/relationships/tags" Target="../tags/tag404.xml"/><Relationship Id="rId12" Type="http://schemas.openxmlformats.org/officeDocument/2006/relationships/tags" Target="../tags/tag315.xml"/><Relationship Id="rId119" Type="http://schemas.openxmlformats.org/officeDocument/2006/relationships/tags" Target="../tags/tag403.xml"/><Relationship Id="rId118" Type="http://schemas.openxmlformats.org/officeDocument/2006/relationships/tags" Target="../tags/tag402.xml"/><Relationship Id="rId117" Type="http://schemas.openxmlformats.org/officeDocument/2006/relationships/tags" Target="../tags/tag401.xml"/><Relationship Id="rId116" Type="http://schemas.openxmlformats.org/officeDocument/2006/relationships/tags" Target="../tags/tag400.xml"/><Relationship Id="rId115" Type="http://schemas.openxmlformats.org/officeDocument/2006/relationships/tags" Target="../tags/tag399.xml"/><Relationship Id="rId114" Type="http://schemas.openxmlformats.org/officeDocument/2006/relationships/tags" Target="../tags/tag398.xml"/><Relationship Id="rId113" Type="http://schemas.openxmlformats.org/officeDocument/2006/relationships/tags" Target="../tags/tag397.xml"/><Relationship Id="rId112" Type="http://schemas.openxmlformats.org/officeDocument/2006/relationships/tags" Target="../tags/tag396.xml"/><Relationship Id="rId111" Type="http://schemas.openxmlformats.org/officeDocument/2006/relationships/tags" Target="../tags/tag395.xml"/><Relationship Id="rId110" Type="http://schemas.openxmlformats.org/officeDocument/2006/relationships/tags" Target="../tags/tag394.xml"/><Relationship Id="rId11" Type="http://schemas.openxmlformats.org/officeDocument/2006/relationships/image" Target="../media/image89.png"/><Relationship Id="rId109" Type="http://schemas.openxmlformats.org/officeDocument/2006/relationships/tags" Target="../tags/tag393.xml"/><Relationship Id="rId108" Type="http://schemas.openxmlformats.org/officeDocument/2006/relationships/tags" Target="../tags/tag392.xml"/><Relationship Id="rId107" Type="http://schemas.openxmlformats.org/officeDocument/2006/relationships/tags" Target="../tags/tag391.xml"/><Relationship Id="rId106" Type="http://schemas.openxmlformats.org/officeDocument/2006/relationships/tags" Target="../tags/tag390.xml"/><Relationship Id="rId105" Type="http://schemas.openxmlformats.org/officeDocument/2006/relationships/tags" Target="../tags/tag389.xml"/><Relationship Id="rId104" Type="http://schemas.openxmlformats.org/officeDocument/2006/relationships/tags" Target="../tags/tag388.xml"/><Relationship Id="rId103" Type="http://schemas.openxmlformats.org/officeDocument/2006/relationships/tags" Target="../tags/tag387.xml"/><Relationship Id="rId102" Type="http://schemas.openxmlformats.org/officeDocument/2006/relationships/tags" Target="../tags/tag386.xml"/><Relationship Id="rId101" Type="http://schemas.openxmlformats.org/officeDocument/2006/relationships/tags" Target="../tags/tag385.xml"/><Relationship Id="rId100" Type="http://schemas.openxmlformats.org/officeDocument/2006/relationships/tags" Target="../tags/tag384.xml"/><Relationship Id="rId10" Type="http://schemas.openxmlformats.org/officeDocument/2006/relationships/tags" Target="../tags/tag314.xml"/><Relationship Id="rId1" Type="http://schemas.openxmlformats.org/officeDocument/2006/relationships/tags" Target="../tags/tag307.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71.xml"/><Relationship Id="rId4" Type="http://schemas.openxmlformats.org/officeDocument/2006/relationships/image" Target="../media/image6.png"/><Relationship Id="rId3" Type="http://schemas.openxmlformats.org/officeDocument/2006/relationships/tags" Target="../tags/tag470.xml"/><Relationship Id="rId2" Type="http://schemas.openxmlformats.org/officeDocument/2006/relationships/tags" Target="../tags/tag469.xml"/><Relationship Id="rId1" Type="http://schemas.openxmlformats.org/officeDocument/2006/relationships/tags" Target="../tags/tag468.xml"/></Relationships>
</file>

<file path=ppt/slides/_rels/slide24.xml.rels><?xml version="1.0" encoding="UTF-8" standalone="yes"?>
<Relationships xmlns="http://schemas.openxmlformats.org/package/2006/relationships"><Relationship Id="rId9" Type="http://schemas.openxmlformats.org/officeDocument/2006/relationships/tags" Target="../tags/tag480.xml"/><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91.xml"/><Relationship Id="rId2" Type="http://schemas.openxmlformats.org/officeDocument/2006/relationships/tags" Target="../tags/tag473.xml"/><Relationship Id="rId19" Type="http://schemas.openxmlformats.org/officeDocument/2006/relationships/tags" Target="../tags/tag490.xml"/><Relationship Id="rId18" Type="http://schemas.openxmlformats.org/officeDocument/2006/relationships/tags" Target="../tags/tag489.xml"/><Relationship Id="rId17" Type="http://schemas.openxmlformats.org/officeDocument/2006/relationships/tags" Target="../tags/tag488.xml"/><Relationship Id="rId16" Type="http://schemas.openxmlformats.org/officeDocument/2006/relationships/tags" Target="../tags/tag487.xml"/><Relationship Id="rId15" Type="http://schemas.openxmlformats.org/officeDocument/2006/relationships/tags" Target="../tags/tag486.xml"/><Relationship Id="rId14" Type="http://schemas.openxmlformats.org/officeDocument/2006/relationships/tags" Target="../tags/tag485.xml"/><Relationship Id="rId13" Type="http://schemas.openxmlformats.org/officeDocument/2006/relationships/tags" Target="../tags/tag484.xml"/><Relationship Id="rId12" Type="http://schemas.openxmlformats.org/officeDocument/2006/relationships/tags" Target="../tags/tag483.xml"/><Relationship Id="rId11" Type="http://schemas.openxmlformats.org/officeDocument/2006/relationships/tags" Target="../tags/tag482.xml"/><Relationship Id="rId10" Type="http://schemas.openxmlformats.org/officeDocument/2006/relationships/tags" Target="../tags/tag481.xml"/><Relationship Id="rId1" Type="http://schemas.openxmlformats.org/officeDocument/2006/relationships/tags" Target="../tags/tag472.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 name="文本框 2"/>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01</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5"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6" name="组合 5"/>
          <p:cNvGrpSpPr/>
          <p:nvPr/>
        </p:nvGrpSpPr>
        <p:grpSpPr>
          <a:xfrm rot="0">
            <a:off x="7091045" y="5295172"/>
            <a:ext cx="3239770" cy="468000"/>
            <a:chOff x="11278" y="3926"/>
            <a:chExt cx="5102" cy="859"/>
          </a:xfrm>
        </p:grpSpPr>
        <p:sp>
          <p:nvSpPr>
            <p:cNvPr id="7" name="文本框 6"/>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8" name="文本框 7"/>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pic>
        <p:nvPicPr>
          <p:cNvPr id="62" name="图片 61" descr="病毒检测@4x"/>
          <p:cNvPicPr>
            <a:picLocks noChangeAspect="1"/>
          </p:cNvPicPr>
          <p:nvPr/>
        </p:nvPicPr>
        <p:blipFill>
          <a:blip r:embed="rId18">
            <a:alphaModFix amt="84000"/>
          </a:blip>
          <a:srcRect l="-4651" t="-6497" r="18828" b="21030"/>
          <a:stretch>
            <a:fillRect/>
          </a:stretch>
        </p:blipFill>
        <p:spPr>
          <a:xfrm flipH="1">
            <a:off x="0" y="2709545"/>
            <a:ext cx="8221980" cy="4148455"/>
          </a:xfrm>
          <a:prstGeom prst="rect">
            <a:avLst/>
          </a:prstGeom>
        </p:spPr>
      </p:pic>
    </p:spTree>
    <p:custDataLst>
      <p:tags r:id="rId1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66340"/>
            <a:ext cx="1800000" cy="1570990"/>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00</a:t>
            </a:r>
            <a:endPar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419985"/>
            <a:ext cx="1834515" cy="829945"/>
            <a:chOff x="449" y="3673"/>
            <a:chExt cx="2889" cy="1307"/>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213" y="3673"/>
              <a:ext cx="2125"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{{AF_count}}</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a:p>
              <a:pPr algn="l">
                <a:lnSpc>
                  <a:spcPct val="100000"/>
                </a:lnSpc>
              </a:pP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426460"/>
            <a:ext cx="1805305" cy="645160"/>
            <a:chOff x="449" y="5258"/>
            <a:chExt cx="2843" cy="1016"/>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258"/>
              <a:ext cx="2126"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95775"/>
            <a:ext cx="1804670" cy="645160"/>
            <a:chOff x="449" y="6627"/>
            <a:chExt cx="2842" cy="1016"/>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627"/>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55545"/>
            <a:ext cx="1800225" cy="1570355"/>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a:t>
            </a:r>
            <a:r>
              <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1</a:t>
            </a:r>
            <a:endPar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custDataLst>
              <p:tags r:id="rId1"/>
            </p:custDataLst>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custDataLst>
              <p:tags r:id="rId2"/>
            </p:custDataLst>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custDataLst>
              <p:tags r:id="rId3"/>
            </p:custDataLst>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custDataLst>
              <p:tags r:id="rId4"/>
            </p:custDataLst>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5"/>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custDataLst>
              <p:tags r:id="rId6"/>
            </p:custDataLst>
          </p:nvPr>
        </p:nvGrpSpPr>
        <p:grpSpPr>
          <a:xfrm>
            <a:off x="820420" y="1014730"/>
            <a:ext cx="2193925" cy="360045"/>
            <a:chOff x="1292" y="3676"/>
            <a:chExt cx="3455" cy="567"/>
          </a:xfrm>
        </p:grpSpPr>
        <p:sp>
          <p:nvSpPr>
            <p:cNvPr id="78" name="序号"/>
            <p:cNvSpPr/>
            <p:nvPr>
              <p:custDataLst>
                <p:tags r:id="rId7"/>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custDataLst>
                <p:tags r:id="rId8"/>
              </p:custDataLst>
            </p:nvPr>
          </p:nvSpPr>
          <p:spPr>
            <a:xfrm>
              <a:off x="1859" y="3764"/>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第一季度起止时间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custDataLst>
              <p:tags r:id="rId9"/>
            </p:custDataLst>
          </p:nvPr>
        </p:nvGrpSpPr>
        <p:grpSpPr>
          <a:xfrm>
            <a:off x="3557905" y="1014730"/>
            <a:ext cx="2199640" cy="360045"/>
            <a:chOff x="5403" y="3676"/>
            <a:chExt cx="3464" cy="567"/>
          </a:xfrm>
        </p:grpSpPr>
        <p:sp>
          <p:nvSpPr>
            <p:cNvPr id="79" name="序号"/>
            <p:cNvSpPr/>
            <p:nvPr>
              <p:custDataLst>
                <p:tags r:id="rId10"/>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custDataLst>
                <p:tags r:id="rId11"/>
              </p:custDataLst>
            </p:nvPr>
          </p:nvSpPr>
          <p:spPr>
            <a:xfrm>
              <a:off x="5979" y="3758"/>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二季度起止时间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custDataLst>
              <p:tags r:id="rId12"/>
            </p:custDataLst>
          </p:nvPr>
        </p:nvGrpSpPr>
        <p:grpSpPr>
          <a:xfrm>
            <a:off x="6301105" y="1014730"/>
            <a:ext cx="2212975" cy="360045"/>
            <a:chOff x="9514" y="3676"/>
            <a:chExt cx="3485" cy="567"/>
          </a:xfrm>
        </p:grpSpPr>
        <p:sp>
          <p:nvSpPr>
            <p:cNvPr id="80" name="序号"/>
            <p:cNvSpPr/>
            <p:nvPr>
              <p:custDataLst>
                <p:tags r:id="rId13"/>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custDataLst>
                <p:tags r:id="rId14"/>
              </p:custDataLst>
            </p:nvPr>
          </p:nvSpPr>
          <p:spPr>
            <a:xfrm>
              <a:off x="10112" y="3752"/>
              <a:ext cx="2887" cy="386"/>
            </a:xfrm>
            <a:prstGeom prst="rect">
              <a:avLst/>
            </a:prstGeom>
            <a:noFill/>
          </p:spPr>
          <p:txBody>
            <a:bodyPr wrap="square" rtlCol="0" anchor="t">
              <a:spAutoFit/>
            </a:bodyPr>
            <a:p>
              <a:r>
                <a:rPr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三季度起止时间</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custDataLst>
              <p:tags r:id="rId15"/>
            </p:custDataLst>
          </p:nvPr>
        </p:nvGrpSpPr>
        <p:grpSpPr>
          <a:xfrm>
            <a:off x="9057005" y="1014730"/>
            <a:ext cx="2234565" cy="360045"/>
            <a:chOff x="13625" y="3676"/>
            <a:chExt cx="3519" cy="567"/>
          </a:xfrm>
        </p:grpSpPr>
        <p:sp>
          <p:nvSpPr>
            <p:cNvPr id="81" name="序号"/>
            <p:cNvSpPr/>
            <p:nvPr>
              <p:custDataLst>
                <p:tags r:id="rId16"/>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custDataLst>
                <p:tags r:id="rId17"/>
              </p:custDataLst>
            </p:nvPr>
          </p:nvSpPr>
          <p:spPr>
            <a:xfrm>
              <a:off x="14257" y="3764"/>
              <a:ext cx="2887"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四季度起止时间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custDataLst>
              <p:tags r:id="rId18"/>
            </p:custDataLst>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custDataLst>
              <p:tags r:id="rId19"/>
            </p:custDataLst>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custDataLst>
              <p:tags r:id="rId20"/>
            </p:custDataLst>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custDataLst>
              <p:tags r:id="rId21"/>
            </p:custDataLst>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custDataLst>
              <p:tags r:id="rId22"/>
            </p:custDataLst>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custDataLst>
              <p:tags r:id="rId23"/>
            </p:custDataLst>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custDataLst>
              <p:tags r:id="rId24"/>
            </p:custDataLst>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custDataLst>
              <p:tags r:id="rId25"/>
            </p:custDataLst>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custDataLst>
              <p:tags r:id="rId26"/>
            </p:custDataLst>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custDataLst>
              <p:tags r:id="rId27"/>
            </p:custDataLst>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custDataLst>
              <p:tags r:id="rId28"/>
            </p:custDataLst>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custDataLst>
              <p:tags r:id="rId29"/>
            </p:custDataLst>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30"/>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1"/>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32"/>
          <a:srcRect l="5232" t="26576" r="4938" b="29565"/>
          <a:stretch>
            <a:fillRect/>
          </a:stretch>
        </p:blipFill>
        <p:spPr>
          <a:xfrm>
            <a:off x="10330815" y="273073"/>
            <a:ext cx="1629867" cy="360000"/>
          </a:xfrm>
          <a:prstGeom prst="rect">
            <a:avLst/>
          </a:prstGeom>
        </p:spPr>
      </p:pic>
      <p:sp>
        <p:nvSpPr>
          <p:cNvPr id="46" name="椭圆 45"/>
          <p:cNvSpPr/>
          <p:nvPr>
            <p:custDataLst>
              <p:tags r:id="rId33"/>
            </p:custDataLst>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custDataLst>
              <p:tags r:id="rId34"/>
            </p:custDataLst>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custDataLst>
              <p:tags r:id="rId35"/>
            </p:custDataLst>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custDataLst>
              <p:tags r:id="rId36"/>
            </p:custDataLst>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1753870"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2795905" cy="3411220"/>
          </a:xfrm>
          <a:prstGeom prst="rect">
            <a:avLst/>
          </a:prstGeom>
          <a:noFill/>
        </p:spPr>
        <p:txBody>
          <a:bodyPr wrap="square" lIns="0" tIns="0" rIns="0" bIns="0" rtlCol="0" anchor="t"/>
          <a:p>
            <a:pPr indent="0" algn="l" defTabSz="914400" fontAlgn="auto">
              <a:lnSpc>
                <a:spcPct val="150000"/>
              </a:lnSpc>
              <a:spcAft>
                <a:spcPts val="500"/>
              </a:spcAft>
              <a:buNone/>
              <a:tabLst>
                <a:tab pos="3044190" algn="l"/>
              </a:tabLst>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》--季报</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重要时期保障总结报告</a:t>
            </a: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国庆</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春节</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五一</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其他交付物</a:t>
            </a: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网络安全态势</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半月刊》+</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最新威胁情报</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钓鱼场景安全意识海报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61" name="椭圆 160"/>
          <p:cNvSpPr/>
          <p:nvPr>
            <p:custDataLst>
              <p:tags r:id="rId37"/>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38"/>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39"/>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3958590" y="3359785"/>
            <a:ext cx="2275205" cy="3046095"/>
          </a:xfrm>
          <a:prstGeom prst="rect">
            <a:avLst/>
          </a:prstGeom>
          <a:noFill/>
        </p:spPr>
        <p:txBody>
          <a:bodyPr wrap="square" rtlCol="0" anchor="t">
            <a:spAutoFit/>
          </a:bodyPr>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{{kickoff_ppt}}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{{first_analysis}}</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{{vuln_evidence}}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{{vuln_list}}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{{asset_inventory}}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{{incident_tracking}}</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{{incident_response}}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{{attack_surface}}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3" name="Text 5"/>
          <p:cNvSpPr/>
          <p:nvPr/>
        </p:nvSpPr>
        <p:spPr>
          <a:xfrm>
            <a:off x="9678035" y="3446780"/>
            <a:ext cx="1852930" cy="3411220"/>
          </a:xfrm>
          <a:prstGeom prst="rect">
            <a:avLst/>
          </a:prstGeom>
          <a:noFill/>
        </p:spPr>
        <p:txBody>
          <a:bodyPr wrap="square" lIns="0" tIns="0" rIns="0" bIns="0" rtlCol="0" anchor="t"/>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{{sec_ops_weekly}}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{{analysis_monthly}}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{{sec_ops_quarterly}}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{{nationalday}}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{{springfestival}}</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{{mayday}}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{{biweekly_threat}}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{phishing_poster}}</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8520" y="98933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cybersecurity_incident</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proactive_protection</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{{response_time}}</a:t>
            </a:r>
            <a:r>
              <a:rPr lang="en-US"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30</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9935845"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3156585"/>
            <a:ext cx="10034270" cy="3594100"/>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9970770" y="2424430"/>
            <a:ext cx="1429385" cy="28829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01038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黑体" panose="02010609060101010101" charset="-122"/>
                <a:ea typeface="黑体" panose="02010609060101010101" charset="-122"/>
                <a:cs typeface="+mn-ea"/>
                <a:sym typeface="+mn-ea"/>
              </a:rPr>
              <a:t>互联网攻击路径防护率</a:t>
            </a:r>
            <a:endParaRPr lang="en-US" altLang="zh-CN" sz="900">
              <a:ln>
                <a:noFill/>
                <a:prstDash val="sysDot"/>
              </a:ln>
              <a:solidFill>
                <a:srgbClr val="00B050"/>
              </a:solidFill>
              <a:uFillTx/>
              <a:latin typeface="黑体" panose="02010609060101010101" charset="-122"/>
              <a:ea typeface="黑体" panose="02010609060101010101" charset="-122"/>
              <a:cs typeface="+mn-ea"/>
              <a:sym typeface="+mn-ea"/>
            </a:endParaRPr>
          </a:p>
        </p:txBody>
      </p:sp>
      <p:sp>
        <p:nvSpPr>
          <p:cNvPr id="60" name="文本框 59"/>
          <p:cNvSpPr txBox="1"/>
          <p:nvPr>
            <p:custDataLst>
              <p:tags r:id="rId8"/>
            </p:custDataLst>
          </p:nvPr>
        </p:nvSpPr>
        <p:spPr>
          <a:xfrm>
            <a:off x="9871710" y="4170045"/>
            <a:ext cx="160972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021184"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9830435" y="3297555"/>
            <a:ext cx="175260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03197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9916795" y="5914390"/>
            <a:ext cx="156527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9956414"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10031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021184"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{{log_count}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{{alert_count}}</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62"/>
              <a:chOff x="4793" y="4123"/>
              <a:chExt cx="3792" cy="662"/>
            </a:xfrm>
          </p:grpSpPr>
          <p:sp>
            <p:nvSpPr>
              <p:cNvPr id="107" name="文本框 106"/>
              <p:cNvSpPr txBox="1"/>
              <p:nvPr/>
            </p:nvSpPr>
            <p:spPr>
              <a:xfrm>
                <a:off x="4793" y="4123"/>
                <a:ext cx="3716" cy="347"/>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{{incident_count}}</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{{asset_count}}</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2127885" cy="89979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{{alert_inner}}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{{incident_inner}}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{{handling_inner}}</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{{response_inner}}</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2047240" cy="89979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{{alert_outer}}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{{incident_outer}}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{{handling_outer}}</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{{response_outer}}</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1268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1814195" y="6189345"/>
            <a:ext cx="7851775" cy="521970"/>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个业务系统</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个服务器、</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6141720" y="1333500"/>
            <a:ext cx="2294890" cy="339725"/>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incident_count1</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{{closure_rate1}}</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a:p>
            <a:endParaRPr lang="en-US" altLang="en-US"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
        <p:nvSpPr>
          <p:cNvPr id="29" name="文本框 28"/>
          <p:cNvSpPr txBox="1"/>
          <p:nvPr/>
        </p:nvSpPr>
        <p:spPr>
          <a:xfrm>
            <a:off x="8038465" y="1345565"/>
            <a:ext cx="2173605" cy="1106805"/>
          </a:xfrm>
          <a:prstGeom prst="rect">
            <a:avLst/>
          </a:prstGeom>
          <a:noFill/>
        </p:spPr>
        <p:txBody>
          <a:bodyPr wrap="square" rtlCol="0" anchor="t">
            <a:sp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incident_count2</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{{closure_rate2}}</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9700" cy="528320"/>
            <a:chOff x="5780" y="2900"/>
            <a:chExt cx="12220" cy="832"/>
          </a:xfrm>
        </p:grpSpPr>
        <p:grpSp>
          <p:nvGrpSpPr>
            <p:cNvPr id="25" name="组合 24"/>
            <p:cNvGrpSpPr/>
            <p:nvPr/>
          </p:nvGrpSpPr>
          <p:grpSpPr>
            <a:xfrm>
              <a:off x="5780" y="2900"/>
              <a:ext cx="2644" cy="832"/>
              <a:chOff x="5780" y="2900"/>
              <a:chExt cx="2644" cy="832"/>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693"/>
                <a:chOff x="5987" y="2974"/>
                <a:chExt cx="2437" cy="693"/>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316"/>
                  <a:ext cx="2203"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{{vuln_protect}}</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{{alert_judgment}}</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31" name="组合 30"/>
            <p:cNvGrpSpPr/>
            <p:nvPr/>
          </p:nvGrpSpPr>
          <p:grpSpPr>
            <a:xfrm>
              <a:off x="12154" y="2900"/>
              <a:ext cx="2644" cy="832"/>
              <a:chOff x="5780" y="2900"/>
              <a:chExt cx="2644"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884" y="2970"/>
                <a:ext cx="2437" cy="680"/>
                <a:chOff x="5987" y="2974"/>
                <a:chExt cx="2437" cy="680"/>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6311" y="3303"/>
                  <a:ext cx="194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{{alert_response}}</a:t>
                  </a:r>
                  <a:r>
                    <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分钟</a:t>
                  </a:r>
                  <a:endPar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grpSp>
          <p:nvGrpSpPr>
            <p:cNvPr id="41" name="组合 40"/>
            <p:cNvGrpSpPr/>
            <p:nvPr/>
          </p:nvGrpSpPr>
          <p:grpSpPr>
            <a:xfrm>
              <a:off x="15197" y="2900"/>
              <a:ext cx="2803" cy="832"/>
              <a:chOff x="5636" y="2900"/>
              <a:chExt cx="2803"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636" y="2970"/>
                <a:ext cx="2803" cy="677"/>
                <a:chOff x="5739"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739"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{{threat_contain}}</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374140" y="4057650"/>
            <a:ext cx="53638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{{surface}}</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{{scanning}}</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{{server}}</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{{vuln_high}}</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{{surface_risk}}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1059815" y="5473700"/>
            <a:ext cx="5036820" cy="105029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{{incident_closed}}</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{{vuln_closed}}</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{{weekly}}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{{monthly}}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465455" y="2595880"/>
            <a:ext cx="3511550" cy="105029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{{af_block}}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{{edr_risk}}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{{vuln_protect}}</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3949065" cy="1869440"/>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{{xdr_log}}</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{{xdr_alert}}</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{{xdr_incident}}</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{{mss_push}}</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{{mss_latency}}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428688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{{xdr_auto}}</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{{mss_handle}}</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{{emergency_handle}}</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{{incident_contain}}</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998595" y="2530475"/>
            <a:ext cx="7649210" cy="1273175"/>
            <a:chOff x="12564" y="294"/>
            <a:chExt cx="24092" cy="4010"/>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3014" y="1474"/>
              <a:ext cx="7096" cy="2804"/>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en-US" altLang="zh-CN" sz="900" spc="110" dirty="0">
                  <a:solidFill>
                    <a:srgbClr val="4C61E7">
                      <a:alpha val="100000"/>
                    </a:srgbClr>
                  </a:solidFill>
                  <a:latin typeface="黑体" panose="02010609060101010101" charset="-122"/>
                  <a:ea typeface="黑体" panose="02010609060101010101" charset="-122"/>
                  <a:cs typeface="黑体" panose="02010609060101010101" charset="-122"/>
                  <a:sym typeface="+mn-ea"/>
                </a:rPr>
                <a:t>{{trust_assurance}}</a:t>
              </a:r>
              <a:endParaRPr lang="zh-CN" sz="900" spc="110" dirty="0">
                <a:solidFill>
                  <a:srgbClr val="4C61E7">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550" y="1570"/>
              <a:ext cx="7116" cy="270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19000"/>
                </a:lnSpc>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稳定可靠的系统保障，</a:t>
              </a:r>
              <a:r>
                <a:rPr lang="en-US" altLang="zh-CN" sz="900" spc="120" dirty="0">
                  <a:solidFill>
                    <a:srgbClr val="4C61E7">
                      <a:alpha val="100000"/>
                    </a:srgbClr>
                  </a:solidFill>
                  <a:latin typeface="黑体" panose="02010609060101010101" charset="-122"/>
                  <a:ea typeface="黑体" panose="02010609060101010101" charset="-122"/>
                  <a:cs typeface="黑体" panose="02010609060101010101" charset="-122"/>
                  <a:sym typeface="+mn-ea"/>
                </a:rPr>
                <a:t>{{security_trust}}</a:t>
              </a:r>
              <a:endParaRPr lang="en-US" altLang="zh-CN" sz="900" spc="120" dirty="0">
                <a:solidFill>
                  <a:srgbClr val="4C61E7">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632" y="1494"/>
              <a:ext cx="7210"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7*24</a:t>
              </a:r>
              <a:r>
                <a:rPr lang="zh-CN" alt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小时的</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a:t>
              </a:r>
              <a:r>
                <a:rPr 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减少应急处置成本，避免业务中</a:t>
              </a:r>
              <a:r>
                <a:rPr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断损失</a:t>
              </a:r>
              <a:r>
                <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；运营风险持续降低，有效支撑公司经营效率提升。</a:t>
              </a:r>
              <a:endPar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753" y="555"/>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865880" y="1275715"/>
            <a:ext cx="2346325" cy="1145223"/>
            <a:chOff x="12176"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27571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{{response_avg}}</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49590" y="1275715"/>
            <a:ext cx="1869440" cy="1139826"/>
            <a:chOff x="22707"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707"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{{handle_avg}}</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920239" y="1275715"/>
            <a:ext cx="2310913" cy="1145223"/>
            <a:chOff x="29221"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221"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10017125" y="4091940"/>
            <a:ext cx="1636395" cy="368300"/>
          </a:xfrm>
          <a:prstGeom prst="rect">
            <a:avLst/>
          </a:prstGeom>
          <a:noFill/>
        </p:spPr>
        <p:txBody>
          <a:bodyPr wrap="square" rtlCol="0" anchor="t">
            <a:spAutoFit/>
          </a:bodyPr>
          <a:p>
            <a:r>
              <a:rPr lang="zh-CN" altLang="en-US">
                <a:sym typeface="+mn-ea"/>
              </a:rPr>
              <a:t>{{P1</a:t>
            </a:r>
            <a:r>
              <a:rPr lang="en-US" altLang="zh-CN">
                <a:sym typeface="+mn-ea"/>
              </a:rPr>
              <a:t>1</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3" name="文本框 2"/>
          <p:cNvSpPr txBox="1"/>
          <p:nvPr/>
        </p:nvSpPr>
        <p:spPr>
          <a:xfrm>
            <a:off x="4141470" y="4445635"/>
            <a:ext cx="1506855" cy="368300"/>
          </a:xfrm>
          <a:prstGeom prst="rect">
            <a:avLst/>
          </a:prstGeom>
          <a:noFill/>
        </p:spPr>
        <p:txBody>
          <a:bodyPr wrap="square" rtlCol="0" anchor="t">
            <a:spAutoFit/>
          </a:bodyPr>
          <a:p>
            <a:r>
              <a:rPr lang="zh-CN" altLang="en-US">
                <a:sym typeface="+mn-ea"/>
              </a:rPr>
              <a:t>{{</a:t>
            </a:r>
            <a:r>
              <a:rPr lang="en-US" altLang="zh-CN">
                <a:sym typeface="+mn-ea"/>
              </a:rPr>
              <a:t>P11_bar}</a:t>
            </a:r>
            <a:r>
              <a:rPr lang="zh-CN" altLang="en-US">
                <a:sym typeface="+mn-ea"/>
              </a:rPr>
              <a:t>}</a:t>
            </a:r>
            <a:endParaRPr lang="zh-CN" altLang="en-US">
              <a:sym typeface="+mn-ea"/>
            </a:endParaRPr>
          </a:p>
        </p:txBody>
      </p:sp>
      <p:sp>
        <p:nvSpPr>
          <p:cNvPr id="13" name="文本框 12"/>
          <p:cNvSpPr txBox="1"/>
          <p:nvPr/>
        </p:nvSpPr>
        <p:spPr>
          <a:xfrm>
            <a:off x="798830" y="4300220"/>
            <a:ext cx="1256665" cy="368300"/>
          </a:xfrm>
          <a:prstGeom prst="rect">
            <a:avLst/>
          </a:prstGeom>
          <a:noFill/>
        </p:spPr>
        <p:txBody>
          <a:bodyPr wrap="square" rtlCol="0" anchor="t">
            <a:spAutoFit/>
          </a:bodyPr>
          <a:p>
            <a:r>
              <a:rPr lang="zh-CN" altLang="en-US">
                <a:sym typeface="+mn-ea"/>
              </a:rPr>
              <a:t>{{</a:t>
            </a:r>
            <a:r>
              <a:rPr lang="en-US" altLang="zh-CN">
                <a:sym typeface="+mn-ea"/>
              </a:rPr>
              <a:t>P11_pie}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47383" y="5886450"/>
            <a:ext cx="10907713" cy="717550"/>
          </a:xfrm>
          <a:prstGeom prst="rect">
            <a:avLst/>
          </a:prstGeom>
          <a:solidFill>
            <a:schemeClr val="bg1">
              <a:lumMod val="95000"/>
            </a:schemeClr>
          </a:solidFill>
        </p:spPr>
        <p:txBody>
          <a:bodyPr wrap="square" rtlCol="0">
            <a:noAutofit/>
          </a:bodyPr>
          <a:p>
            <a:endParaRPr lang="zh-CN" altLang="en-US"/>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645795"/>
            <a:chOff x="4017" y="5198"/>
            <a:chExt cx="8006" cy="2034"/>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{{server_total}}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1031240" y="594360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3" name="文本框 22"/>
          <p:cNvSpPr txBox="1"/>
          <p:nvPr/>
        </p:nvSpPr>
        <p:spPr>
          <a:xfrm>
            <a:off x="1031240" y="6245225"/>
            <a:ext cx="2159635" cy="2880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{{asset_improve1}}</a:t>
            </a: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997450" y="6245225"/>
            <a:ext cx="2498090" cy="2880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9302115" y="6245225"/>
            <a:ext cx="1900555" cy="2880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l"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656908"/>
            <a:chOff x="4017" y="8989"/>
            <a:chExt cx="8006" cy="2069"/>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{{asset_identify}}</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208" y="4912995"/>
            <a:ext cx="6811963" cy="2813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133350" algn="l"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289882" cy="791210"/>
            <a:chOff x="4017" y="7030"/>
            <a:chExt cx="7486" cy="2492"/>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168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{{internet_entry}}</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7737" y="7834"/>
              <a:ext cx="3766" cy="1382"/>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{{internet_port}}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{{intranet_server}}</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{{intranet_network}}</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{{intranet_iot}}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{{intranet_mss}}</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{{rootdomain_internet}}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{{subdomain_internet}}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{{login_entry}}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{{pc_total}}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{{vuln_high}}</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088981" y="1727835"/>
            <a:ext cx="1893030" cy="693103"/>
            <a:chOff x="29752" y="6559"/>
            <a:chExt cx="5957" cy="2183"/>
          </a:xfrm>
        </p:grpSpPr>
        <p:sp>
          <p:nvSpPr>
            <p:cNvPr id="112" name="文本框 111"/>
            <p:cNvSpPr txBox="1"/>
            <p:nvPr/>
          </p:nvSpPr>
          <p:spPr>
            <a:xfrm>
              <a:off x="30517"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752" y="748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{{vuln_closed}}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22190" y="5251450"/>
            <a:ext cx="6786245" cy="69913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scanning</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
        <p:nvSpPr>
          <p:cNvPr id="11" name="文本框 10"/>
          <p:cNvSpPr txBox="1"/>
          <p:nvPr/>
        </p:nvSpPr>
        <p:spPr>
          <a:xfrm>
            <a:off x="190500" y="4311650"/>
            <a:ext cx="1323975" cy="368300"/>
          </a:xfrm>
          <a:prstGeom prst="rect">
            <a:avLst/>
          </a:prstGeom>
          <a:noFill/>
        </p:spPr>
        <p:txBody>
          <a:bodyPr wrap="square" rtlCol="0" anchor="t">
            <a:spAutoFit/>
          </a:bodyPr>
          <a:p>
            <a:r>
              <a:rPr lang="zh-CN" altLang="en-US"/>
              <a:t>{{</a:t>
            </a:r>
            <a:r>
              <a:rPr lang="en-US" altLang="zh-CN"/>
              <a:t>P14_pie</a:t>
            </a:r>
            <a:r>
              <a:rPr lang="zh-CN" altLang="en-US"/>
              <a:t>}}</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lang="en-US" altLang="zh-CN" sz="1200" b="1" spc="30" dirty="0">
              <a:solidFill>
                <a:srgbClr val="204080">
                  <a:alpha val="100000"/>
                </a:srgbClr>
              </a:solidFill>
              <a:latin typeface="黑体" panose="02010609060101010101" charset="-122"/>
              <a:ea typeface="黑体" panose="02010609060101010101" charset="-122"/>
              <a:cs typeface="黑体" panose="02010609060101010101" charset="-122"/>
            </a:endParaRPr>
          </a:p>
          <a:p>
            <a:pPr marL="261620" algn="l" rtl="0" eaLnBrk="0">
              <a:lnSpc>
                <a:spcPct val="115000"/>
              </a:lnSpc>
            </a:pPr>
            <a:endParaRPr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61620" algn="l" rtl="0" eaLnBrk="0">
              <a:lnSpc>
                <a:spcPct val="115000"/>
              </a:lnSpc>
            </a:pPr>
            <a:endParaRPr sz="1000" dirty="0">
              <a:latin typeface="黑体" panose="02010609060101010101" charset="-122"/>
              <a:ea typeface="黑体" panose="02010609060101010101" charset="-122"/>
              <a:cs typeface="黑体" panose="02010609060101010101" charset="-122"/>
            </a:endParaRPr>
          </a:p>
          <a:p>
            <a:pPr marL="285750" algn="l" rtl="0" eaLnBrk="0">
              <a:lnSpc>
                <a:spcPct val="113000"/>
              </a:lnSpc>
              <a:spcBef>
                <a:spcPts val="5"/>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algn="l" rtl="0" eaLnBrk="0">
              <a:lnSpc>
                <a:spcPct val="124000"/>
              </a:lnSpc>
              <a:spcBef>
                <a:spcPts val="100"/>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3637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73596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663" y="150590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{xdr_attack}}</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{{policy_check}}</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14500"/>
            <a:ext cx="249555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{{threat_alert}}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{{mss_ticket}}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{{ticket_response}}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{{policy_optimized}}</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{{threat_intel}}</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982663" y="576326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028"/>
            <a:ext cx="1858328"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345940" y="6056313"/>
            <a:ext cx="2556193" cy="2292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407083" y="6070600"/>
            <a:ext cx="2755265"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992110" y="1530985"/>
            <a:ext cx="6096000" cy="245110"/>
          </a:xfrm>
          <a:prstGeom prst="rect">
            <a:avLst/>
          </a:prstGeom>
          <a:noFill/>
        </p:spPr>
        <p:txBody>
          <a:bodyPr wrap="square" rtlCol="0" anchor="t">
            <a:spAutoFit/>
          </a:bodyPr>
          <a:p>
            <a:r>
              <a:rPr lang="en-US" altLang="zh-CN"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 name="文本框 2"/>
          <p:cNvSpPr txBox="1"/>
          <p:nvPr/>
        </p:nvSpPr>
        <p:spPr>
          <a:xfrm>
            <a:off x="8744585" y="4549775"/>
            <a:ext cx="1654810" cy="368300"/>
          </a:xfrm>
          <a:prstGeom prst="rect">
            <a:avLst/>
          </a:prstGeom>
          <a:noFill/>
        </p:spPr>
        <p:txBody>
          <a:bodyPr wrap="square" rtlCol="0" anchor="t">
            <a:spAutoFit/>
          </a:bodyPr>
          <a:p>
            <a:r>
              <a:rPr lang="zh-CN" altLang="en-US">
                <a:sym typeface="+mn-ea"/>
              </a:rPr>
              <a:t>{{</a:t>
            </a:r>
            <a:r>
              <a:rPr lang="en-US" altLang="zh-CN">
                <a:sym typeface="+mn-ea"/>
              </a:rPr>
              <a:t>P15_line</a:t>
            </a:r>
            <a:r>
              <a:rPr lang="zh-CN" altLang="en-US">
                <a:sym typeface="+mn-ea"/>
              </a:rPr>
              <a:t>}}</a:t>
            </a:r>
            <a:endParaRPr lang="zh-CN" altLang="en-US">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56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464"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075760" cy="486411"/>
            <a:chOff x="4017" y="7030"/>
            <a:chExt cx="6786" cy="1532"/>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65" y="7868"/>
              <a:ext cx="6338"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980815" cy="2976880"/>
          </a:xfrm>
          <a:prstGeom prst="rect">
            <a:avLst/>
          </a:prstGeom>
          <a:noFill/>
        </p:spPr>
        <p:txBody>
          <a:bodyPr wrap="square" rtlCol="0" anchor="t">
            <a:spAutoFit/>
          </a:bodyPr>
          <a:p>
            <a:pPr marL="13970" algn="l" rtl="0" eaLnBrk="0">
              <a:lnSpc>
                <a:spcPct val="95000"/>
              </a:lnSpc>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{{duty_summary}}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1000" dirty="0">
              <a:latin typeface="黑体" panose="02010609060101010101" charset="-122"/>
              <a:ea typeface="黑体" panose="02010609060101010101" charset="-122"/>
              <a:cs typeface="黑体" panose="02010609060101010101" charset="-122"/>
            </a:endParaRPr>
          </a:p>
          <a:p>
            <a:pPr marL="191770" indent="0" algn="l" rtl="0" eaLnBrk="0" fontAlgn="auto">
              <a:lnSpc>
                <a:spcPct val="150000"/>
              </a:lnSpc>
              <a:spcBef>
                <a:spcPts val="0"/>
              </a:spcBef>
            </a:pPr>
            <a:endParaRPr lang="zh-CN" sz="7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15</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事故，实时攻击达到峰值</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2025年1月1日-1月1日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2025年1月24日-2月5日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月4日-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6</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2025年5月1日-5月5日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2025年5月31日-6月2日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文本框 7"/>
          <p:cNvSpPr txBox="1"/>
          <p:nvPr/>
        </p:nvSpPr>
        <p:spPr>
          <a:xfrm>
            <a:off x="5333365" y="1484630"/>
            <a:ext cx="1885315" cy="368300"/>
          </a:xfrm>
          <a:prstGeom prst="rect">
            <a:avLst/>
          </a:prstGeom>
          <a:noFill/>
        </p:spPr>
        <p:txBody>
          <a:bodyPr wrap="square" rtlCol="0" anchor="t">
            <a:spAutoFit/>
          </a:bodyPr>
          <a:p>
            <a:r>
              <a:rPr lang="zh-CN" altLang="en-US"/>
              <a:t>{{P16_combo}}</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231900" y="1905635"/>
            <a:ext cx="16433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{{fw_attack}}</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万次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335405" y="2510155"/>
            <a:ext cx="133540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{{aes_risk}}</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{{xdr_log}}</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43065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{{xdr_log}}</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982663" y="576326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028"/>
            <a:ext cx="1858328"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345940" y="6056313"/>
            <a:ext cx="2556193" cy="2292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407083" y="6070600"/>
            <a:ext cx="2755265" cy="21494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97776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75715" y="499808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{{component_auto}}</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9078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{{fw_coverage}}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38700" y="2518410"/>
            <a:ext cx="171386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{{server_coverage}}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08927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58398"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3037840" y="3100070"/>
            <a:ext cx="165671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{{alert_aggregate}}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{{component_offline}}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871085" y="3100070"/>
            <a:ext cx="15417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{{incident_intel}}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21389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{{xdr_alert}}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3936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{{xdr_incident}}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88759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{{asset_total}</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{{fw_auto}}</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72105" y="2510155"/>
            <a:ext cx="19989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{{host_handle}}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4.xml><?xml version="1.0" encoding="utf-8"?>
<p:tagLst xmlns:p="http://schemas.openxmlformats.org/presentationml/2006/main">
  <p:tag name="KSO_WM_DIAGRAM_VIRTUALLY_FRAME" val="{&quot;height&quot;:389.6,&quot;left&quot;:211.45,&quot;top&quot;:116.65,&quot;width&quot;:477.55}"/>
</p:tagLst>
</file>

<file path=ppt/tags/tag4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7.xml><?xml version="1.0" encoding="utf-8"?>
<p:tagLst xmlns:p="http://schemas.openxmlformats.org/presentationml/2006/main">
  <p:tag name="KSO_WM_SLIDE_ITEM_CNT" val="3"/>
  <p:tag name="resource_record_key" val="{&quot;70&quot;:[3429242]}"/>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1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3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5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5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5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6.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8.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75.xml><?xml version="1.0" encoding="utf-8"?>
<p:tagLst xmlns:p="http://schemas.openxmlformats.org/presentationml/2006/main">
  <p:tag name="KSO_WM_DIAGRAM_VIRTUALLY_FRAME" val="{&quot;height&quot;:340.9,&quot;left&quot;:23.55,&quot;top&quot;:177,&quot;width&quot;:876}"/>
</p:tagLst>
</file>

<file path=ppt/tags/tag17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77.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0.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1.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DIAGRAM_VIRTUALLY_FRAME" val="{&quot;height&quot;:340.9,&quot;left&quot;:23.55,&quot;top&quot;:177,&quot;width&quot;:876}"/>
</p:tagLst>
</file>

<file path=ppt/tags/tag19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3.xml><?xml version="1.0" encoding="utf-8"?>
<p:tagLst xmlns:p="http://schemas.openxmlformats.org/presentationml/2006/main">
  <p:tag name="KSO_WM_DIAGRAM_VIRTUALLY_FRAME" val="{&quot;height&quot;:340.9,&quot;left&quot;:23.55,&quot;top&quot;:177,&quot;width&quot;:876}"/>
</p:tagLst>
</file>

<file path=ppt/tags/tag19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7.xml><?xml version="1.0" encoding="utf-8"?>
<p:tagLst xmlns:p="http://schemas.openxmlformats.org/presentationml/2006/main">
  <p:tag name="KSO_WM_DIAGRAM_VIRTUALLY_FRAME" val="{&quot;height&quot;:340.9,&quot;left&quot;:23.55,&quot;top&quot;:177,&quot;width&quot;:876}"/>
</p:tagLst>
</file>

<file path=ppt/tags/tag19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1.xml><?xml version="1.0" encoding="utf-8"?>
<p:tagLst xmlns:p="http://schemas.openxmlformats.org/presentationml/2006/main">
  <p:tag name="KSO_WM_DIAGRAM_VIRTUALLY_FRAME" val="{&quot;height&quot;:340.9,&quot;left&quot;:23.55,&quot;top&quot;:177,&quot;width&quot;:876}"/>
</p:tagLst>
</file>

<file path=ppt/tags/tag20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5.xml><?xml version="1.0" encoding="utf-8"?>
<p:tagLst xmlns:p="http://schemas.openxmlformats.org/presentationml/2006/main">
  <p:tag name="KSO_WM_DIAGRAM_VIRTUALLY_FRAME" val="{&quot;height&quot;:340.9,&quot;left&quot;:23.55,&quot;top&quot;:177,&quot;width&quot;:876}"/>
</p:tagLst>
</file>

<file path=ppt/tags/tag20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3.xml><?xml version="1.0" encoding="utf-8"?>
<p:tagLst xmlns:p="http://schemas.openxmlformats.org/presentationml/2006/main">
  <p:tag name="KSO_WM_SLIDE_ITEM_CNT" val="3"/>
  <p:tag name="resource_record_key" val="{&quot;10&quot;:[3505430,50036384],&quot;29&quot;:[50053024,50052948],&quot;70&quot;:[3405561,3319090,3312439]}"/>
</p:tagLst>
</file>

<file path=ppt/tags/tag214.xml><?xml version="1.0" encoding="utf-8"?>
<p:tagLst xmlns:p="http://schemas.openxmlformats.org/presentationml/2006/main">
  <p:tag name="KSO_WM_DIAGRAM_VIRTUALLY_FRAME" val="{&quot;height&quot;:389.6,&quot;left&quot;:211.45,&quot;top&quot;:116.65,&quot;width&quot;:477.55}"/>
</p:tagLst>
</file>

<file path=ppt/tags/tag21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20.xml><?xml version="1.0" encoding="utf-8"?>
<p:tagLst xmlns:p="http://schemas.openxmlformats.org/presentationml/2006/main">
  <p:tag name="KSO_WM_DIAGRAM_VIRTUALLY_FRAME" val="{&quot;height&quot;:156.26889153427965,&quot;left&quot;:79.175,&quot;top&quot;:135.73110236220472,&quot;width&quot;:215.02872924804697}"/>
</p:tagLst>
</file>

<file path=ppt/tags/tag22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DIAGRAM_VIRTUALLY_FRAME" val="{&quot;height&quot;:156.26889153427965,&quot;left&quot;:79.175,&quot;top&quot;:135.73110236220472,&quot;width&quot;:215.02872924804697}"/>
</p:tagLst>
</file>

<file path=ppt/tags/tag22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6.xml><?xml version="1.0" encoding="utf-8"?>
<p:tagLst xmlns:p="http://schemas.openxmlformats.org/presentationml/2006/main">
  <p:tag name="KSO_WM_DIAGRAM_VIRTUALLY_FRAME" val="{&quot;height&quot;:156.26889153427965,&quot;left&quot;:79.175,&quot;top&quot;:135.73110236220472,&quot;width&quot;:215.02872924804697}"/>
</p:tagLst>
</file>

<file path=ppt/tags/tag22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9.xml><?xml version="1.0" encoding="utf-8"?>
<p:tagLst xmlns:p="http://schemas.openxmlformats.org/presentationml/2006/main">
  <p:tag name="KSO_WM_DIAGRAM_VIRTUALLY_FRAME" val="{&quot;height&quot;:156.26889153427965,&quot;left&quot;:79.175,&quot;top&quot;:135.73110236220472,&quot;width&quot;:215.02872924804697}"/>
</p:tagLst>
</file>

<file path=ppt/tags/tag23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1.xml><?xml version="1.0" encoding="utf-8"?>
<p:tagLst xmlns:p="http://schemas.openxmlformats.org/presentationml/2006/main">
  <p:tag name="KSO_WM_DIAGRAM_VIRTUALLY_FRAME" val="{&quot;height&quot;:443.51889153427965,&quot;left&quot;:59.7,&quot;top&quot;:137.43110236220474,&quot;width&quot;:492.053729248047}"/>
</p:tagLst>
</file>

<file path=ppt/tags/tag2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4.xml><?xml version="1.0" encoding="utf-8"?>
<p:tagLst xmlns:p="http://schemas.openxmlformats.org/presentationml/2006/main">
  <p:tag name="KSO_WM_DIAGRAM_VIRTUALLY_FRAME" val="{&quot;height&quot;:443.51889153427965,&quot;left&quot;:59.7,&quot;top&quot;:137.43110236220474,&quot;width&quot;:492.053729248047}"/>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443.51889153427965,&quot;left&quot;:59.7,&quot;top&quot;:137.43110236220474,&quot;width&quot;:492.053729248047}"/>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443.51889153427965,&quot;left&quot;:59.7,&quot;top&quot;:137.43110236220474,&quot;width&quot;:492.053729248047}"/>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6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90.xml><?xml version="1.0" encoding="utf-8"?>
<p:tagLst xmlns:p="http://schemas.openxmlformats.org/presentationml/2006/main">
  <p:tag name="PA" val="v4.3.1"/>
</p:tagLst>
</file>

<file path=ppt/tags/tag291.xml><?xml version="1.0" encoding="utf-8"?>
<p:tagLst xmlns:p="http://schemas.openxmlformats.org/presentationml/2006/main">
  <p:tag name="PA" val="v4.3.1"/>
</p:tagLst>
</file>

<file path=ppt/tags/tag292.xml><?xml version="1.0" encoding="utf-8"?>
<p:tagLst xmlns:p="http://schemas.openxmlformats.org/presentationml/2006/main">
  <p:tag name="PA" val="v4.3.1"/>
</p:tagLst>
</file>

<file path=ppt/tags/tag293.xml><?xml version="1.0" encoding="utf-8"?>
<p:tagLst xmlns:p="http://schemas.openxmlformats.org/presentationml/2006/main">
  <p:tag name="PA" val="v4.3.1"/>
</p:tagLst>
</file>

<file path=ppt/tags/tag294.xml><?xml version="1.0" encoding="utf-8"?>
<p:tagLst xmlns:p="http://schemas.openxmlformats.org/presentationml/2006/main">
  <p:tag name="PA" val="v4.3.1"/>
</p:tagLst>
</file>

<file path=ppt/tags/tag295.xml><?xml version="1.0" encoding="utf-8"?>
<p:tagLst xmlns:p="http://schemas.openxmlformats.org/presentationml/2006/main">
  <p:tag name="KSO_WM_DIAGRAM_VIRTUALLY_FRAME" val="{&quot;height&quot;:389.6,&quot;left&quot;:211.45,&quot;top&quot;:116.65,&quot;width&quot;:477.55}"/>
</p:tagLst>
</file>

<file path=ppt/tags/tag29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9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9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99.xml><?xml version="1.0" encoding="utf-8"?>
<p:tagLst xmlns:p="http://schemas.openxmlformats.org/presentationml/2006/main">
  <p:tag name="TABLE_ENDDRAG_ORIGIN_RECT" val="396*169"/>
  <p:tag name="TABLE_ENDDRAG_RECT" val="51*94*396*169"/>
</p:tagLst>
</file>

<file path=ppt/tags/tag300.xml><?xml version="1.0" encoding="utf-8"?>
<p:tagLst xmlns:p="http://schemas.openxmlformats.org/presentationml/2006/main">
  <p:tag name="TABLE_ENDDRAG_ORIGIN_RECT" val="396*169"/>
  <p:tag name="TABLE_ENDDRAG_RECT" val="480*94*396*169"/>
</p:tagLst>
</file>

<file path=ppt/tags/tag301.xml><?xml version="1.0" encoding="utf-8"?>
<p:tagLst xmlns:p="http://schemas.openxmlformats.org/presentationml/2006/main">
  <p:tag name="TABLE_ENDDRAG_ORIGIN_RECT" val="396*169"/>
  <p:tag name="TABLE_ENDDRAG_RECT" val="51*273*396*169"/>
</p:tagLst>
</file>

<file path=ppt/tags/tag302.xml><?xml version="1.0" encoding="utf-8"?>
<p:tagLst xmlns:p="http://schemas.openxmlformats.org/presentationml/2006/main">
  <p:tag name="TABLE_ENDDRAG_ORIGIN_RECT" val="396*169"/>
  <p:tag name="TABLE_ENDDRAG_RECT" val="51*273*396*169"/>
</p:tagLst>
</file>

<file path=ppt/tags/tag303.xml><?xml version="1.0" encoding="utf-8"?>
<p:tagLst xmlns:p="http://schemas.openxmlformats.org/presentationml/2006/main">
  <p:tag name="KSO_WM_DIAGRAM_VIRTUALLY_FRAME" val="{&quot;height&quot;:389.6,&quot;left&quot;:211.45,&quot;top&quot;:116.65,&quot;width&quot;:477.55}"/>
</p:tagLst>
</file>

<file path=ppt/tags/tag30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0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0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PA" val="v4.3.1"/>
</p:tagLst>
</file>

<file path=ppt/tags/tag344.xml><?xml version="1.0" encoding="utf-8"?>
<p:tagLst xmlns:p="http://schemas.openxmlformats.org/presentationml/2006/main">
  <p:tag name="PA" val="v4.3.1"/>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TABLE_ENDDRAG_ORIGIN_RECT" val="427*233"/>
  <p:tag name="TABLE_ENDDRAG_RECT" val="488*280*427*233"/>
</p:tagLst>
</file>

<file path=ppt/tags/tag351.xml><?xml version="1.0" encoding="utf-8"?>
<p:tagLst xmlns:p="http://schemas.openxmlformats.org/presentationml/2006/main">
  <p:tag name="PA" val="v4.3.1"/>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KSO_WM_BEAUTIFY_FLAG" val=""/>
</p:tagLst>
</file>

<file path=ppt/tags/tag453.xml><?xml version="1.0" encoding="utf-8"?>
<p:tagLst xmlns:p="http://schemas.openxmlformats.org/presentationml/2006/main">
  <p:tag name="KSO_WM_BEAUTIFY_FLAG" val=""/>
</p:tagLst>
</file>

<file path=ppt/tags/tag454.xml><?xml version="1.0" encoding="utf-8"?>
<p:tagLst xmlns:p="http://schemas.openxmlformats.org/presentationml/2006/main">
  <p:tag name="KSO_WM_BEAUTIFY_FLAG" val=""/>
</p:tagLst>
</file>

<file path=ppt/tags/tag455.xml><?xml version="1.0" encoding="utf-8"?>
<p:tagLst xmlns:p="http://schemas.openxmlformats.org/presentationml/2006/main">
  <p:tag name="KSO_WM_BEAUTIFY_FLAG" val=""/>
</p:tagLst>
</file>

<file path=ppt/tags/tag456.xml><?xml version="1.0" encoding="utf-8"?>
<p:tagLst xmlns:p="http://schemas.openxmlformats.org/presentationml/2006/main">
  <p:tag name="KSO_WM_BEAUTIFY_FLAG" val=""/>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BEAUTIFY_FLAG" val=""/>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DIAGRAM_VIRTUALLY_FRAME" val="{&quot;height&quot;:389.6,&quot;left&quot;:211.45,&quot;top&quot;:116.65,&quot;width&quot;:477.55}"/>
</p:tagLst>
</file>

<file path=ppt/tags/tag46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7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7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7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7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8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8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9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92.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12166</Words>
  <Application>WPS 演示</Application>
  <PresentationFormat/>
  <Paragraphs>1241</Paragraphs>
  <Slides>25</Slides>
  <Notes>0</Notes>
  <HiddenSlides>0</HiddenSlides>
  <MMClips>0</MMClips>
  <ScaleCrop>false</ScaleCrop>
  <HeadingPairs>
    <vt:vector size="6" baseType="variant">
      <vt:variant>
        <vt:lpstr>已用的字体</vt:lpstr>
      </vt:variant>
      <vt:variant>
        <vt:i4>34</vt:i4>
      </vt:variant>
      <vt:variant>
        <vt:lpstr>主题</vt:lpstr>
      </vt:variant>
      <vt:variant>
        <vt:i4>2</vt:i4>
      </vt:variant>
      <vt:variant>
        <vt:lpstr>幻灯片标题</vt:lpstr>
      </vt:variant>
      <vt:variant>
        <vt:i4>25</vt:i4>
      </vt:variant>
    </vt:vector>
  </HeadingPairs>
  <TitlesOfParts>
    <vt:vector size="61"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Myriad Pro</vt:lpstr>
      <vt:lpstr>Helvetica Neue</vt:lpstr>
      <vt:lpstr>Source Han Sans CN</vt:lpstr>
      <vt:lpstr>Source Han Sans CN Bold</vt:lpstr>
      <vt:lpstr>Source Han Sans CN Medium</vt:lpstr>
      <vt:lpstr>Source Han Sans CN Normal</vt:lpstr>
      <vt:lpstr>Source Han Sans CN Regular</vt:lpstr>
      <vt:lpstr>Times New Roman</vt:lpstr>
      <vt:lpstr>Liberation Mono</vt:lpstr>
      <vt:lpstr>仿宋</vt:lpstr>
      <vt:lpstr>华文仿宋</vt:lpstr>
      <vt:lpstr>Office theme</vt:lpstr>
      <vt:lpstr>简约星环线条职场办公</vt:lpstr>
      <vt:lpstr>PowerPoint 演示文稿</vt:lpstr>
      <vt:lpstr>项目背景回顾</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131</cp:revision>
  <dcterms:created xsi:type="dcterms:W3CDTF">2026-02-06T08:36:00Z</dcterms:created>
  <dcterms:modified xsi:type="dcterms:W3CDTF">2026-02-28T04:20:23Z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2025-07-30T01:35:42Z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2052-12.1.0.25225</vt:lpwstr>
  </property>
</Properties>
</file>