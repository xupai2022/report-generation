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304609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{{kickoff_ppt}}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{{first_analysis}}</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{{vuln_evidence}}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{{asset_inventory}}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{{attack_surface}}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{{sec_ops_quarterly}}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{{springfestival}}</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{{biweekly_threat}}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443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32993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528320"/>
            <a:chOff x="5780" y="2900"/>
            <a:chExt cx="12205"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{{vuln_protect}}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{{alert_judgment}}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{{alert_response}}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{{threat_contain}}</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{{scanning}}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{{vuln_high}}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{{surface_risk}}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{{incident_closed}}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{{vuln_closed}}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{{weekly}}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{{monthly}}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{{xdr_alert}}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{{xdr_incident}}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{{mss_latency}}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{{mss_handle}}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{{emergency_handle}}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{{incident_contain}}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7096"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{{trust_assurance}}</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570"/>
              <a:ext cx="7116"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稳定可靠的系统保障，{{security_trust}}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632" y="1494"/>
              <a:ext cx="7210"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27571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27571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00775"/>
            <a:ext cx="3184525" cy="5899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non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519930" y="620458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85175" y="6219825"/>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791210"/>
            <a:chOff x="4017" y="7030"/>
            <a:chExt cx="790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517"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3582035" cy="2458085"/>
          </a:xfrm>
          <a:prstGeom prst="rect">
            <a:avLst/>
          </a:prstGeom>
          <a:noFill/>
        </p:spPr>
        <p:txBody>
          <a:bodyPr wrap="square" rtlCol="0" anchor="t">
            <a:noAutofit/>
          </a:bodyPr>
          <a:p>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656591"/>
            <a:chOff x="4017" y="7030"/>
            <a:chExt cx="6786"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6055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12229</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150</cp:revision>
  <dcterms:created xsi:type="dcterms:W3CDTF">2026-02-06T08:36:00Z</dcterms:created>
  <dcterms:modified xsi:type="dcterms:W3CDTF">2026-03-02T11:24:00Z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2025-07-31T09:35:42Z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