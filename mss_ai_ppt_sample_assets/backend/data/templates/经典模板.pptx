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41720" y="1333500"/>
            <a:ext cx="2294890"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038465" y="1345565"/>
            <a:ext cx="2173605" cy="1106805"/>
          </a:xfrm>
          <a:prstGeom prst="rect">
            <a:avLst/>
          </a:prstGeom>
          <a:noFill/>
        </p:spPr>
        <p:txBody>
          <a:bodyPr wrap="square" rtlCol="0" anchor="t">
            <a:sp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{{vuln_protect}}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{{alert_judgment}}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311"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{{alert_response}}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{{threat_contain}}</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{{scanning}}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{{trust_assurance}}</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稳定可靠的系统保障，{{security_trust}}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49590" y="1275715"/>
            <a:ext cx="1869440" cy="1139826"/>
            <a:chOff x="22707"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707"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920239" y="1275715"/>
            <a:ext cx="2310913" cy="1145223"/>
            <a:chOff x="29221"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221"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00775"/>
            <a:ext cx="3184525" cy="2044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non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519930" y="6204585"/>
            <a:ext cx="3531870" cy="28829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85175" y="6219825"/>
            <a:ext cx="3039745" cy="28829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517"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368300"/>
          </a:xfrm>
          <a:prstGeom prst="rect">
            <a:avLst/>
          </a:prstGeom>
          <a:noFill/>
        </p:spPr>
        <p:txBody>
          <a:bodyPr wrap="square" rtlCol="0" anchor="t">
            <a:spAutoFit/>
          </a:bodyPr>
          <a:p>
            <a:r>
              <a:rPr lang="zh-CN" altLang="en-US">
                <a:sym typeface="+mn-ea"/>
              </a:rPr>
              <a:t>{{</a:t>
            </a:r>
            <a:r>
              <a:rPr lang="en-US" altLang="zh-CN">
                <a:sym typeface="+mn-ea"/>
              </a:rPr>
              <a:t>P15_line</a:t>
            </a:r>
            <a:r>
              <a:rPr lang="zh-CN" altLang="en-US">
                <a:sym typeface="+mn-ea"/>
              </a:rPr>
              <a:t>}}</a:t>
            </a:r>
            <a:endParaRPr lang="zh-CN" altLang="en-US">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3037840"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871085"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12166</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137</cp:revision>
  <dcterms:created xsi:type="dcterms:W3CDTF">2026-02-06T08:36:00Z</dcterms:created>
  <dcterms:modified xsi:type="dcterms:W3CDTF">2026-02-28T09:45:22Z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2025-07-30T17:35:42Z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