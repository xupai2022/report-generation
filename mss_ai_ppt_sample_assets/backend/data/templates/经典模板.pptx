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0"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63.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次项目启动会将围绕四个方面展开。首先回顾项目背景与目标，同步信息、对齐目标，明确方向；接着介绍实施方案及预期成效，涵盖资产管理等内容，保障安全；然后阐述项目实施及运营计划，确保服务顺利推进；最后讨论其他待讨论事宜，达成共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9" Type="http://schemas.openxmlformats.org/officeDocument/2006/relationships/notesSlide" Target="../notesSlides/notesSlide2.xml"/><Relationship Id="rId18" Type="http://schemas.openxmlformats.org/officeDocument/2006/relationships/slideLayout" Target="../slideLayouts/slideLayout3.xml"/><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5.xml"/><Relationship Id="rId5" Type="http://schemas.openxmlformats.org/officeDocument/2006/relationships/image" Target="../media/image6.png"/><Relationship Id="rId4" Type="http://schemas.openxmlformats.org/officeDocument/2006/relationships/tags" Target="../tags/tag44.xml"/><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8.xml"/><Relationship Id="rId49" Type="http://schemas.openxmlformats.org/officeDocument/2006/relationships/tags" Target="../tags/tag86.xml"/><Relationship Id="rId48" Type="http://schemas.openxmlformats.org/officeDocument/2006/relationships/tags" Target="../tags/tag85.xml"/><Relationship Id="rId47" Type="http://schemas.openxmlformats.org/officeDocument/2006/relationships/tags" Target="../tags/tag84.xml"/><Relationship Id="rId46" Type="http://schemas.openxmlformats.org/officeDocument/2006/relationships/tags" Target="../tags/tag83.xml"/><Relationship Id="rId45" Type="http://schemas.openxmlformats.org/officeDocument/2006/relationships/tags" Target="../tags/tag82.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1.xml"/><Relationship Id="rId41" Type="http://schemas.openxmlformats.org/officeDocument/2006/relationships/tags" Target="../tags/tag80.xml"/><Relationship Id="rId40" Type="http://schemas.openxmlformats.org/officeDocument/2006/relationships/tags" Target="../tags/tag79.xml"/><Relationship Id="rId4" Type="http://schemas.openxmlformats.org/officeDocument/2006/relationships/image" Target="../media/image6.png"/><Relationship Id="rId39" Type="http://schemas.openxmlformats.org/officeDocument/2006/relationships/tags" Target="../tags/tag78.xml"/><Relationship Id="rId38" Type="http://schemas.openxmlformats.org/officeDocument/2006/relationships/tags" Target="../tags/tag77.xml"/><Relationship Id="rId37" Type="http://schemas.openxmlformats.org/officeDocument/2006/relationships/tags" Target="../tags/tag76.xml"/><Relationship Id="rId36" Type="http://schemas.openxmlformats.org/officeDocument/2006/relationships/tags" Target="../tags/tag75.xml"/><Relationship Id="rId35" Type="http://schemas.openxmlformats.org/officeDocument/2006/relationships/tags" Target="../tags/tag74.xml"/><Relationship Id="rId34" Type="http://schemas.openxmlformats.org/officeDocument/2006/relationships/tags" Target="../tags/tag73.xml"/><Relationship Id="rId33" Type="http://schemas.openxmlformats.org/officeDocument/2006/relationships/tags" Target="../tags/tag72.xml"/><Relationship Id="rId32" Type="http://schemas.openxmlformats.org/officeDocument/2006/relationships/tags" Target="../tags/tag71.xml"/><Relationship Id="rId31" Type="http://schemas.openxmlformats.org/officeDocument/2006/relationships/tags" Target="../tags/tag70.xml"/><Relationship Id="rId30" Type="http://schemas.openxmlformats.org/officeDocument/2006/relationships/tags" Target="../tags/tag69.xml"/><Relationship Id="rId3" Type="http://schemas.openxmlformats.org/officeDocument/2006/relationships/tags" Target="../tags/tag47.xml"/><Relationship Id="rId29" Type="http://schemas.openxmlformats.org/officeDocument/2006/relationships/tags" Target="../tags/tag68.xml"/><Relationship Id="rId28" Type="http://schemas.openxmlformats.org/officeDocument/2006/relationships/tags" Target="../tags/tag67.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6.xml"/><Relationship Id="rId24" Type="http://schemas.openxmlformats.org/officeDocument/2006/relationships/tags" Target="../tags/tag65.xml"/><Relationship Id="rId23" Type="http://schemas.openxmlformats.org/officeDocument/2006/relationships/tags" Target="../tags/tag64.xml"/><Relationship Id="rId22" Type="http://schemas.openxmlformats.org/officeDocument/2006/relationships/tags" Target="../tags/tag63.xml"/><Relationship Id="rId21" Type="http://schemas.openxmlformats.org/officeDocument/2006/relationships/tags" Target="../tags/tag62.xml"/><Relationship Id="rId20" Type="http://schemas.openxmlformats.org/officeDocument/2006/relationships/tags" Target="../tags/tag61.xml"/><Relationship Id="rId2" Type="http://schemas.openxmlformats.org/officeDocument/2006/relationships/tags" Target="../tags/tag46.xml"/><Relationship Id="rId19" Type="http://schemas.openxmlformats.org/officeDocument/2006/relationships/tags" Target="../tags/tag60.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7.png"/></Relationships>
</file>

<file path=ppt/slides/_rels/slide5.xml.rels><?xml version="1.0" encoding="UTF-8" standalone="yes"?>
<Relationships xmlns="http://schemas.openxmlformats.org/package/2006/relationships"><Relationship Id="rId9" Type="http://schemas.openxmlformats.org/officeDocument/2006/relationships/tags" Target="../tags/tag94.xml"/><Relationship Id="rId8" Type="http://schemas.openxmlformats.org/officeDocument/2006/relationships/tags" Target="../tags/tag93.xml"/><Relationship Id="rId7" Type="http://schemas.openxmlformats.org/officeDocument/2006/relationships/tags" Target="../tags/tag92.xml"/><Relationship Id="rId6" Type="http://schemas.openxmlformats.org/officeDocument/2006/relationships/tags" Target="../tags/tag91.xml"/><Relationship Id="rId5" Type="http://schemas.openxmlformats.org/officeDocument/2006/relationships/tags" Target="../tags/tag90.xml"/><Relationship Id="rId4" Type="http://schemas.openxmlformats.org/officeDocument/2006/relationships/tags" Target="../tags/tag89.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8.xml"/><Relationship Id="rId30" Type="http://schemas.openxmlformats.org/officeDocument/2006/relationships/tags" Target="../tags/tag107.xml"/><Relationship Id="rId3" Type="http://schemas.openxmlformats.org/officeDocument/2006/relationships/tags" Target="../tags/tag88.xml"/><Relationship Id="rId29" Type="http://schemas.openxmlformats.org/officeDocument/2006/relationships/tags" Target="../tags/tag106.xml"/><Relationship Id="rId28" Type="http://schemas.openxmlformats.org/officeDocument/2006/relationships/tags" Target="../tags/tag105.xml"/><Relationship Id="rId27" Type="http://schemas.openxmlformats.org/officeDocument/2006/relationships/tags" Target="../tags/tag104.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7.xml"/><Relationship Id="rId19" Type="http://schemas.openxmlformats.org/officeDocument/2006/relationships/image" Target="../media/image6.png"/><Relationship Id="rId18" Type="http://schemas.openxmlformats.org/officeDocument/2006/relationships/tags" Target="../tags/tag103.xml"/><Relationship Id="rId17" Type="http://schemas.openxmlformats.org/officeDocument/2006/relationships/tags" Target="../tags/tag102.xml"/><Relationship Id="rId16" Type="http://schemas.openxmlformats.org/officeDocument/2006/relationships/tags" Target="../tags/tag101.xml"/><Relationship Id="rId15" Type="http://schemas.openxmlformats.org/officeDocument/2006/relationships/tags" Target="../tags/tag100.xml"/><Relationship Id="rId14" Type="http://schemas.openxmlformats.org/officeDocument/2006/relationships/tags" Target="../tags/tag99.xml"/><Relationship Id="rId13" Type="http://schemas.openxmlformats.org/officeDocument/2006/relationships/tags" Target="../tags/tag98.xml"/><Relationship Id="rId12" Type="http://schemas.openxmlformats.org/officeDocument/2006/relationships/tags" Target="../tags/tag97.xml"/><Relationship Id="rId11" Type="http://schemas.openxmlformats.org/officeDocument/2006/relationships/tags" Target="../tags/tag96.xml"/><Relationship Id="rId10" Type="http://schemas.openxmlformats.org/officeDocument/2006/relationships/tags" Target="../tags/tag95.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2.xml"/><Relationship Id="rId5" Type="http://schemas.openxmlformats.org/officeDocument/2006/relationships/image" Target="../media/image6.png"/><Relationship Id="rId4" Type="http://schemas.openxmlformats.org/officeDocument/2006/relationships/tags" Target="../tags/tag111.xml"/><Relationship Id="rId3" Type="http://schemas.openxmlformats.org/officeDocument/2006/relationships/tags" Target="../tags/tag110.xml"/><Relationship Id="rId2" Type="http://schemas.openxmlformats.org/officeDocument/2006/relationships/tags" Target="../tags/tag109.xml"/><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9" Type="http://schemas.openxmlformats.org/officeDocument/2006/relationships/tags" Target="../tags/tag120.xml"/><Relationship Id="rId8" Type="http://schemas.openxmlformats.org/officeDocument/2006/relationships/image" Target="../media/image6.png"/><Relationship Id="rId7" Type="http://schemas.openxmlformats.org/officeDocument/2006/relationships/tags" Target="../tags/tag119.xml"/><Relationship Id="rId6" Type="http://schemas.openxmlformats.org/officeDocument/2006/relationships/tags" Target="../tags/tag118.xml"/><Relationship Id="rId5" Type="http://schemas.openxmlformats.org/officeDocument/2006/relationships/tags" Target="../tags/tag117.xml"/><Relationship Id="rId4" Type="http://schemas.openxmlformats.org/officeDocument/2006/relationships/tags" Target="../tags/tag116.xml"/><Relationship Id="rId3" Type="http://schemas.openxmlformats.org/officeDocument/2006/relationships/tags" Target="../tags/tag115.xml"/><Relationship Id="rId2" Type="http://schemas.openxmlformats.org/officeDocument/2006/relationships/tags" Target="../tags/tag114.xml"/><Relationship Id="rId13" Type="http://schemas.openxmlformats.org/officeDocument/2006/relationships/notesSlide" Target="../notesSlides/notesSlide7.xml"/><Relationship Id="rId12" Type="http://schemas.openxmlformats.org/officeDocument/2006/relationships/slideLayout" Target="../slideLayouts/slideLayout6.xml"/><Relationship Id="rId11" Type="http://schemas.openxmlformats.org/officeDocument/2006/relationships/tags" Target="../tags/tag122.xml"/><Relationship Id="rId10" Type="http://schemas.openxmlformats.org/officeDocument/2006/relationships/tags" Target="../tags/tag121.xml"/><Relationship Id="rId1" Type="http://schemas.openxmlformats.org/officeDocument/2006/relationships/tags" Target="../tags/tag113.xml"/></Relationships>
</file>

<file path=ppt/slides/_rels/slide8.xml.rels><?xml version="1.0" encoding="UTF-8" standalone="yes"?>
<Relationships xmlns="http://schemas.openxmlformats.org/package/2006/relationships"><Relationship Id="rId9" Type="http://schemas.openxmlformats.org/officeDocument/2006/relationships/tags" Target="../tags/tag129.xml"/><Relationship Id="rId8" Type="http://schemas.openxmlformats.org/officeDocument/2006/relationships/tags" Target="../tags/tag128.xml"/><Relationship Id="rId7" Type="http://schemas.openxmlformats.org/officeDocument/2006/relationships/tags" Target="../tags/tag127.xml"/><Relationship Id="rId6" Type="http://schemas.openxmlformats.org/officeDocument/2006/relationships/tags" Target="../tags/tag126.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25.xml"/><Relationship Id="rId29" Type="http://schemas.openxmlformats.org/officeDocument/2006/relationships/image" Target="../media/image23.png"/><Relationship Id="rId28" Type="http://schemas.openxmlformats.org/officeDocument/2006/relationships/tags" Target="../tags/tag142.xml"/><Relationship Id="rId27" Type="http://schemas.openxmlformats.org/officeDocument/2006/relationships/tags" Target="../tags/tag141.xml"/><Relationship Id="rId26" Type="http://schemas.openxmlformats.org/officeDocument/2006/relationships/tags" Target="../tags/tag140.xml"/><Relationship Id="rId25" Type="http://schemas.openxmlformats.org/officeDocument/2006/relationships/tags" Target="../tags/tag139.xml"/><Relationship Id="rId24" Type="http://schemas.openxmlformats.org/officeDocument/2006/relationships/tags" Target="../tags/tag138.xml"/><Relationship Id="rId23" Type="http://schemas.openxmlformats.org/officeDocument/2006/relationships/tags" Target="../tags/tag137.xml"/><Relationship Id="rId22" Type="http://schemas.openxmlformats.org/officeDocument/2006/relationships/tags" Target="../tags/tag136.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24.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35.xml"/><Relationship Id="rId14" Type="http://schemas.openxmlformats.org/officeDocument/2006/relationships/tags" Target="../tags/tag134.xml"/><Relationship Id="rId13" Type="http://schemas.openxmlformats.org/officeDocument/2006/relationships/tags" Target="../tags/tag133.xml"/><Relationship Id="rId12" Type="http://schemas.openxmlformats.org/officeDocument/2006/relationships/tags" Target="../tags/tag132.xml"/><Relationship Id="rId11" Type="http://schemas.openxmlformats.org/officeDocument/2006/relationships/tags" Target="../tags/tag131.xml"/><Relationship Id="rId10" Type="http://schemas.openxmlformats.org/officeDocument/2006/relationships/tags" Target="../tags/tag130.xml"/><Relationship Id="rId1" Type="http://schemas.openxmlformats.org/officeDocument/2006/relationships/tags" Target="../tags/tag123.xml"/></Relationships>
</file>

<file path=ppt/slides/_rels/slide9.xml.rels><?xml version="1.0" encoding="UTF-8" standalone="yes"?>
<Relationships xmlns="http://schemas.openxmlformats.org/package/2006/relationships"><Relationship Id="rId9" Type="http://schemas.openxmlformats.org/officeDocument/2006/relationships/tags" Target="../tags/tag149.xml"/><Relationship Id="rId8" Type="http://schemas.openxmlformats.org/officeDocument/2006/relationships/tags" Target="../tags/tag148.xml"/><Relationship Id="rId7" Type="http://schemas.openxmlformats.org/officeDocument/2006/relationships/tags" Target="../tags/tag147.xml"/><Relationship Id="rId6" Type="http://schemas.openxmlformats.org/officeDocument/2006/relationships/tags" Target="../tags/tag146.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184.xml"/><Relationship Id="rId43" Type="http://schemas.openxmlformats.org/officeDocument/2006/relationships/tags" Target="../tags/tag183.xml"/><Relationship Id="rId42" Type="http://schemas.openxmlformats.org/officeDocument/2006/relationships/tags" Target="../tags/tag182.xml"/><Relationship Id="rId41" Type="http://schemas.openxmlformats.org/officeDocument/2006/relationships/tags" Target="../tags/tag181.xml"/><Relationship Id="rId40" Type="http://schemas.openxmlformats.org/officeDocument/2006/relationships/tags" Target="../tags/tag180.xml"/><Relationship Id="rId4" Type="http://schemas.openxmlformats.org/officeDocument/2006/relationships/tags" Target="../tags/tag145.xml"/><Relationship Id="rId39" Type="http://schemas.openxmlformats.org/officeDocument/2006/relationships/tags" Target="../tags/tag179.xml"/><Relationship Id="rId38" Type="http://schemas.openxmlformats.org/officeDocument/2006/relationships/tags" Target="../tags/tag178.xml"/><Relationship Id="rId37" Type="http://schemas.openxmlformats.org/officeDocument/2006/relationships/tags" Target="../tags/tag177.xml"/><Relationship Id="rId36" Type="http://schemas.openxmlformats.org/officeDocument/2006/relationships/tags" Target="../tags/tag176.xml"/><Relationship Id="rId35" Type="http://schemas.openxmlformats.org/officeDocument/2006/relationships/tags" Target="../tags/tag175.xml"/><Relationship Id="rId34" Type="http://schemas.openxmlformats.org/officeDocument/2006/relationships/tags" Target="../tags/tag174.xml"/><Relationship Id="rId33" Type="http://schemas.openxmlformats.org/officeDocument/2006/relationships/tags" Target="../tags/tag173.xml"/><Relationship Id="rId32" Type="http://schemas.openxmlformats.org/officeDocument/2006/relationships/tags" Target="../tags/tag172.xml"/><Relationship Id="rId31" Type="http://schemas.openxmlformats.org/officeDocument/2006/relationships/tags" Target="../tags/tag171.xml"/><Relationship Id="rId30" Type="http://schemas.openxmlformats.org/officeDocument/2006/relationships/tags" Target="../tags/tag170.xml"/><Relationship Id="rId3" Type="http://schemas.openxmlformats.org/officeDocument/2006/relationships/image" Target="../media/image6.png"/><Relationship Id="rId29" Type="http://schemas.openxmlformats.org/officeDocument/2006/relationships/tags" Target="../tags/tag169.xml"/><Relationship Id="rId28" Type="http://schemas.openxmlformats.org/officeDocument/2006/relationships/tags" Target="../tags/tag168.xml"/><Relationship Id="rId27" Type="http://schemas.openxmlformats.org/officeDocument/2006/relationships/tags" Target="../tags/tag167.xml"/><Relationship Id="rId26" Type="http://schemas.openxmlformats.org/officeDocument/2006/relationships/tags" Target="../tags/tag166.xml"/><Relationship Id="rId25" Type="http://schemas.openxmlformats.org/officeDocument/2006/relationships/tags" Target="../tags/tag165.xml"/><Relationship Id="rId24" Type="http://schemas.openxmlformats.org/officeDocument/2006/relationships/tags" Target="../tags/tag164.xml"/><Relationship Id="rId23" Type="http://schemas.openxmlformats.org/officeDocument/2006/relationships/tags" Target="../tags/tag163.xml"/><Relationship Id="rId22" Type="http://schemas.openxmlformats.org/officeDocument/2006/relationships/tags" Target="../tags/tag162.xml"/><Relationship Id="rId21" Type="http://schemas.openxmlformats.org/officeDocument/2006/relationships/tags" Target="../tags/tag161.xml"/><Relationship Id="rId20" Type="http://schemas.openxmlformats.org/officeDocument/2006/relationships/tags" Target="../tags/tag160.xml"/><Relationship Id="rId2" Type="http://schemas.openxmlformats.org/officeDocument/2006/relationships/tags" Target="../tags/tag144.xml"/><Relationship Id="rId19" Type="http://schemas.openxmlformats.org/officeDocument/2006/relationships/tags" Target="../tags/tag159.xml"/><Relationship Id="rId18" Type="http://schemas.openxmlformats.org/officeDocument/2006/relationships/tags" Target="../tags/tag158.xml"/><Relationship Id="rId17" Type="http://schemas.openxmlformats.org/officeDocument/2006/relationships/tags" Target="../tags/tag157.xml"/><Relationship Id="rId16" Type="http://schemas.openxmlformats.org/officeDocument/2006/relationships/tags" Target="../tags/tag156.xml"/><Relationship Id="rId15" Type="http://schemas.openxmlformats.org/officeDocument/2006/relationships/tags" Target="../tags/tag155.xml"/><Relationship Id="rId14" Type="http://schemas.openxmlformats.org/officeDocument/2006/relationships/tags" Target="../tags/tag154.xml"/><Relationship Id="rId13" Type="http://schemas.openxmlformats.org/officeDocument/2006/relationships/tags" Target="../tags/tag153.xml"/><Relationship Id="rId12" Type="http://schemas.openxmlformats.org/officeDocument/2006/relationships/tags" Target="../tags/tag152.xml"/><Relationship Id="rId11" Type="http://schemas.openxmlformats.org/officeDocument/2006/relationships/tags" Target="../tags/tag151.xml"/><Relationship Id="rId10" Type="http://schemas.openxmlformats.org/officeDocument/2006/relationships/tags" Target="../tags/tag150.xml"/><Relationship Id="rId1" Type="http://schemas.openxmlformats.org/officeDocument/2006/relationships/tags" Target="../tags/tag143.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188.xml"/><Relationship Id="rId4" Type="http://schemas.openxmlformats.org/officeDocument/2006/relationships/image" Target="../media/image6.png"/><Relationship Id="rId3" Type="http://schemas.openxmlformats.org/officeDocument/2006/relationships/tags" Target="../tags/tag187.xml"/><Relationship Id="rId2" Type="http://schemas.openxmlformats.org/officeDocument/2006/relationships/tags" Target="../tags/tag186.xml"/><Relationship Id="rId1" Type="http://schemas.openxmlformats.org/officeDocument/2006/relationships/tags" Target="../tags/tag185.xml"/></Relationships>
</file>

<file path=ppt/slides/_rels/slide11.xml.rels><?xml version="1.0" encoding="UTF-8" standalone="yes"?>
<Relationships xmlns="http://schemas.openxmlformats.org/package/2006/relationships"><Relationship Id="rId9" Type="http://schemas.openxmlformats.org/officeDocument/2006/relationships/tags" Target="../tags/tag193.xml"/><Relationship Id="rId8" Type="http://schemas.openxmlformats.org/officeDocument/2006/relationships/tags" Target="../tags/tag192.xml"/><Relationship Id="rId7" Type="http://schemas.openxmlformats.org/officeDocument/2006/relationships/tags" Target="../tags/tag191.xml"/><Relationship Id="rId6" Type="http://schemas.openxmlformats.org/officeDocument/2006/relationships/image" Target="../media/image6.png"/><Relationship Id="rId5" Type="http://schemas.openxmlformats.org/officeDocument/2006/relationships/tags" Target="../tags/tag190.xml"/><Relationship Id="rId4" Type="http://schemas.openxmlformats.org/officeDocument/2006/relationships/tags" Target="../tags/tag189.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03.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02.xml"/><Relationship Id="rId17" Type="http://schemas.openxmlformats.org/officeDocument/2006/relationships/tags" Target="../tags/tag201.xml"/><Relationship Id="rId16" Type="http://schemas.openxmlformats.org/officeDocument/2006/relationships/tags" Target="../tags/tag200.xml"/><Relationship Id="rId15" Type="http://schemas.openxmlformats.org/officeDocument/2006/relationships/tags" Target="../tags/tag199.xml"/><Relationship Id="rId14" Type="http://schemas.openxmlformats.org/officeDocument/2006/relationships/tags" Target="../tags/tag198.xml"/><Relationship Id="rId13" Type="http://schemas.openxmlformats.org/officeDocument/2006/relationships/tags" Target="../tags/tag197.xml"/><Relationship Id="rId12" Type="http://schemas.openxmlformats.org/officeDocument/2006/relationships/tags" Target="../tags/tag196.xml"/><Relationship Id="rId11" Type="http://schemas.openxmlformats.org/officeDocument/2006/relationships/tags" Target="../tags/tag195.xml"/><Relationship Id="rId10" Type="http://schemas.openxmlformats.org/officeDocument/2006/relationships/tags" Target="../tags/tag194.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05.xml"/><Relationship Id="rId2" Type="http://schemas.openxmlformats.org/officeDocument/2006/relationships/image" Target="../media/image6.png"/><Relationship Id="rId1" Type="http://schemas.openxmlformats.org/officeDocument/2006/relationships/tags" Target="../tags/tag204.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07.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11.xml"/><Relationship Id="rId20" Type="http://schemas.openxmlformats.org/officeDocument/2006/relationships/image" Target="../media/image46.svg"/><Relationship Id="rId2" Type="http://schemas.openxmlformats.org/officeDocument/2006/relationships/tags" Target="../tags/tag206.xml"/><Relationship Id="rId19" Type="http://schemas.openxmlformats.org/officeDocument/2006/relationships/image" Target="../media/image45.png"/><Relationship Id="rId18" Type="http://schemas.openxmlformats.org/officeDocument/2006/relationships/tags" Target="../tags/tag210.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09.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08.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19.xml"/><Relationship Id="rId8" Type="http://schemas.openxmlformats.org/officeDocument/2006/relationships/tags" Target="../tags/tag218.xml"/><Relationship Id="rId7" Type="http://schemas.openxmlformats.org/officeDocument/2006/relationships/tags" Target="../tags/tag217.xml"/><Relationship Id="rId6" Type="http://schemas.openxmlformats.org/officeDocument/2006/relationships/tags" Target="../tags/tag216.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15.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14.xml"/><Relationship Id="rId39" Type="http://schemas.openxmlformats.org/officeDocument/2006/relationships/tags" Target="../tags/tag247.xml"/><Relationship Id="rId38" Type="http://schemas.openxmlformats.org/officeDocument/2006/relationships/tags" Target="../tags/tag246.xml"/><Relationship Id="rId37" Type="http://schemas.openxmlformats.org/officeDocument/2006/relationships/tags" Target="../tags/tag245.xml"/><Relationship Id="rId36" Type="http://schemas.openxmlformats.org/officeDocument/2006/relationships/tags" Target="../tags/tag244.xml"/><Relationship Id="rId35" Type="http://schemas.openxmlformats.org/officeDocument/2006/relationships/tags" Target="../tags/tag243.xml"/><Relationship Id="rId34" Type="http://schemas.openxmlformats.org/officeDocument/2006/relationships/tags" Target="../tags/tag242.xml"/><Relationship Id="rId33" Type="http://schemas.openxmlformats.org/officeDocument/2006/relationships/tags" Target="../tags/tag241.xml"/><Relationship Id="rId32" Type="http://schemas.openxmlformats.org/officeDocument/2006/relationships/tags" Target="../tags/tag240.xml"/><Relationship Id="rId31" Type="http://schemas.openxmlformats.org/officeDocument/2006/relationships/tags" Target="../tags/tag239.xml"/><Relationship Id="rId30" Type="http://schemas.openxmlformats.org/officeDocument/2006/relationships/tags" Target="../tags/tag238.xml"/><Relationship Id="rId3" Type="http://schemas.openxmlformats.org/officeDocument/2006/relationships/tags" Target="../tags/tag213.xml"/><Relationship Id="rId29" Type="http://schemas.openxmlformats.org/officeDocument/2006/relationships/tags" Target="../tags/tag237.xml"/><Relationship Id="rId28" Type="http://schemas.openxmlformats.org/officeDocument/2006/relationships/tags" Target="../tags/tag236.xml"/><Relationship Id="rId27" Type="http://schemas.openxmlformats.org/officeDocument/2006/relationships/tags" Target="../tags/tag235.xml"/><Relationship Id="rId26" Type="http://schemas.openxmlformats.org/officeDocument/2006/relationships/tags" Target="../tags/tag234.xml"/><Relationship Id="rId25" Type="http://schemas.openxmlformats.org/officeDocument/2006/relationships/tags" Target="../tags/tag233.xml"/><Relationship Id="rId24" Type="http://schemas.openxmlformats.org/officeDocument/2006/relationships/tags" Target="../tags/tag232.xml"/><Relationship Id="rId23" Type="http://schemas.openxmlformats.org/officeDocument/2006/relationships/tags" Target="../tags/tag231.xml"/><Relationship Id="rId22" Type="http://schemas.openxmlformats.org/officeDocument/2006/relationships/tags" Target="../tags/tag230.xml"/><Relationship Id="rId21" Type="http://schemas.openxmlformats.org/officeDocument/2006/relationships/tags" Target="../tags/tag229.xml"/><Relationship Id="rId20" Type="http://schemas.openxmlformats.org/officeDocument/2006/relationships/tags" Target="../tags/tag228.xml"/><Relationship Id="rId2" Type="http://schemas.openxmlformats.org/officeDocument/2006/relationships/tags" Target="../tags/tag212.xml"/><Relationship Id="rId19" Type="http://schemas.openxmlformats.org/officeDocument/2006/relationships/tags" Target="../tags/tag227.xml"/><Relationship Id="rId18" Type="http://schemas.openxmlformats.org/officeDocument/2006/relationships/tags" Target="../tags/tag226.xml"/><Relationship Id="rId17" Type="http://schemas.openxmlformats.org/officeDocument/2006/relationships/tags" Target="../tags/tag225.xml"/><Relationship Id="rId16" Type="http://schemas.openxmlformats.org/officeDocument/2006/relationships/tags" Target="../tags/tag224.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23.xml"/><Relationship Id="rId12" Type="http://schemas.openxmlformats.org/officeDocument/2006/relationships/tags" Target="../tags/tag222.xml"/><Relationship Id="rId11" Type="http://schemas.openxmlformats.org/officeDocument/2006/relationships/tags" Target="../tags/tag221.xml"/><Relationship Id="rId10" Type="http://schemas.openxmlformats.org/officeDocument/2006/relationships/tags" Target="../tags/tag220.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51.xml"/><Relationship Id="rId7" Type="http://schemas.openxmlformats.org/officeDocument/2006/relationships/tags" Target="../tags/tag250.xml"/><Relationship Id="rId6" Type="http://schemas.openxmlformats.org/officeDocument/2006/relationships/tags" Target="../tags/tag249.xml"/><Relationship Id="rId5" Type="http://schemas.openxmlformats.org/officeDocument/2006/relationships/tags" Target="../tags/tag248.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54.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53.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57.xml"/><Relationship Id="rId2" Type="http://schemas.openxmlformats.org/officeDocument/2006/relationships/tags" Target="../tags/tag252.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56.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55.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63.xml"/><Relationship Id="rId5" Type="http://schemas.openxmlformats.org/officeDocument/2006/relationships/tags" Target="../tags/tag262.xml"/><Relationship Id="rId4" Type="http://schemas.openxmlformats.org/officeDocument/2006/relationships/tags" Target="../tags/tag261.xml"/><Relationship Id="rId3" Type="http://schemas.openxmlformats.org/officeDocument/2006/relationships/tags" Target="../tags/tag260.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59.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65.xml"/><Relationship Id="rId10" Type="http://schemas.openxmlformats.org/officeDocument/2006/relationships/tags" Target="../tags/tag264.xml"/><Relationship Id="rId1" Type="http://schemas.openxmlformats.org/officeDocument/2006/relationships/tags" Target="../tags/tag258.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69.xml"/><Relationship Id="rId4" Type="http://schemas.openxmlformats.org/officeDocument/2006/relationships/image" Target="../media/image6.png"/><Relationship Id="rId3" Type="http://schemas.openxmlformats.org/officeDocument/2006/relationships/tags" Target="../tags/tag268.xml"/><Relationship Id="rId2" Type="http://schemas.openxmlformats.org/officeDocument/2006/relationships/tags" Target="../tags/tag267.xml"/><Relationship Id="rId1" Type="http://schemas.openxmlformats.org/officeDocument/2006/relationships/tags" Target="../tags/tag266.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273.xml"/><Relationship Id="rId3" Type="http://schemas.openxmlformats.org/officeDocument/2006/relationships/tags" Target="../tags/tag272.xml"/><Relationship Id="rId2" Type="http://schemas.openxmlformats.org/officeDocument/2006/relationships/tags" Target="../tags/tag271.xml"/><Relationship Id="rId1" Type="http://schemas.openxmlformats.org/officeDocument/2006/relationships/tags" Target="../tags/tag270.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77.xml"/><Relationship Id="rId4" Type="http://schemas.openxmlformats.org/officeDocument/2006/relationships/image" Target="../media/image6.png"/><Relationship Id="rId3" Type="http://schemas.openxmlformats.org/officeDocument/2006/relationships/tags" Target="../tags/tag276.xml"/><Relationship Id="rId2" Type="http://schemas.openxmlformats.org/officeDocument/2006/relationships/tags" Target="../tags/tag275.xml"/><Relationship Id="rId1" Type="http://schemas.openxmlformats.org/officeDocument/2006/relationships/tags" Target="../tags/tag274.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54.xml"/><Relationship Id="rId98" Type="http://schemas.openxmlformats.org/officeDocument/2006/relationships/tags" Target="../tags/tag353.xml"/><Relationship Id="rId97" Type="http://schemas.openxmlformats.org/officeDocument/2006/relationships/tags" Target="../tags/tag352.xml"/><Relationship Id="rId96" Type="http://schemas.openxmlformats.org/officeDocument/2006/relationships/tags" Target="../tags/tag351.xml"/><Relationship Id="rId95" Type="http://schemas.openxmlformats.org/officeDocument/2006/relationships/tags" Target="../tags/tag350.xml"/><Relationship Id="rId94" Type="http://schemas.openxmlformats.org/officeDocument/2006/relationships/image" Target="../media/image104.png"/><Relationship Id="rId93" Type="http://schemas.openxmlformats.org/officeDocument/2006/relationships/tags" Target="../tags/tag349.xml"/><Relationship Id="rId92" Type="http://schemas.openxmlformats.org/officeDocument/2006/relationships/tags" Target="../tags/tag348.xml"/><Relationship Id="rId91" Type="http://schemas.openxmlformats.org/officeDocument/2006/relationships/tags" Target="../tags/tag347.xml"/><Relationship Id="rId90" Type="http://schemas.openxmlformats.org/officeDocument/2006/relationships/tags" Target="../tags/tag346.xml"/><Relationship Id="rId9" Type="http://schemas.openxmlformats.org/officeDocument/2006/relationships/tags" Target="../tags/tag284.xml"/><Relationship Id="rId89" Type="http://schemas.openxmlformats.org/officeDocument/2006/relationships/tags" Target="../tags/tag345.xml"/><Relationship Id="rId88" Type="http://schemas.openxmlformats.org/officeDocument/2006/relationships/tags" Target="../tags/tag344.xml"/><Relationship Id="rId87" Type="http://schemas.openxmlformats.org/officeDocument/2006/relationships/tags" Target="../tags/tag343.xml"/><Relationship Id="rId86" Type="http://schemas.openxmlformats.org/officeDocument/2006/relationships/tags" Target="../tags/tag342.xml"/><Relationship Id="rId85" Type="http://schemas.openxmlformats.org/officeDocument/2006/relationships/image" Target="../media/image103.png"/><Relationship Id="rId84" Type="http://schemas.openxmlformats.org/officeDocument/2006/relationships/tags" Target="../tags/tag341.xml"/><Relationship Id="rId83" Type="http://schemas.openxmlformats.org/officeDocument/2006/relationships/image" Target="../media/image102.png"/><Relationship Id="rId82" Type="http://schemas.openxmlformats.org/officeDocument/2006/relationships/tags" Target="../tags/tag340.xml"/><Relationship Id="rId81" Type="http://schemas.openxmlformats.org/officeDocument/2006/relationships/tags" Target="../tags/tag339.xml"/><Relationship Id="rId80" Type="http://schemas.openxmlformats.org/officeDocument/2006/relationships/tags" Target="../tags/tag338.xml"/><Relationship Id="rId8" Type="http://schemas.openxmlformats.org/officeDocument/2006/relationships/image" Target="../media/image88.png"/><Relationship Id="rId79" Type="http://schemas.openxmlformats.org/officeDocument/2006/relationships/tags" Target="../tags/tag337.xml"/><Relationship Id="rId78" Type="http://schemas.openxmlformats.org/officeDocument/2006/relationships/image" Target="../media/image101.png"/><Relationship Id="rId77" Type="http://schemas.openxmlformats.org/officeDocument/2006/relationships/tags" Target="../tags/tag336.xml"/><Relationship Id="rId76" Type="http://schemas.openxmlformats.org/officeDocument/2006/relationships/tags" Target="../tags/tag335.xml"/><Relationship Id="rId75" Type="http://schemas.openxmlformats.org/officeDocument/2006/relationships/tags" Target="../tags/tag334.xml"/><Relationship Id="rId74" Type="http://schemas.openxmlformats.org/officeDocument/2006/relationships/tags" Target="../tags/tag333.xml"/><Relationship Id="rId73" Type="http://schemas.openxmlformats.org/officeDocument/2006/relationships/tags" Target="../tags/tag332.xml"/><Relationship Id="rId72" Type="http://schemas.openxmlformats.org/officeDocument/2006/relationships/tags" Target="../tags/tag331.xml"/><Relationship Id="rId71" Type="http://schemas.openxmlformats.org/officeDocument/2006/relationships/tags" Target="../tags/tag330.xml"/><Relationship Id="rId70" Type="http://schemas.openxmlformats.org/officeDocument/2006/relationships/tags" Target="../tags/tag329.xml"/><Relationship Id="rId7" Type="http://schemas.openxmlformats.org/officeDocument/2006/relationships/tags" Target="../tags/tag283.xml"/><Relationship Id="rId69" Type="http://schemas.openxmlformats.org/officeDocument/2006/relationships/tags" Target="../tags/tag328.xml"/><Relationship Id="rId68" Type="http://schemas.openxmlformats.org/officeDocument/2006/relationships/tags" Target="../tags/tag327.xml"/><Relationship Id="rId67" Type="http://schemas.openxmlformats.org/officeDocument/2006/relationships/tags" Target="../tags/tag326.xml"/><Relationship Id="rId66" Type="http://schemas.openxmlformats.org/officeDocument/2006/relationships/tags" Target="../tags/tag325.xml"/><Relationship Id="rId65" Type="http://schemas.openxmlformats.org/officeDocument/2006/relationships/tags" Target="../tags/tag324.xml"/><Relationship Id="rId64" Type="http://schemas.openxmlformats.org/officeDocument/2006/relationships/tags" Target="../tags/tag323.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22.xml"/><Relationship Id="rId57" Type="http://schemas.openxmlformats.org/officeDocument/2006/relationships/tags" Target="../tags/tag321.xml"/><Relationship Id="rId56" Type="http://schemas.openxmlformats.org/officeDocument/2006/relationships/image" Target="../media/image6.png"/><Relationship Id="rId55" Type="http://schemas.openxmlformats.org/officeDocument/2006/relationships/tags" Target="../tags/tag320.xml"/><Relationship Id="rId54" Type="http://schemas.openxmlformats.org/officeDocument/2006/relationships/image" Target="../media/image98.png"/><Relationship Id="rId53" Type="http://schemas.openxmlformats.org/officeDocument/2006/relationships/tags" Target="../tags/tag319.xml"/><Relationship Id="rId52" Type="http://schemas.openxmlformats.org/officeDocument/2006/relationships/tags" Target="../tags/tag318.xml"/><Relationship Id="rId51" Type="http://schemas.openxmlformats.org/officeDocument/2006/relationships/tags" Target="../tags/tag317.xml"/><Relationship Id="rId50" Type="http://schemas.openxmlformats.org/officeDocument/2006/relationships/image" Target="../media/image97.png"/><Relationship Id="rId5" Type="http://schemas.openxmlformats.org/officeDocument/2006/relationships/tags" Target="../tags/tag282.xml"/><Relationship Id="rId49" Type="http://schemas.openxmlformats.org/officeDocument/2006/relationships/tags" Target="../tags/tag316.xml"/><Relationship Id="rId48" Type="http://schemas.openxmlformats.org/officeDocument/2006/relationships/tags" Target="../tags/tag315.xml"/><Relationship Id="rId47" Type="http://schemas.openxmlformats.org/officeDocument/2006/relationships/tags" Target="../tags/tag314.xml"/><Relationship Id="rId46" Type="http://schemas.openxmlformats.org/officeDocument/2006/relationships/tags" Target="../tags/tag313.xml"/><Relationship Id="rId45" Type="http://schemas.openxmlformats.org/officeDocument/2006/relationships/tags" Target="../tags/tag312.xml"/><Relationship Id="rId44" Type="http://schemas.openxmlformats.org/officeDocument/2006/relationships/tags" Target="../tags/tag311.xml"/><Relationship Id="rId43" Type="http://schemas.openxmlformats.org/officeDocument/2006/relationships/tags" Target="../tags/tag310.xml"/><Relationship Id="rId42" Type="http://schemas.openxmlformats.org/officeDocument/2006/relationships/image" Target="../media/image96.png"/><Relationship Id="rId41" Type="http://schemas.openxmlformats.org/officeDocument/2006/relationships/tags" Target="../tags/tag309.xml"/><Relationship Id="rId40" Type="http://schemas.openxmlformats.org/officeDocument/2006/relationships/tags" Target="../tags/tag308.xml"/><Relationship Id="rId4" Type="http://schemas.openxmlformats.org/officeDocument/2006/relationships/tags" Target="../tags/tag281.xml"/><Relationship Id="rId39" Type="http://schemas.openxmlformats.org/officeDocument/2006/relationships/tags" Target="../tags/tag307.xml"/><Relationship Id="rId38" Type="http://schemas.openxmlformats.org/officeDocument/2006/relationships/image" Target="../media/image95.png"/><Relationship Id="rId37" Type="http://schemas.openxmlformats.org/officeDocument/2006/relationships/tags" Target="../tags/tag306.xml"/><Relationship Id="rId36" Type="http://schemas.openxmlformats.org/officeDocument/2006/relationships/tags" Target="../tags/tag305.xml"/><Relationship Id="rId35" Type="http://schemas.openxmlformats.org/officeDocument/2006/relationships/image" Target="../media/image94.png"/><Relationship Id="rId34" Type="http://schemas.openxmlformats.org/officeDocument/2006/relationships/tags" Target="../tags/tag304.xml"/><Relationship Id="rId33" Type="http://schemas.openxmlformats.org/officeDocument/2006/relationships/tags" Target="../tags/tag303.xml"/><Relationship Id="rId32" Type="http://schemas.openxmlformats.org/officeDocument/2006/relationships/tags" Target="../tags/tag302.xml"/><Relationship Id="rId31" Type="http://schemas.openxmlformats.org/officeDocument/2006/relationships/tags" Target="../tags/tag301.xml"/><Relationship Id="rId30" Type="http://schemas.openxmlformats.org/officeDocument/2006/relationships/tags" Target="../tags/tag300.xml"/><Relationship Id="rId3" Type="http://schemas.openxmlformats.org/officeDocument/2006/relationships/tags" Target="../tags/tag280.xml"/><Relationship Id="rId29" Type="http://schemas.openxmlformats.org/officeDocument/2006/relationships/tags" Target="../tags/tag299.xml"/><Relationship Id="rId28" Type="http://schemas.openxmlformats.org/officeDocument/2006/relationships/tags" Target="../tags/tag298.xml"/><Relationship Id="rId27" Type="http://schemas.openxmlformats.org/officeDocument/2006/relationships/tags" Target="../tags/tag297.xml"/><Relationship Id="rId26" Type="http://schemas.openxmlformats.org/officeDocument/2006/relationships/image" Target="../media/image93.png"/><Relationship Id="rId25" Type="http://schemas.openxmlformats.org/officeDocument/2006/relationships/tags" Target="../tags/tag296.xml"/><Relationship Id="rId24" Type="http://schemas.openxmlformats.org/officeDocument/2006/relationships/tags" Target="../tags/tag295.xml"/><Relationship Id="rId23" Type="http://schemas.openxmlformats.org/officeDocument/2006/relationships/tags" Target="../tags/tag294.xml"/><Relationship Id="rId22" Type="http://schemas.openxmlformats.org/officeDocument/2006/relationships/tags" Target="../tags/tag293.xml"/><Relationship Id="rId21" Type="http://schemas.openxmlformats.org/officeDocument/2006/relationships/tags" Target="../tags/tag292.xml"/><Relationship Id="rId20" Type="http://schemas.openxmlformats.org/officeDocument/2006/relationships/tags" Target="../tags/tag291.xml"/><Relationship Id="rId2" Type="http://schemas.openxmlformats.org/officeDocument/2006/relationships/tags" Target="../tags/tag279.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38.xml"/><Relationship Id="rId182" Type="http://schemas.openxmlformats.org/officeDocument/2006/relationships/tags" Target="../tags/tag437.xml"/><Relationship Id="rId181" Type="http://schemas.openxmlformats.org/officeDocument/2006/relationships/tags" Target="../tags/tag436.xml"/><Relationship Id="rId180" Type="http://schemas.openxmlformats.org/officeDocument/2006/relationships/tags" Target="../tags/tag435.xml"/><Relationship Id="rId18" Type="http://schemas.openxmlformats.org/officeDocument/2006/relationships/tags" Target="../tags/tag290.xml"/><Relationship Id="rId179" Type="http://schemas.openxmlformats.org/officeDocument/2006/relationships/tags" Target="../tags/tag434.xml"/><Relationship Id="rId178" Type="http://schemas.openxmlformats.org/officeDocument/2006/relationships/tags" Target="../tags/tag433.xml"/><Relationship Id="rId177" Type="http://schemas.openxmlformats.org/officeDocument/2006/relationships/tags" Target="../tags/tag432.xml"/><Relationship Id="rId176" Type="http://schemas.openxmlformats.org/officeDocument/2006/relationships/tags" Target="../tags/tag431.xml"/><Relationship Id="rId175" Type="http://schemas.openxmlformats.org/officeDocument/2006/relationships/tags" Target="../tags/tag430.xml"/><Relationship Id="rId174" Type="http://schemas.openxmlformats.org/officeDocument/2006/relationships/tags" Target="../tags/tag429.xml"/><Relationship Id="rId173" Type="http://schemas.openxmlformats.org/officeDocument/2006/relationships/tags" Target="../tags/tag428.xml"/><Relationship Id="rId172" Type="http://schemas.openxmlformats.org/officeDocument/2006/relationships/tags" Target="../tags/tag427.xml"/><Relationship Id="rId171" Type="http://schemas.openxmlformats.org/officeDocument/2006/relationships/tags" Target="../tags/tag426.xml"/><Relationship Id="rId170" Type="http://schemas.openxmlformats.org/officeDocument/2006/relationships/tags" Target="../tags/tag425.xml"/><Relationship Id="rId17" Type="http://schemas.openxmlformats.org/officeDocument/2006/relationships/image" Target="../media/image91.png"/><Relationship Id="rId169" Type="http://schemas.openxmlformats.org/officeDocument/2006/relationships/tags" Target="../tags/tag424.xml"/><Relationship Id="rId168" Type="http://schemas.openxmlformats.org/officeDocument/2006/relationships/tags" Target="../tags/tag423.xml"/><Relationship Id="rId167" Type="http://schemas.openxmlformats.org/officeDocument/2006/relationships/tags" Target="../tags/tag422.xml"/><Relationship Id="rId166" Type="http://schemas.openxmlformats.org/officeDocument/2006/relationships/tags" Target="../tags/tag421.xml"/><Relationship Id="rId165" Type="http://schemas.openxmlformats.org/officeDocument/2006/relationships/tags" Target="../tags/tag420.xml"/><Relationship Id="rId164" Type="http://schemas.openxmlformats.org/officeDocument/2006/relationships/tags" Target="../tags/tag419.xml"/><Relationship Id="rId163" Type="http://schemas.openxmlformats.org/officeDocument/2006/relationships/tags" Target="../tags/tag418.xml"/><Relationship Id="rId162" Type="http://schemas.openxmlformats.org/officeDocument/2006/relationships/tags" Target="../tags/tag417.xml"/><Relationship Id="rId161" Type="http://schemas.openxmlformats.org/officeDocument/2006/relationships/tags" Target="../tags/tag416.xml"/><Relationship Id="rId160" Type="http://schemas.openxmlformats.org/officeDocument/2006/relationships/tags" Target="../tags/tag415.xml"/><Relationship Id="rId16" Type="http://schemas.openxmlformats.org/officeDocument/2006/relationships/tags" Target="../tags/tag289.xml"/><Relationship Id="rId159" Type="http://schemas.openxmlformats.org/officeDocument/2006/relationships/tags" Target="../tags/tag414.xml"/><Relationship Id="rId158" Type="http://schemas.openxmlformats.org/officeDocument/2006/relationships/tags" Target="../tags/tag413.xml"/><Relationship Id="rId157" Type="http://schemas.openxmlformats.org/officeDocument/2006/relationships/tags" Target="../tags/tag412.xml"/><Relationship Id="rId156" Type="http://schemas.openxmlformats.org/officeDocument/2006/relationships/tags" Target="../tags/tag411.xml"/><Relationship Id="rId155" Type="http://schemas.openxmlformats.org/officeDocument/2006/relationships/tags" Target="../tags/tag410.xml"/><Relationship Id="rId154" Type="http://schemas.openxmlformats.org/officeDocument/2006/relationships/tags" Target="../tags/tag409.xml"/><Relationship Id="rId153" Type="http://schemas.openxmlformats.org/officeDocument/2006/relationships/tags" Target="../tags/tag408.xml"/><Relationship Id="rId152" Type="http://schemas.openxmlformats.org/officeDocument/2006/relationships/tags" Target="../tags/tag407.xml"/><Relationship Id="rId151" Type="http://schemas.openxmlformats.org/officeDocument/2006/relationships/tags" Target="../tags/tag406.xml"/><Relationship Id="rId150" Type="http://schemas.openxmlformats.org/officeDocument/2006/relationships/tags" Target="../tags/tag405.xml"/><Relationship Id="rId15" Type="http://schemas.openxmlformats.org/officeDocument/2006/relationships/tags" Target="../tags/tag288.xml"/><Relationship Id="rId149" Type="http://schemas.openxmlformats.org/officeDocument/2006/relationships/tags" Target="../tags/tag404.xml"/><Relationship Id="rId148" Type="http://schemas.openxmlformats.org/officeDocument/2006/relationships/tags" Target="../tags/tag403.xml"/><Relationship Id="rId147" Type="http://schemas.openxmlformats.org/officeDocument/2006/relationships/tags" Target="../tags/tag402.xml"/><Relationship Id="rId146" Type="http://schemas.openxmlformats.org/officeDocument/2006/relationships/tags" Target="../tags/tag401.xml"/><Relationship Id="rId145" Type="http://schemas.openxmlformats.org/officeDocument/2006/relationships/tags" Target="../tags/tag400.xml"/><Relationship Id="rId144" Type="http://schemas.openxmlformats.org/officeDocument/2006/relationships/tags" Target="../tags/tag399.xml"/><Relationship Id="rId143" Type="http://schemas.openxmlformats.org/officeDocument/2006/relationships/tags" Target="../tags/tag398.xml"/><Relationship Id="rId142" Type="http://schemas.openxmlformats.org/officeDocument/2006/relationships/tags" Target="../tags/tag397.xml"/><Relationship Id="rId141" Type="http://schemas.openxmlformats.org/officeDocument/2006/relationships/tags" Target="../tags/tag396.xml"/><Relationship Id="rId140" Type="http://schemas.openxmlformats.org/officeDocument/2006/relationships/tags" Target="../tags/tag395.xml"/><Relationship Id="rId14" Type="http://schemas.openxmlformats.org/officeDocument/2006/relationships/image" Target="../media/image90.png"/><Relationship Id="rId139" Type="http://schemas.openxmlformats.org/officeDocument/2006/relationships/tags" Target="../tags/tag394.xml"/><Relationship Id="rId138" Type="http://schemas.openxmlformats.org/officeDocument/2006/relationships/tags" Target="../tags/tag393.xml"/><Relationship Id="rId137" Type="http://schemas.openxmlformats.org/officeDocument/2006/relationships/tags" Target="../tags/tag392.xml"/><Relationship Id="rId136" Type="http://schemas.openxmlformats.org/officeDocument/2006/relationships/tags" Target="../tags/tag391.xml"/><Relationship Id="rId135" Type="http://schemas.openxmlformats.org/officeDocument/2006/relationships/tags" Target="../tags/tag390.xml"/><Relationship Id="rId134" Type="http://schemas.openxmlformats.org/officeDocument/2006/relationships/tags" Target="../tags/tag389.xml"/><Relationship Id="rId133" Type="http://schemas.openxmlformats.org/officeDocument/2006/relationships/tags" Target="../tags/tag388.xml"/><Relationship Id="rId132" Type="http://schemas.openxmlformats.org/officeDocument/2006/relationships/tags" Target="../tags/tag387.xml"/><Relationship Id="rId131" Type="http://schemas.openxmlformats.org/officeDocument/2006/relationships/tags" Target="../tags/tag386.xml"/><Relationship Id="rId130" Type="http://schemas.openxmlformats.org/officeDocument/2006/relationships/tags" Target="../tags/tag385.xml"/><Relationship Id="rId13" Type="http://schemas.openxmlformats.org/officeDocument/2006/relationships/tags" Target="../tags/tag287.xml"/><Relationship Id="rId129" Type="http://schemas.openxmlformats.org/officeDocument/2006/relationships/tags" Target="../tags/tag384.xml"/><Relationship Id="rId128" Type="http://schemas.openxmlformats.org/officeDocument/2006/relationships/tags" Target="../tags/tag383.xml"/><Relationship Id="rId127" Type="http://schemas.openxmlformats.org/officeDocument/2006/relationships/tags" Target="../tags/tag382.xml"/><Relationship Id="rId126" Type="http://schemas.openxmlformats.org/officeDocument/2006/relationships/tags" Target="../tags/tag381.xml"/><Relationship Id="rId125" Type="http://schemas.openxmlformats.org/officeDocument/2006/relationships/tags" Target="../tags/tag380.xml"/><Relationship Id="rId124" Type="http://schemas.openxmlformats.org/officeDocument/2006/relationships/tags" Target="../tags/tag379.xml"/><Relationship Id="rId123" Type="http://schemas.openxmlformats.org/officeDocument/2006/relationships/tags" Target="../tags/tag378.xml"/><Relationship Id="rId122" Type="http://schemas.openxmlformats.org/officeDocument/2006/relationships/tags" Target="../tags/tag377.xml"/><Relationship Id="rId121" Type="http://schemas.openxmlformats.org/officeDocument/2006/relationships/tags" Target="../tags/tag376.xml"/><Relationship Id="rId120" Type="http://schemas.openxmlformats.org/officeDocument/2006/relationships/tags" Target="../tags/tag375.xml"/><Relationship Id="rId12" Type="http://schemas.openxmlformats.org/officeDocument/2006/relationships/tags" Target="../tags/tag286.xml"/><Relationship Id="rId119" Type="http://schemas.openxmlformats.org/officeDocument/2006/relationships/tags" Target="../tags/tag374.xml"/><Relationship Id="rId118" Type="http://schemas.openxmlformats.org/officeDocument/2006/relationships/tags" Target="../tags/tag373.xml"/><Relationship Id="rId117" Type="http://schemas.openxmlformats.org/officeDocument/2006/relationships/tags" Target="../tags/tag372.xml"/><Relationship Id="rId116" Type="http://schemas.openxmlformats.org/officeDocument/2006/relationships/tags" Target="../tags/tag371.xml"/><Relationship Id="rId115" Type="http://schemas.openxmlformats.org/officeDocument/2006/relationships/tags" Target="../tags/tag370.xml"/><Relationship Id="rId114" Type="http://schemas.openxmlformats.org/officeDocument/2006/relationships/tags" Target="../tags/tag369.xml"/><Relationship Id="rId113" Type="http://schemas.openxmlformats.org/officeDocument/2006/relationships/tags" Target="../tags/tag368.xml"/><Relationship Id="rId112" Type="http://schemas.openxmlformats.org/officeDocument/2006/relationships/tags" Target="../tags/tag367.xml"/><Relationship Id="rId111" Type="http://schemas.openxmlformats.org/officeDocument/2006/relationships/tags" Target="../tags/tag366.xml"/><Relationship Id="rId110" Type="http://schemas.openxmlformats.org/officeDocument/2006/relationships/tags" Target="../tags/tag365.xml"/><Relationship Id="rId11" Type="http://schemas.openxmlformats.org/officeDocument/2006/relationships/image" Target="../media/image89.png"/><Relationship Id="rId109" Type="http://schemas.openxmlformats.org/officeDocument/2006/relationships/tags" Target="../tags/tag364.xml"/><Relationship Id="rId108" Type="http://schemas.openxmlformats.org/officeDocument/2006/relationships/tags" Target="../tags/tag363.xml"/><Relationship Id="rId107" Type="http://schemas.openxmlformats.org/officeDocument/2006/relationships/tags" Target="../tags/tag362.xml"/><Relationship Id="rId106" Type="http://schemas.openxmlformats.org/officeDocument/2006/relationships/tags" Target="../tags/tag361.xml"/><Relationship Id="rId105" Type="http://schemas.openxmlformats.org/officeDocument/2006/relationships/tags" Target="../tags/tag360.xml"/><Relationship Id="rId104" Type="http://schemas.openxmlformats.org/officeDocument/2006/relationships/tags" Target="../tags/tag359.xml"/><Relationship Id="rId103" Type="http://schemas.openxmlformats.org/officeDocument/2006/relationships/tags" Target="../tags/tag358.xml"/><Relationship Id="rId102" Type="http://schemas.openxmlformats.org/officeDocument/2006/relationships/tags" Target="../tags/tag357.xml"/><Relationship Id="rId101" Type="http://schemas.openxmlformats.org/officeDocument/2006/relationships/tags" Target="../tags/tag356.xml"/><Relationship Id="rId100" Type="http://schemas.openxmlformats.org/officeDocument/2006/relationships/tags" Target="../tags/tag355.xml"/><Relationship Id="rId10" Type="http://schemas.openxmlformats.org/officeDocument/2006/relationships/tags" Target="../tags/tag285.xml"/><Relationship Id="rId1" Type="http://schemas.openxmlformats.org/officeDocument/2006/relationships/tags" Target="../tags/tag278.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42.xml"/><Relationship Id="rId4" Type="http://schemas.openxmlformats.org/officeDocument/2006/relationships/image" Target="../media/image6.png"/><Relationship Id="rId3" Type="http://schemas.openxmlformats.org/officeDocument/2006/relationships/tags" Target="../tags/tag441.xml"/><Relationship Id="rId2" Type="http://schemas.openxmlformats.org/officeDocument/2006/relationships/tags" Target="../tags/tag440.xml"/><Relationship Id="rId1" Type="http://schemas.openxmlformats.org/officeDocument/2006/relationships/tags" Target="../tags/tag439.xml"/></Relationships>
</file>

<file path=ppt/slides/_rels/slide24.xml.rels><?xml version="1.0" encoding="UTF-8" standalone="yes"?>
<Relationships xmlns="http://schemas.openxmlformats.org/package/2006/relationships"><Relationship Id="rId9" Type="http://schemas.openxmlformats.org/officeDocument/2006/relationships/tags" Target="../tags/tag451.xml"/><Relationship Id="rId8" Type="http://schemas.openxmlformats.org/officeDocument/2006/relationships/tags" Target="../tags/tag450.xml"/><Relationship Id="rId7" Type="http://schemas.openxmlformats.org/officeDocument/2006/relationships/tags" Target="../tags/tag449.xml"/><Relationship Id="rId6" Type="http://schemas.openxmlformats.org/officeDocument/2006/relationships/tags" Target="../tags/tag448.xml"/><Relationship Id="rId5" Type="http://schemas.openxmlformats.org/officeDocument/2006/relationships/tags" Target="../tags/tag447.xml"/><Relationship Id="rId4" Type="http://schemas.openxmlformats.org/officeDocument/2006/relationships/tags" Target="../tags/tag446.xml"/><Relationship Id="rId3" Type="http://schemas.openxmlformats.org/officeDocument/2006/relationships/tags" Target="../tags/tag445.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62.xml"/><Relationship Id="rId2" Type="http://schemas.openxmlformats.org/officeDocument/2006/relationships/tags" Target="../tags/tag444.xml"/><Relationship Id="rId19" Type="http://schemas.openxmlformats.org/officeDocument/2006/relationships/tags" Target="../tags/tag461.xml"/><Relationship Id="rId18" Type="http://schemas.openxmlformats.org/officeDocument/2006/relationships/tags" Target="../tags/tag460.xml"/><Relationship Id="rId17" Type="http://schemas.openxmlformats.org/officeDocument/2006/relationships/tags" Target="../tags/tag459.xml"/><Relationship Id="rId16" Type="http://schemas.openxmlformats.org/officeDocument/2006/relationships/tags" Target="../tags/tag458.xml"/><Relationship Id="rId15" Type="http://schemas.openxmlformats.org/officeDocument/2006/relationships/tags" Target="../tags/tag457.xml"/><Relationship Id="rId14" Type="http://schemas.openxmlformats.org/officeDocument/2006/relationships/tags" Target="../tags/tag456.xml"/><Relationship Id="rId13" Type="http://schemas.openxmlformats.org/officeDocument/2006/relationships/tags" Target="../tags/tag455.xml"/><Relationship Id="rId12" Type="http://schemas.openxmlformats.org/officeDocument/2006/relationships/tags" Target="../tags/tag454.xml"/><Relationship Id="rId11" Type="http://schemas.openxmlformats.org/officeDocument/2006/relationships/tags" Target="../tags/tag453.xml"/><Relationship Id="rId10" Type="http://schemas.openxmlformats.org/officeDocument/2006/relationships/tags" Target="../tags/tag452.xml"/><Relationship Id="rId1" Type="http://schemas.openxmlformats.org/officeDocument/2006/relationships/tags" Target="../tags/tag443.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rPr>
              <a:t>{{PERIOD_start}}-</a:t>
            </a:r>
            <a:r>
              <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006CD9">
                <a:alpha val="0"/>
              </a:srgbClr>
            </a:gs>
            <a:gs pos="100000">
              <a:srgbClr val="1C6EFF">
                <a:alpha val="21000"/>
              </a:srgbClr>
            </a:gs>
          </a:gsLst>
          <a:lin ang="13500000" scaled="1"/>
        </a:gradFill>
        <a:effectLst/>
      </p:bgPr>
    </p:bg>
    <p:spTree>
      <p:nvGrpSpPr>
        <p:cNvPr id="1" name=""/>
        <p:cNvGrpSpPr/>
        <p:nvPr/>
      </p:nvGrpSpPr>
      <p:grpSpPr>
        <a:xfrm>
          <a:off x="0" y="0"/>
          <a:ext cx="0" cy="0"/>
          <a:chOff x="0" y="0"/>
          <a:chExt cx="0" cy="0"/>
        </a:xfrm>
      </p:grpSpPr>
      <p:pic>
        <p:nvPicPr>
          <p:cNvPr id="62" name="图片 61" descr="病毒检测@4x"/>
          <p:cNvPicPr>
            <a:picLocks noChangeAspect="1"/>
          </p:cNvPicPr>
          <p:nvPr/>
        </p:nvPicPr>
        <p:blipFill>
          <a:blip r:embed="rId1">
            <a:alphaModFix amt="84000"/>
          </a:blip>
          <a:srcRect l="-4651" t="-6497" r="18828" b="21030"/>
          <a:stretch>
            <a:fillRect/>
          </a:stretch>
        </p:blipFill>
        <p:spPr>
          <a:xfrm flipH="1">
            <a:off x="0" y="2709545"/>
            <a:ext cx="8221980" cy="4148455"/>
          </a:xfrm>
          <a:prstGeom prst="rect">
            <a:avLst/>
          </a:prstGeom>
        </p:spPr>
      </p:pic>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01</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DINPro Bold" panose="02000503030000020004" charset="0"/>
                <a:ea typeface="微软雅黑" panose="020B0503020204020204" charset="-122"/>
                <a:cs typeface="DINPro Bold" panose="0200050303000002000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3" name="组合 2"/>
          <p:cNvGrpSpPr/>
          <p:nvPr/>
        </p:nvGrpSpPr>
        <p:grpSpPr>
          <a:xfrm rot="0">
            <a:off x="7091045" y="5295172"/>
            <a:ext cx="3239770" cy="468000"/>
            <a:chOff x="11278" y="3926"/>
            <a:chExt cx="5102" cy="859"/>
          </a:xfrm>
        </p:grpSpPr>
        <p:sp>
          <p:nvSpPr>
            <p:cNvPr id="4" name="文本框 3"/>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 name="文本框 4"/>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6" name="节编号"/>
          <p:cNvSpPr>
            <a:spLocks noGrp="1"/>
          </p:cNvSpPr>
          <p:nvPr>
            <p:ph type="body" sz="quarter" idx="4294967295"/>
            <p:custDataLst>
              <p:tags r:id="rId3"/>
            </p:custDataLst>
          </p:nvPr>
        </p:nvSpPr>
        <p:spPr>
          <a:xfrm>
            <a:off x="2694940" y="2471420"/>
            <a:ext cx="1800000" cy="1570990"/>
          </a:xfrm>
        </p:spPr>
        <p:txBody>
          <a:bodyPr>
            <a:noAutofit/>
          </a:bodyPr>
          <a:lstStyle/>
          <a:p>
            <a:pPr marL="0" indent="0" algn="ctr">
              <a:lnSpc>
                <a:spcPct val="100000"/>
              </a:lnSpc>
              <a:spcAft>
                <a:spcPts val="0"/>
              </a:spcAft>
              <a:buNone/>
            </a:pPr>
            <a:r>
              <a:rPr lang="en-US" altLang="en-US" sz="9600">
                <a:solidFill>
                  <a:srgbClr val="0B4CBB"/>
                </a:solidFill>
                <a:latin typeface="DINPro Bold" panose="02000503030000020004" charset="0"/>
                <a:ea typeface="微软雅黑" panose="020B0503020204020204" charset="-122"/>
                <a:cs typeface="DINPro Bold" panose="02000503030000020004" charset="0"/>
              </a:rPr>
              <a:t>00</a:t>
            </a:r>
            <a:endParaRPr lang="en-US" altLang="en-US" sz="9600">
              <a:solidFill>
                <a:srgbClr val="0B4CBB"/>
              </a:solidFill>
              <a:latin typeface="DINPro Bold" panose="02000503030000020004" charset="0"/>
              <a:ea typeface="微软雅黑" panose="020B0503020204020204" charset="-122"/>
              <a:cs typeface="DINPro Bold" panose="02000503030000020004" charset="0"/>
            </a:endParaRPr>
          </a:p>
        </p:txBody>
      </p:sp>
      <p:sp>
        <p:nvSpPr>
          <p:cNvPr id="44" name="文本框 43"/>
          <p:cNvSpPr txBox="1"/>
          <p:nvPr>
            <p:custDataLst>
              <p:tags r:id="rId4"/>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5"/>
          <a:srcRect l="5232" t="26576" r="4938" b="29565"/>
          <a:stretch>
            <a:fillRect/>
          </a:stretch>
        </p:blipFill>
        <p:spPr>
          <a:xfrm>
            <a:off x="10330815" y="273073"/>
            <a:ext cx="1629867" cy="360000"/>
          </a:xfrm>
          <a:prstGeom prst="rect">
            <a:avLst/>
          </a:prstGeom>
        </p:spPr>
      </p:pic>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506345"/>
            <a:ext cx="1804670" cy="645160"/>
            <a:chOff x="449" y="3809"/>
            <a:chExt cx="2842" cy="1016"/>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166" y="3809"/>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333115"/>
            <a:ext cx="1805305" cy="829945"/>
            <a:chOff x="449" y="5111"/>
            <a:chExt cx="2843" cy="1307"/>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111"/>
              <a:ext cx="2126"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02430"/>
            <a:ext cx="1804670" cy="829945"/>
            <a:chOff x="449" y="6480"/>
            <a:chExt cx="2842" cy="1307"/>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480"/>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6" name="节编号"/>
          <p:cNvSpPr>
            <a:spLocks noGrp="1"/>
          </p:cNvSpPr>
          <p:nvPr>
            <p:ph type="body" sz="quarter" idx="4294967295"/>
            <p:custDataLst>
              <p:tags r:id="rId3"/>
            </p:custDataLst>
          </p:nvPr>
        </p:nvSpPr>
        <p:spPr>
          <a:xfrm>
            <a:off x="2694940" y="2471420"/>
            <a:ext cx="1800000" cy="1570990"/>
          </a:xfrm>
        </p:spPr>
        <p:txBody>
          <a:bodyPr>
            <a:noAutofit/>
          </a:bodyPr>
          <a:lstStyle/>
          <a:p>
            <a:pPr marL="0" indent="0" algn="ctr">
              <a:lnSpc>
                <a:spcPct val="100000"/>
              </a:lnSpc>
              <a:spcAft>
                <a:spcPts val="0"/>
              </a:spcAft>
              <a:buNone/>
            </a:pPr>
            <a:r>
              <a:rPr lang="en-US" altLang="en-US" sz="9600">
                <a:solidFill>
                  <a:srgbClr val="0B4CBB"/>
                </a:solidFill>
                <a:latin typeface="DINPro Bold" panose="02000503030000020004" charset="0"/>
                <a:ea typeface="微软雅黑" panose="020B0503020204020204" charset="-122"/>
                <a:cs typeface="DINPro Bold" panose="02000503030000020004" charset="0"/>
              </a:rPr>
              <a:t>01</a:t>
            </a:r>
            <a:endParaRPr lang="en-US" altLang="en-US" sz="9600">
              <a:solidFill>
                <a:srgbClr val="0B4CBB"/>
              </a:solidFill>
              <a:latin typeface="DINPro Bold" panose="02000503030000020004" charset="0"/>
              <a:ea typeface="微软雅黑" panose="020B0503020204020204" charset="-122"/>
              <a:cs typeface="DINPro Bold" panose="02000503030000020004" charset="0"/>
            </a:endParaRPr>
          </a:p>
        </p:txBody>
      </p:sp>
      <p:sp>
        <p:nvSpPr>
          <p:cNvPr id="44" name="文本框 43"/>
          <p:cNvSpPr txBox="1"/>
          <p:nvPr>
            <p:custDataLst>
              <p:tags r:id="rId4"/>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5"/>
          <a:srcRect l="5232" t="26576" r="4938" b="29565"/>
          <a:stretch>
            <a:fillRect/>
          </a:stretch>
        </p:blipFill>
        <p:spPr>
          <a:xfrm>
            <a:off x="10330815" y="273073"/>
            <a:ext cx="1629867" cy="360000"/>
          </a:xfrm>
          <a:prstGeom prst="rect">
            <a:avLst/>
          </a:prstGeom>
        </p:spPr>
      </p:pic>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1"/>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nvGrpSpPr>
        <p:grpSpPr>
          <a:xfrm>
            <a:off x="820420" y="1014730"/>
            <a:ext cx="2193925" cy="360045"/>
            <a:chOff x="1292" y="3676"/>
            <a:chExt cx="3455" cy="567"/>
          </a:xfrm>
        </p:grpSpPr>
        <p:sp>
          <p:nvSpPr>
            <p:cNvPr id="78" name="序号"/>
            <p:cNvSpPr/>
            <p:nvPr>
              <p:custDataLst>
                <p:tags r:id="rId2"/>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nvGrpSpPr>
        <p:grpSpPr>
          <a:xfrm>
            <a:off x="3557905" y="1014730"/>
            <a:ext cx="2199640" cy="360045"/>
            <a:chOff x="5403" y="3676"/>
            <a:chExt cx="3464" cy="567"/>
          </a:xfrm>
        </p:grpSpPr>
        <p:sp>
          <p:nvSpPr>
            <p:cNvPr id="79" name="序号"/>
            <p:cNvSpPr/>
            <p:nvPr>
              <p:custDataLst>
                <p:tags r:id="rId3"/>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nvGrpSpPr>
        <p:grpSpPr>
          <a:xfrm>
            <a:off x="6301105" y="1014730"/>
            <a:ext cx="2212975" cy="360045"/>
            <a:chOff x="9514" y="3676"/>
            <a:chExt cx="3485" cy="567"/>
          </a:xfrm>
        </p:grpSpPr>
        <p:sp>
          <p:nvSpPr>
            <p:cNvPr id="80" name="序号"/>
            <p:cNvSpPr/>
            <p:nvPr>
              <p:custDataLst>
                <p:tags r:id="rId4"/>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nvGrpSpPr>
        <p:grpSpPr>
          <a:xfrm>
            <a:off x="9057005" y="1014730"/>
            <a:ext cx="2234565" cy="360045"/>
            <a:chOff x="13625" y="3676"/>
            <a:chExt cx="3519" cy="567"/>
          </a:xfrm>
        </p:grpSpPr>
        <p:sp>
          <p:nvSpPr>
            <p:cNvPr id="81" name="序号"/>
            <p:cNvSpPr/>
            <p:nvPr>
              <p:custDataLst>
                <p:tags r:id="rId5"/>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6"/>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7"/>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8"/>
          <a:srcRect l="5232" t="26576" r="4938" b="29565"/>
          <a:stretch>
            <a:fillRect/>
          </a:stretch>
        </p:blipFill>
        <p:spPr>
          <a:xfrm>
            <a:off x="10330815" y="273073"/>
            <a:ext cx="1629867" cy="360000"/>
          </a:xfrm>
          <a:prstGeom prst="rect">
            <a:avLst/>
          </a:prstGeom>
        </p:spPr>
      </p:pic>
      <p:sp>
        <p:nvSpPr>
          <p:cNvPr id="46" name="椭圆 45"/>
          <p:cNvSpPr/>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3891915"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{{kickoff_ppt}}</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{{first_analysis}}</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{{vuln_evidence}}</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{{vuln_list}}</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{{asset_inventory}}</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{{incident_tracking}}</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{{incident_response}}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{{attack_surface}</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5099685" cy="1138555"/>
          </a:xfrm>
          <a:prstGeom prst="rect">
            <a:avLst/>
          </a:prstGeom>
          <a:noFill/>
        </p:spPr>
        <p:txBody>
          <a:bodyPr wrap="square" lIns="0" tIns="0" rIns="0" bIns="0" rtlCol="0" anchor="t"/>
          <a:p>
            <a:pPr marL="0" indent="0" algn="l">
              <a:lnSpc>
                <a:spcPct val="16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a:lnSpc>
                <a:spcPct val="15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{{sec_ops_weekly}}</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a:lnSpc>
                <a:spcPct val="15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{{analysis_monthly}}</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a:lnSpc>
                <a:spcPct val="15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季报</a:t>
            </a:r>
            <a:r>
              <a:rPr lang="en-US" altLang="zh-CN"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 {{sec_ops_quarterly}</a:t>
            </a:r>
            <a:r>
              <a:rPr lang="en-US"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份</a:t>
            </a: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重要时期保障总结报告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a:lnSpc>
                <a:spcPct val="15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国庆</a:t>
            </a:r>
            <a:r>
              <a:rPr lang="en-US" sz="1200" dirty="0">
                <a:solidFill>
                  <a:srgbClr val="14161A"/>
                </a:solidFill>
                <a:latin typeface="微软雅黑" panose="020B0503020204020204" charset="-122"/>
                <a:ea typeface="微软雅黑" panose="020B0503020204020204" charset="-122"/>
                <a:cs typeface="微软雅黑" panose="020B0503020204020204" charset="-122"/>
              </a:rPr>
              <a:t>期间网络安全保障工作简报》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{{nationalday}}</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a:lnSpc>
                <a:spcPct val="15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期间网络安全保障工作简报》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{{springfestival}}</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a:p>
            <a:pPr marL="0" indent="0" algn="l">
              <a:lnSpc>
                <a:spcPct val="15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期间网络安全保障工作简报》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{{mayday}}</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59" name="Text 9"/>
          <p:cNvSpPr/>
          <p:nvPr/>
        </p:nvSpPr>
        <p:spPr>
          <a:xfrm>
            <a:off x="6407785" y="5536565"/>
            <a:ext cx="5099685" cy="869315"/>
          </a:xfrm>
          <a:prstGeom prst="rect">
            <a:avLst/>
          </a:prstGeom>
          <a:noFill/>
        </p:spPr>
        <p:txBody>
          <a:bodyPr wrap="square" lIns="0" tIns="0" rIns="0" bIns="0" rtlCol="0" anchor="t"/>
          <a:p>
            <a:pPr marL="0" algn="l">
              <a:lnSpc>
                <a:spcPct val="160000"/>
              </a:lnSpc>
              <a:buClrTx/>
              <a:buSzTx/>
              <a:buFontTx/>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其他交付物</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a:lnSpc>
                <a:spcPct val="15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网络安全态势</a:t>
            </a:r>
            <a:r>
              <a:rPr lang="en-US" sz="1200" dirty="0">
                <a:solidFill>
                  <a:srgbClr val="14161A"/>
                </a:solidFill>
                <a:latin typeface="微软雅黑" panose="020B0503020204020204" charset="-122"/>
                <a:ea typeface="微软雅黑" panose="020B0503020204020204" charset="-122"/>
                <a:cs typeface="微软雅黑" panose="020B0503020204020204" charset="-122"/>
              </a:rPr>
              <a:t>半月刊》+</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最新威胁情报</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	{{biweekly_threat}} </a:t>
            </a:r>
            <a:r>
              <a:rPr 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a:lnSpc>
                <a:spcPct val="150000"/>
              </a:lnSpc>
              <a:buNone/>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钓鱼场景安全意识海报</a:t>
            </a:r>
            <a:r>
              <a:rPr lang="en-US" sz="1200" dirty="0">
                <a:solidFill>
                  <a:srgbClr val="14161A"/>
                </a:solidFill>
                <a:latin typeface="微软雅黑" panose="020B0503020204020204" charset="-122"/>
                <a:ea typeface="微软雅黑" panose="020B0503020204020204" charset="-122"/>
                <a:cs typeface="微软雅黑" panose="020B0503020204020204" charset="-122"/>
              </a:rPr>
              <a:t>》                </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{phishing_poster}}</a:t>
            </a:r>
            <a:r>
              <a:rPr lang="en-US" sz="1200" dirty="0">
                <a:solidFill>
                  <a:srgbClr val="14161A"/>
                </a:solidFill>
                <a:latin typeface="微软雅黑" panose="020B0503020204020204" charset="-122"/>
                <a:ea typeface="微软雅黑" panose="020B0503020204020204" charset="-122"/>
                <a:cs typeface="微软雅黑" panose="020B0503020204020204" charset="-122"/>
              </a:rPr>
              <a:t> 份</a:t>
            </a:r>
            <a:endParaRPr lang="en-US" sz="900" dirty="0">
              <a:latin typeface="微软雅黑" panose="020B0503020204020204" charset="-122"/>
              <a:ea typeface="微软雅黑" panose="020B0503020204020204" charset="-122"/>
              <a:cs typeface="微软雅黑" panose="020B0503020204020204" charset="-122"/>
            </a:endParaRPr>
          </a:p>
          <a:p>
            <a:pPr marL="0" indent="0" algn="l">
              <a:lnSpc>
                <a:spcPct val="200000"/>
              </a:lnSpc>
              <a:buNone/>
            </a:pPr>
            <a:endParaRPr lang="en-US" sz="900" dirty="0">
              <a:latin typeface="微软雅黑" panose="020B0503020204020204" charset="-122"/>
              <a:ea typeface="微软雅黑" panose="020B0503020204020204" charset="-122"/>
              <a:cs typeface="微软雅黑" panose="020B0503020204020204" charset="-122"/>
            </a:endParaRPr>
          </a:p>
        </p:txBody>
      </p:sp>
      <p:sp>
        <p:nvSpPr>
          <p:cNvPr id="161" name="椭圆 160"/>
          <p:cNvSpPr/>
          <p:nvPr>
            <p:custDataLst>
              <p:tags r:id="rId9"/>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10"/>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11"/>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7885" y="97790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0</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7*24</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1" name="textbox 42"/>
          <p:cNvSpPr/>
          <p:nvPr/>
        </p:nvSpPr>
        <p:spPr>
          <a:xfrm>
            <a:off x="601576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sz="20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rPr>
              <a:t>起</a:t>
            </a:r>
            <a:r>
              <a:rPr lang="en-US" altLang="zh-CN" sz="24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 </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100%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rPr>
              <a:t>闭环</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30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10033000"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2327910"/>
            <a:ext cx="10034270" cy="4422775"/>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10208419" y="2424430"/>
            <a:ext cx="1259840" cy="28800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11833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Source Han Sans CN Normal" panose="020B0600000000000000" charset="-122"/>
                <a:ea typeface="Source Han Sans CN Normal" panose="020B0600000000000000" charset="-122"/>
                <a:cs typeface="+mn-ea"/>
                <a:sym typeface="+mn-ea"/>
              </a:rPr>
              <a:t>互联网攻击路径防护率</a:t>
            </a:r>
            <a:endParaRPr lang="en-US" altLang="zh-CN" sz="900">
              <a:ln>
                <a:noFill/>
                <a:prstDash val="sysDot"/>
              </a:ln>
              <a:solidFill>
                <a:srgbClr val="00B050"/>
              </a:solidFill>
              <a:uFillTx/>
              <a:latin typeface="Source Han Sans CN Normal" panose="020B0600000000000000" charset="-122"/>
              <a:ea typeface="Source Han Sans CN Normal" panose="020B0600000000000000" charset="-122"/>
              <a:cs typeface="+mn-ea"/>
              <a:sym typeface="+mn-ea"/>
            </a:endParaRPr>
          </a:p>
        </p:txBody>
      </p:sp>
      <p:sp>
        <p:nvSpPr>
          <p:cNvPr id="60" name="文本框 59"/>
          <p:cNvSpPr txBox="1"/>
          <p:nvPr>
            <p:custDataLst>
              <p:tags r:id="rId8"/>
            </p:custDataLst>
          </p:nvPr>
        </p:nvSpPr>
        <p:spPr>
          <a:xfrm>
            <a:off x="10163334" y="4169755"/>
            <a:ext cx="135001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118339"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10208260" y="3297555"/>
            <a:ext cx="142938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11833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10208260" y="5914390"/>
            <a:ext cx="125984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10118339"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20826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118339"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{{log_count}}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{{alert_count}}</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62"/>
              <a:chOff x="4793" y="4123"/>
              <a:chExt cx="3792" cy="662"/>
            </a:xfrm>
          </p:grpSpPr>
          <p:sp>
            <p:nvSpPr>
              <p:cNvPr id="107" name="文本框 106"/>
              <p:cNvSpPr txBox="1"/>
              <p:nvPr/>
            </p:nvSpPr>
            <p:spPr>
              <a:xfrm>
                <a:off x="4793" y="4123"/>
                <a:ext cx="3716" cy="347"/>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{{incident_count}}</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{{asset_count}}</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2127885"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{{handling_inner}}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{{response_inner}}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2047240"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{{handling_outer}}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{{response_outer}}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30" name="textbox 42"/>
          <p:cNvSpPr/>
          <p:nvPr/>
        </p:nvSpPr>
        <p:spPr>
          <a:xfrm>
            <a:off x="786234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rPr>
              <a:t>起</a:t>
            </a:r>
            <a:r>
              <a:rPr lang="en-US" altLang="zh-CN" sz="24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 </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100%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rPr>
              <a:t>闭环</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0760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2974340" y="6189345"/>
            <a:ext cx="6579870"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9700" cy="528320"/>
            <a:chOff x="5780" y="2900"/>
            <a:chExt cx="12220" cy="832"/>
          </a:xfrm>
        </p:grpSpPr>
        <p:grpSp>
          <p:nvGrpSpPr>
            <p:cNvPr id="25" name="组合 24"/>
            <p:cNvGrpSpPr/>
            <p:nvPr/>
          </p:nvGrpSpPr>
          <p:grpSpPr>
            <a:xfrm>
              <a:off x="5780" y="2900"/>
              <a:ext cx="2644" cy="832"/>
              <a:chOff x="5780" y="2900"/>
              <a:chExt cx="2644" cy="832"/>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693"/>
                <a:chOff x="5987" y="2974"/>
                <a:chExt cx="2437" cy="69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316"/>
                  <a:ext cx="2203"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{{vuln_protect}}</a:t>
                  </a:r>
                  <a:endPar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{{alert_judgment}}</a:t>
                  </a:r>
                  <a:endPar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endParaRPr>
                </a:p>
              </p:txBody>
            </p:sp>
          </p:grpSp>
        </p:grpSp>
        <p:grpSp>
          <p:nvGrpSpPr>
            <p:cNvPr id="31" name="组合 30"/>
            <p:cNvGrpSpPr/>
            <p:nvPr/>
          </p:nvGrpSpPr>
          <p:grpSpPr>
            <a:xfrm>
              <a:off x="11610" y="2900"/>
              <a:ext cx="3405" cy="832"/>
              <a:chOff x="5236" y="2900"/>
              <a:chExt cx="3405"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236" y="2970"/>
                <a:ext cx="3405" cy="693"/>
                <a:chOff x="5339" y="2974"/>
                <a:chExt cx="3405" cy="693"/>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5339" y="3316"/>
                  <a:ext cx="340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{{alert_response}}</a:t>
                  </a:r>
                  <a:r>
                    <a:rPr lang="zh-CN" altLang="en-US" sz="12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分钟</a:t>
                  </a:r>
                  <a:endParaRPr lang="zh-CN" altLang="en-US" sz="12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endParaRPr>
                </a:p>
              </p:txBody>
            </p:sp>
          </p:grpSp>
        </p:grpSp>
        <p:grpSp>
          <p:nvGrpSpPr>
            <p:cNvPr id="41" name="组合 40"/>
            <p:cNvGrpSpPr/>
            <p:nvPr/>
          </p:nvGrpSpPr>
          <p:grpSpPr>
            <a:xfrm>
              <a:off x="15197" y="2900"/>
              <a:ext cx="2803" cy="832"/>
              <a:chOff x="5636" y="2900"/>
              <a:chExt cx="2803"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636" y="2970"/>
                <a:ext cx="2803" cy="677"/>
                <a:chOff x="5739"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739"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rPr>
                    <a:t>{{threat_contain}}</a:t>
                  </a:r>
                  <a:endParaRPr lang="en-US" altLang="zh-CN" sz="1000" b="1" kern="0" spc="120" dirty="0">
                    <a:solidFill>
                      <a:srgbClr val="0B4CBB">
                        <a:alpha val="100000"/>
                      </a:srgbClr>
                    </a:solidFill>
                    <a:latin typeface="DINPro Bold" panose="02000503030000020004" charset="0"/>
                    <a:ea typeface="Source Han Sans CN Regular" panose="020B0600000000000000"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374140" y="4057650"/>
            <a:ext cx="53638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{{asset}}</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{{server}}</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{{vuln_high}}</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1059815" y="5473700"/>
            <a:ext cx="503682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{{vuln_closed}}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{{weekly}}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{{monthly}}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465455" y="2595880"/>
            <a:ext cx="351155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{{af_block}}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{{vuln_protect}}</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3949065" cy="1607185"/>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{{xdr_log}}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{{xdr_alert}}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{{xdr_incident}}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{{mss_push}}</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{{mss_latency}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428688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{{xdr_auto}}</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{{emergency_handle}}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{{incident_contain}}</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887018" cy="1273175"/>
            <a:chOff x="12564" y="294"/>
            <a:chExt cx="24841"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3014" y="1474"/>
              <a:ext cx="9062" cy="206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en-US" altLang="zh-CN" sz="900" spc="110" dirty="0">
                  <a:solidFill>
                    <a:srgbClr val="4C61E7">
                      <a:alpha val="100000"/>
                    </a:srgbClr>
                  </a:solidFill>
                  <a:latin typeface="黑体" panose="02010609060101010101" charset="-122"/>
                  <a:ea typeface="黑体" panose="02010609060101010101" charset="-122"/>
                  <a:cs typeface="黑体" panose="02010609060101010101" charset="-122"/>
                  <a:sym typeface="+mn-ea"/>
                </a:rPr>
                <a:t>{{trust_assurance}}</a:t>
              </a:r>
              <a:endParaRPr lang="zh-CN" sz="900" spc="110" dirty="0">
                <a:solidFill>
                  <a:srgbClr val="4C61E7">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294" y="1570"/>
              <a:ext cx="6926" cy="1844"/>
            </a:xfrm>
            <a:prstGeom prst="rect">
              <a:avLst/>
            </a:prstGeom>
            <a:noFill/>
          </p:spPr>
          <p:txBody>
            <a:bodyPr wrap="square" rtlCol="0" anchor="t">
              <a:sp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稳定可靠的系统保障，</a:t>
              </a:r>
              <a:r>
                <a:rPr lang="en-US" altLang="zh-CN" sz="900" spc="120" dirty="0">
                  <a:solidFill>
                    <a:srgbClr val="4C61E7">
                      <a:alpha val="100000"/>
                    </a:srgbClr>
                  </a:solidFill>
                  <a:latin typeface="黑体" panose="02010609060101010101" charset="-122"/>
                  <a:ea typeface="黑体" panose="02010609060101010101" charset="-122"/>
                  <a:cs typeface="黑体" panose="02010609060101010101" charset="-122"/>
                  <a:sym typeface="+mn-ea"/>
                </a:rPr>
                <a:t>{{security_trust}}</a:t>
              </a:r>
              <a:endParaRPr lang="en-US" altLang="zh-CN" sz="900" spc="120" dirty="0">
                <a:solidFill>
                  <a:srgbClr val="4C61E7">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119" y="1494"/>
              <a:ext cx="9286" cy="2306"/>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794760" y="1275715"/>
            <a:ext cx="2346325" cy="1145223"/>
            <a:chOff x="11952"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1952"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{{response_avg}}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007350" y="1275715"/>
            <a:ext cx="1869440" cy="1139826"/>
            <a:chOff x="22259"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259"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{{handle_avg}}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08380" y="1275715"/>
            <a:ext cx="2310913" cy="1145223"/>
            <a:chOff x="2886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886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47383" y="5886450"/>
            <a:ext cx="10907713" cy="717550"/>
          </a:xfrm>
          <a:prstGeom prst="rect">
            <a:avLst/>
          </a:prstGeom>
          <a:solidFill>
            <a:schemeClr val="bg1">
              <a:lumMod val="95000"/>
            </a:schemeClr>
          </a:solidFill>
        </p:spPr>
        <p:txBody>
          <a:bodyPr wrap="square" rtlCol="0">
            <a:noAutofit/>
          </a:bodyPr>
          <a:p>
            <a:endParaRPr lang="zh-CN" altLang="en-US"/>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645795"/>
            <a:chOff x="4017" y="5198"/>
            <a:chExt cx="8006" cy="2034"/>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1031240" y="594360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3" name="文本框 22"/>
          <p:cNvSpPr txBox="1"/>
          <p:nvPr/>
        </p:nvSpPr>
        <p:spPr>
          <a:xfrm>
            <a:off x="1031240" y="6245225"/>
            <a:ext cx="2159635"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{{asset_improve1}}</a:t>
            </a: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97450" y="6245225"/>
            <a:ext cx="2498090"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9302115" y="6245225"/>
            <a:ext cx="1900555"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656908"/>
            <a:chOff x="4017" y="8989"/>
            <a:chExt cx="8006" cy="2069"/>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208" y="4912995"/>
            <a:ext cx="6811963" cy="2813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289882" cy="791210"/>
            <a:chOff x="4017" y="7030"/>
            <a:chExt cx="7486" cy="2492"/>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168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{{internet_entry}}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7737" y="7834"/>
              <a:ext cx="3766" cy="1382"/>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{{internet_port}}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{{intranet_server}}</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{{intranet_network}}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{{intranet_iot}}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{{intranet_mss}}</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{{rootdomain_internet}}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{{subdomain_internet}}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{{login_entry}}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{{vuln_high}}</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32915"/>
            <a:ext cx="1893030" cy="688023"/>
            <a:chOff x="29752" y="6575"/>
            <a:chExt cx="5957" cy="2167"/>
          </a:xfrm>
        </p:grpSpPr>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8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{{vuln_closed}}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漏洞扫描次数</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663" y="150590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{xdr_attack}}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{{policy_check}}</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62125"/>
            <a:ext cx="249555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{{threat_alert}}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201771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{{mss_ticket}}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{{ticket_response}}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{{policy_optimized}}</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{{threat_intel}}</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992110" y="1530985"/>
            <a:ext cx="6096000" cy="245110"/>
          </a:xfrm>
          <a:prstGeom prst="rect">
            <a:avLst/>
          </a:prstGeom>
          <a:noFill/>
        </p:spPr>
        <p:txBody>
          <a:bodyPr wrap="square" rtlCol="0" anchor="t">
            <a:spAutoFit/>
          </a:bodyPr>
          <a:p>
            <a:r>
              <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486411"/>
            <a:chOff x="4017" y="7030"/>
            <a:chExt cx="6786" cy="1532"/>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{{fw_attack}}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{{aes_risk}}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{{xdr_log}}</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43065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{{xdr_log}}</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{{component_auto}}</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2601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71085" y="2518410"/>
            <a:ext cx="171386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10070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26013"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3049270" y="3100070"/>
            <a:ext cx="165671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{{alert_aggregate}}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{{component_offline}}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871085" y="3100070"/>
            <a:ext cx="15417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{{incident_intel}}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21389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{{xdr_alert}}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3936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{{xdr_incident}}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88759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{{asset_total}}</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{{fw_auto}}</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72105" y="2510155"/>
            <a:ext cx="19989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{{host_handle}}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3.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70&quot;:[3429242]}"/>
</p:tagLst>
</file>

<file path=ppt/tags/tag8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KSO_WM_BEAUTIFY_FLAG" val=""/>
</p:tagLst>
</file>

<file path=ppt/tags/tag12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2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2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2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7.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8.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9.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0.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1.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2.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3.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4.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5.xml><?xml version="1.0" encoding="utf-8"?>
<p:tagLst xmlns:p="http://schemas.openxmlformats.org/presentationml/2006/main">
  <p:tag name="KSO_WM_DIAGRAM_VIRTUALLY_FRAME" val="{&quot;height&quot;:337.8236218820407,&quot;left&quot;:796.7196062992126,&quot;top&quot;:187.65,&quot;width&quot;:120.50539370078741}"/>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4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4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4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46.xml><?xml version="1.0" encoding="utf-8"?>
<p:tagLst xmlns:p="http://schemas.openxmlformats.org/presentationml/2006/main">
  <p:tag name="KSO_WM_DIAGRAM_VIRTUALLY_FRAME" val="{&quot;height&quot;:340.9,&quot;left&quot;:23.55,&quot;top&quot;:177,&quot;width&quot;:876}"/>
</p:tagLst>
</file>

<file path=ppt/tags/tag14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48.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49.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50.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51.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52.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5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5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5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5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5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5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59.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40.9,&quot;left&quot;:23.55,&quot;top&quot;:177,&quot;width&quot;:876}"/>
</p:tagLst>
</file>

<file path=ppt/tags/tag16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6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6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40.9,&quot;left&quot;:23.55,&quot;top&quot;:177,&quot;width&quot;:876}"/>
</p:tagLst>
</file>

<file path=ppt/tags/tag16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6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6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68.xml><?xml version="1.0" encoding="utf-8"?>
<p:tagLst xmlns:p="http://schemas.openxmlformats.org/presentationml/2006/main">
  <p:tag name="KSO_WM_DIAGRAM_VIRTUALLY_FRAME" val="{&quot;height&quot;:340.9,&quot;left&quot;:23.55,&quot;top&quot;:177,&quot;width&quot;:87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72.xml><?xml version="1.0" encoding="utf-8"?>
<p:tagLst xmlns:p="http://schemas.openxmlformats.org/presentationml/2006/main">
  <p:tag name="KSO_WM_DIAGRAM_VIRTUALLY_FRAME" val="{&quot;height&quot;:340.9,&quot;left&quot;:23.55,&quot;top&quot;:177,&quot;width&quot;:876}"/>
</p:tagLst>
</file>

<file path=ppt/tags/tag17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7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7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76.xml><?xml version="1.0" encoding="utf-8"?>
<p:tagLst xmlns:p="http://schemas.openxmlformats.org/presentationml/2006/main">
  <p:tag name="KSO_WM_DIAGRAM_VIRTUALLY_FRAME" val="{&quot;height&quot;:340.9,&quot;left&quot;:23.55,&quot;top&quot;:177,&quot;width&quot;:876}"/>
</p:tagLst>
</file>

<file path=ppt/tags/tag17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8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SLIDE_ITEM_CNT" val="3"/>
  <p:tag name="resource_record_key" val="{&quot;10&quot;:[3505430,50036384],&quot;29&quot;:[50053024,50052948],&quot;70&quot;:[3405561,3319090,3312439]}"/>
</p:tagLst>
</file>

<file path=ppt/tags/tag185.xml><?xml version="1.0" encoding="utf-8"?>
<p:tagLst xmlns:p="http://schemas.openxmlformats.org/presentationml/2006/main">
  <p:tag name="KSO_WM_DIAGRAM_VIRTUALLY_FRAME" val="{&quot;height&quot;:389.6,&quot;left&quot;:211.45,&quot;top&quot;:116.65,&quot;width&quot;:477.55}"/>
</p:tagLst>
</file>

<file path=ppt/tags/tag18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8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8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8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9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91.xml><?xml version="1.0" encoding="utf-8"?>
<p:tagLst xmlns:p="http://schemas.openxmlformats.org/presentationml/2006/main">
  <p:tag name="KSO_WM_DIAGRAM_VIRTUALLY_FRAME" val="{&quot;height&quot;:156.26889153427965,&quot;left&quot;:79.175,&quot;top&quot;:135.73110236220472,&quot;width&quot;:215.02872924804697}"/>
</p:tagLst>
</file>

<file path=ppt/tags/tag19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9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4.xml><?xml version="1.0" encoding="utf-8"?>
<p:tagLst xmlns:p="http://schemas.openxmlformats.org/presentationml/2006/main">
  <p:tag name="KSO_WM_DIAGRAM_VIRTUALLY_FRAME" val="{&quot;height&quot;:156.26889153427965,&quot;left&quot;:79.175,&quot;top&quot;:135.73110236220472,&quot;width&quot;:215.02872924804697}"/>
</p:tagLst>
</file>

<file path=ppt/tags/tag19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156.26889153427965,&quot;left&quot;:79.175,&quot;top&quot;:135.73110236220472,&quot;width&quot;:215.02872924804697}"/>
</p:tagLst>
</file>

<file path=ppt/tags/tag19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00.xml><?xml version="1.0" encoding="utf-8"?>
<p:tagLst xmlns:p="http://schemas.openxmlformats.org/presentationml/2006/main">
  <p:tag name="KSO_WM_DIAGRAM_VIRTUALLY_FRAME" val="{&quot;height&quot;:156.26889153427965,&quot;left&quot;:79.175,&quot;top&quot;:135.73110236220472,&quot;width&quot;:215.02872924804697}"/>
</p:tagLst>
</file>

<file path=ppt/tags/tag20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0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0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05.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12.xml><?xml version="1.0" encoding="utf-8"?>
<p:tagLst xmlns:p="http://schemas.openxmlformats.org/presentationml/2006/main">
  <p:tag name="KSO_WM_DIAGRAM_VIRTUALLY_FRAME" val="{&quot;height&quot;:443.51889153427965,&quot;left&quot;:59.7,&quot;top&quot;:137.43110236220474,&quot;width&quot;:492.053729248047}"/>
</p:tagLst>
</file>

<file path=ppt/tags/tag21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1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15.xml><?xml version="1.0" encoding="utf-8"?>
<p:tagLst xmlns:p="http://schemas.openxmlformats.org/presentationml/2006/main">
  <p:tag name="KSO_WM_DIAGRAM_VIRTUALLY_FRAME" val="{&quot;height&quot;:443.51889153427965,&quot;left&quot;:59.7,&quot;top&quot;:137.43110236220474,&quot;width&quot;:492.053729248047}"/>
</p:tagLst>
</file>

<file path=ppt/tags/tag21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1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18.xml><?xml version="1.0" encoding="utf-8"?>
<p:tagLst xmlns:p="http://schemas.openxmlformats.org/presentationml/2006/main">
  <p:tag name="KSO_WM_DIAGRAM_VIRTUALLY_FRAME" val="{&quot;height&quot;:443.51889153427965,&quot;left&quot;:59.7,&quot;top&quot;:137.43110236220474,&quot;width&quot;:492.053729248047}"/>
</p:tagLst>
</file>

<file path=ppt/tags/tag21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1.xml><?xml version="1.0" encoding="utf-8"?>
<p:tagLst xmlns:p="http://schemas.openxmlformats.org/presentationml/2006/main">
  <p:tag name="KSO_WM_DIAGRAM_VIRTUALLY_FRAME" val="{&quot;height&quot;:443.51889153427965,&quot;left&quot;:59.7,&quot;top&quot;:137.43110236220474,&quot;width&quot;:492.053729248047}"/>
</p:tagLst>
</file>

<file path=ppt/tags/tag22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3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3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3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3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4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41.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4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4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4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61.xml><?xml version="1.0" encoding="utf-8"?>
<p:tagLst xmlns:p="http://schemas.openxmlformats.org/presentationml/2006/main">
  <p:tag name="PA" val="v4.3.1"/>
</p:tagLst>
</file>

<file path=ppt/tags/tag262.xml><?xml version="1.0" encoding="utf-8"?>
<p:tagLst xmlns:p="http://schemas.openxmlformats.org/presentationml/2006/main">
  <p:tag name="PA" val="v4.3.1"/>
</p:tagLst>
</file>

<file path=ppt/tags/tag263.xml><?xml version="1.0" encoding="utf-8"?>
<p:tagLst xmlns:p="http://schemas.openxmlformats.org/presentationml/2006/main">
  <p:tag name="PA" val="v4.3.1"/>
</p:tagLst>
</file>

<file path=ppt/tags/tag264.xml><?xml version="1.0" encoding="utf-8"?>
<p:tagLst xmlns:p="http://schemas.openxmlformats.org/presentationml/2006/main">
  <p:tag name="PA" val="v4.3.1"/>
</p:tagLst>
</file>

<file path=ppt/tags/tag265.xml><?xml version="1.0" encoding="utf-8"?>
<p:tagLst xmlns:p="http://schemas.openxmlformats.org/presentationml/2006/main">
  <p:tag name="PA" val="v4.3.1"/>
</p:tagLst>
</file>

<file path=ppt/tags/tag266.xml><?xml version="1.0" encoding="utf-8"?>
<p:tagLst xmlns:p="http://schemas.openxmlformats.org/presentationml/2006/main">
  <p:tag name="KSO_WM_DIAGRAM_VIRTUALLY_FRAME" val="{&quot;height&quot;:389.6,&quot;left&quot;:211.45,&quot;top&quot;:116.65,&quot;width&quot;:477.55}"/>
</p:tagLst>
</file>

<file path=ppt/tags/tag267.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6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69.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70.xml><?xml version="1.0" encoding="utf-8"?>
<p:tagLst xmlns:p="http://schemas.openxmlformats.org/presentationml/2006/main">
  <p:tag name="TABLE_ENDDRAG_ORIGIN_RECT" val="396*169"/>
  <p:tag name="TABLE_ENDDRAG_RECT" val="51*94*396*169"/>
</p:tagLst>
</file>

<file path=ppt/tags/tag271.xml><?xml version="1.0" encoding="utf-8"?>
<p:tagLst xmlns:p="http://schemas.openxmlformats.org/presentationml/2006/main">
  <p:tag name="TABLE_ENDDRAG_ORIGIN_RECT" val="396*169"/>
  <p:tag name="TABLE_ENDDRAG_RECT" val="480*94*396*169"/>
</p:tagLst>
</file>

<file path=ppt/tags/tag272.xml><?xml version="1.0" encoding="utf-8"?>
<p:tagLst xmlns:p="http://schemas.openxmlformats.org/presentationml/2006/main">
  <p:tag name="TABLE_ENDDRAG_ORIGIN_RECT" val="396*169"/>
  <p:tag name="TABLE_ENDDRAG_RECT" val="51*273*396*169"/>
</p:tagLst>
</file>

<file path=ppt/tags/tag273.xml><?xml version="1.0" encoding="utf-8"?>
<p:tagLst xmlns:p="http://schemas.openxmlformats.org/presentationml/2006/main">
  <p:tag name="TABLE_ENDDRAG_ORIGIN_RECT" val="396*169"/>
  <p:tag name="TABLE_ENDDRAG_RECT" val="51*273*396*169"/>
</p:tagLst>
</file>

<file path=ppt/tags/tag274.xml><?xml version="1.0" encoding="utf-8"?>
<p:tagLst xmlns:p="http://schemas.openxmlformats.org/presentationml/2006/main">
  <p:tag name="KSO_WM_DIAGRAM_VIRTUALLY_FRAME" val="{&quot;height&quot;:389.6,&quot;left&quot;:211.45,&quot;top&quot;:116.65,&quot;width&quot;:477.55}"/>
</p:tagLst>
</file>

<file path=ppt/tags/tag27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7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7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BEAUTIFY_FLAG" val=""/>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BEAUTIFY_FLAG" val=""/>
</p:tagLst>
</file>

<file path=ppt/tags/tag290.xml><?xml version="1.0" encoding="utf-8"?>
<p:tagLst xmlns:p="http://schemas.openxmlformats.org/presentationml/2006/main">
  <p:tag name="KSO_WM_BEAUTIFY_FLAG" val=""/>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BEAUTIFY_FLAG" val=""/>
</p:tagLst>
</file>

<file path=ppt/tags/tag293.xml><?xml version="1.0" encoding="utf-8"?>
<p:tagLst xmlns:p="http://schemas.openxmlformats.org/presentationml/2006/main">
  <p:tag name="KSO_WM_BEAUTIFY_FLAG" val=""/>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BEAUTIFY_FLAG" val=""/>
</p:tagLst>
</file>

<file path=ppt/tags/tag296.xml><?xml version="1.0" encoding="utf-8"?>
<p:tagLst xmlns:p="http://schemas.openxmlformats.org/presentationml/2006/main">
  <p:tag name="KSO_WM_BEAUTIFY_FLAG" val=""/>
</p:tagLst>
</file>

<file path=ppt/tags/tag297.xml><?xml version="1.0" encoding="utf-8"?>
<p:tagLst xmlns:p="http://schemas.openxmlformats.org/presentationml/2006/main">
  <p:tag name="KSO_WM_BEAUTIFY_FLAG" val=""/>
</p:tagLst>
</file>

<file path=ppt/tags/tag298.xml><?xml version="1.0" encoding="utf-8"?>
<p:tagLst xmlns:p="http://schemas.openxmlformats.org/presentationml/2006/main">
  <p:tag name="KSO_WM_BEAUTIFY_FLAG" val=""/>
</p:tagLst>
</file>

<file path=ppt/tags/tag299.xml><?xml version="1.0" encoding="utf-8"?>
<p:tagLst xmlns:p="http://schemas.openxmlformats.org/presentationml/2006/main">
  <p:tag name="KSO_WM_BEAUTIFY_FLAG" val=""/>
</p:tagLst>
</file>

<file path=ppt/tags/tag300.xml><?xml version="1.0" encoding="utf-8"?>
<p:tagLst xmlns:p="http://schemas.openxmlformats.org/presentationml/2006/main">
  <p:tag name="KSO_WM_BEAUTIFY_FLAG" val=""/>
</p:tagLst>
</file>

<file path=ppt/tags/tag301.xml><?xml version="1.0" encoding="utf-8"?>
<p:tagLst xmlns:p="http://schemas.openxmlformats.org/presentationml/2006/main">
  <p:tag name="KSO_WM_BEAUTIFY_FLAG" val=""/>
</p:tagLst>
</file>

<file path=ppt/tags/tag302.xml><?xml version="1.0" encoding="utf-8"?>
<p:tagLst xmlns:p="http://schemas.openxmlformats.org/presentationml/2006/main">
  <p:tag name="KSO_WM_BEAUTIFY_FLAG" val=""/>
</p:tagLst>
</file>

<file path=ppt/tags/tag303.xml><?xml version="1.0" encoding="utf-8"?>
<p:tagLst xmlns:p="http://schemas.openxmlformats.org/presentationml/2006/main">
  <p:tag name="KSO_WM_BEAUTIFY_FLAG" val=""/>
</p:tagLst>
</file>

<file path=ppt/tags/tag304.xml><?xml version="1.0" encoding="utf-8"?>
<p:tagLst xmlns:p="http://schemas.openxmlformats.org/presentationml/2006/main">
  <p:tag name="KSO_WM_BEAUTIFY_FLAG" val=""/>
</p:tagLst>
</file>

<file path=ppt/tags/tag305.xml><?xml version="1.0" encoding="utf-8"?>
<p:tagLst xmlns:p="http://schemas.openxmlformats.org/presentationml/2006/main">
  <p:tag name="KSO_WM_BEAUTIFY_FLAG" val=""/>
</p:tagLst>
</file>

<file path=ppt/tags/tag306.xml><?xml version="1.0" encoding="utf-8"?>
<p:tagLst xmlns:p="http://schemas.openxmlformats.org/presentationml/2006/main">
  <p:tag name="KSO_WM_BEAUTIFY_FLAG" val=""/>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PA" val="v4.3.1"/>
</p:tagLst>
</file>

<file path=ppt/tags/tag315.xml><?xml version="1.0" encoding="utf-8"?>
<p:tagLst xmlns:p="http://schemas.openxmlformats.org/presentationml/2006/main">
  <p:tag name="PA" val="v4.3.1"/>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TABLE_ENDDRAG_ORIGIN_RECT" val="427*233"/>
  <p:tag name="TABLE_ENDDRAG_RECT" val="488*280*427*233"/>
</p:tagLst>
</file>

<file path=ppt/tags/tag322.xml><?xml version="1.0" encoding="utf-8"?>
<p:tagLst xmlns:p="http://schemas.openxmlformats.org/presentationml/2006/main">
  <p:tag name="PA" val="v4.3.1"/>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KSO_WM_BEAUTIFY_FLAG" val=""/>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KSO_WM_BEAUTIFY_FLAG" val=""/>
</p:tagLst>
</file>

<file path=ppt/tags/tag351.xml><?xml version="1.0" encoding="utf-8"?>
<p:tagLst xmlns:p="http://schemas.openxmlformats.org/presentationml/2006/main">
  <p:tag name="KSO_WM_BEAUTIFY_FLAG" val=""/>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DIAGRAM_VIRTUALLY_FRAME" val="{&quot;height&quot;:389.6,&quot;left&quot;:211.45,&quot;top&quot;:116.65,&quot;width&quot;:477.55}"/>
</p:tagLst>
</file>

<file path=ppt/tags/tag44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4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4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4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4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4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4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4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5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5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5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5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5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5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5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5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5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5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6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6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6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63.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12129</Words>
  <Application>WPS 演示</Application>
  <PresentationFormat/>
  <Paragraphs>1204</Paragraphs>
  <Slides>25</Slides>
  <Notes>0</Notes>
  <HiddenSlides>0</HiddenSlides>
  <MMClips>0</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25</vt:i4>
      </vt:variant>
    </vt:vector>
  </HeadingPairs>
  <TitlesOfParts>
    <vt:vector size="5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Miriam Mono CLM</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User</cp:lastModifiedBy>
  <cp:revision>58</cp:revision>
  <dcterms:created xsi:type="dcterms:W3CDTF">2026-02-06T08:36:00Z</dcterms:created>
  <dcterms:modified xsi:type="dcterms:W3CDTF">2026-02-07T03:53:08Z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2025-07-28T01:35:42Z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2052-12.1.0.16729</vt:lpwstr>
  </property>
</Properties>
</file>