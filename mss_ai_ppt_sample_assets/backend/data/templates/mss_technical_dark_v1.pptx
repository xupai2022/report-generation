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22C55E"/>
                </a:solidFill>
              </a:rPr>
              <a:t>{{REPORT_TITLE}}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E6E6E6"/>
                </a:solidFill>
              </a:rPr>
              <a:t>{{CUSTOMER_NAME}}  |  {{PERIOD}}  |  Technical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{{CONFIDENTIALITY}}  |  Generated: {{GENERATED_AT}}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{{SLIDE_TITLE}}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{{ALERTS_DETAIL}}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{{FALSE_POSITIVE_NOTES}}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{{FOOTER}}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{{SLIDE_TITLE}}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{{INCIDENT_TIMELINE}}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{{FOOTER}}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{{SLIDE_TITLE}}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{{VULN_SUMMARY}}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9728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{{TOP_VULNS}}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{{FOOTER}}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{{SLIDE_TITLE}}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{{CLOUD_RISKS}}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9728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{{EXPOSURE_FINDINGS}}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{{FOOTER}}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{{SLIDE_TITLE}}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{{EVIDENCE_INDEX}}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4B4B4"/>
                </a:solidFill>
              </a:rPr>
              <a:t>{{FOOTER}}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