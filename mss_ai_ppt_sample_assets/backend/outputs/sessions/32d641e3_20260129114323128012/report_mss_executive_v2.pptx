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高危事件同比增加，横向移动与异常登录需重点关注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本期整体安全状况需重点关注，高危事件占比提升且检测到疑似勒索攻击。管理层需特别关注暴露服务防护不足及账户异常行为风险。MSS团队平均响应时间2.8小时，符合SLA要求，但事件闭环周期偏长。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暴力破解告警环比上升11%，主要针对SSH服务，建议加强访问控制
2. 云配置错误告警激增25%，涉及对象存储公开访问风险
3. 高危事件平均闭环时间达10.4小时，需优化事件处理流程
4. 误报率16%高于行业基准，建议优化告警规则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暴力破解(2546)和云配置错误(1574)占告警总量33%，反映攻击者持续针对SSH服务及云存储配置缺陷。钓鱼邮件告警同比下降14%显示防护措施初见成效，但恶意外联行为仍需警惕。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告警总量环比上升12%，但高危告警占比提升明显。云配置错误告警激增25%需重点核查，建议检查云资源配置审计流程。最后一周告警量突增3倍，可能存在异常攻击模式。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本期共发生5起安全事件，其中2起高危事件涉及勒索攻击前置行为。平均响应时间2.8小时符合SLA，但事件闭环周期长达10-15小时，暴露服务资产仍是主要攻击目标。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攻击者主要针对暴露在外的SSH/RDP服务及云存储进行扫描利用，通过暴力破解和配置漏洞建立入侵路径。60%的事件涉及账户异常行为，显示身份认证机制存在薄弱环节，建议全面启用MFA并强化暴露资产访问控制。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本期漏洞以低危（92）和中危（20）为主，高危漏洞15个需重点关注。当前修复进度良好（2个严重/3个高危已修复），但1个ActiveMQ RCE漏洞（CVE-2023-46604）仍处于修复中，整体风险处于可控范围。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XZ Utils后门风险（CVE-2024-3094）已修复，OpenSSH漏洞（CVE-2024-6387）已完成修复。ActiveMQ RCE漏洞（CVE-2023-46604）仍需紧急处理，该漏洞可能被用于远程代码执行，建议24小时内完成补丁验证并部署。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当前17台服务器暴露SSH服务（端口22）构成最大风险，建议立即实施最小化暴露策略：关闭非必要服务（如Kibana 5601、Grafana 3000），对SSH/RDP服务实施IP白名单访问控制。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环境存在7处安全组0.0.0/0暴露（风险上升），2处对象存储公开访问，1个高权限账号未启用MFA。安全组配置问题风险等级最高，可能导致横向渗透攻击。IAM权限风险处于可接受范围，但需警惕数据泄露风险（公开存储对象）。整体云安全态势需紧急优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【紧急】收敛安全组0.0.0/0规则，仅开放必要端口给指定IP段
【高优先级】全量检查对象存储ACL策略，禁用非授权公开访问
【关键】强制所有高权限账号启用多因素认证（MFA）
【常规】启用云审计日志实时监控并设置告警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【紧急】修复ActiveMQ RCE漏洞（CVE-2023-46604），IT团队需在72小时内完成补丁验证与部署
【紧急】关闭非必要暴露服务（Kibana/Grafana），安全团队需在48小时内制定最小化暴露方案
【紧急】处理安全组0.0.0/0暴露，网络团队需在7日内完成收敛策略
【紧急】对cdn-edge资产实施强化MFA策略，安全部门需在24小时内完成配置
【紧急】完成SSH服务IP白名单配置，运维团队需在5个工作日内完成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【重要】完成中危漏洞批量修复（20个），IT团队需在30日内完成基线扫描与加固
【重要】建立云安全组自动检测机制，安全部门需在15日内完成工具选型
【重要】提升EDR覆盖率至98%，运维团队需在20日内完成剩余9%终端部署
【重要】实施定期暴露面审计，安全团队需在30日内制定月度检查流程
【重要】强化容器镜像扫描策略，DevOps团队需在25日内完成基线更新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1：建立云安全配置自动化审计体系，通过实时监控和合规检查降低人为配置错误风险。建议2：投资建设威胁狩猎团队，针对持续增长的横向移动攻击（如本次勒索软件事件）提升主动防御能力。建议3：实施零信任架构改造，特别是对SSH/RDP等远程访问服务，需在Q2前完成基于身份的动态访问控制部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MTTR（平均修复时间）：从威胁被发现到完成处置的平均耗时
MTTD（平均检测时间）：从威胁发生到被系统检测到的平均耗时
误报率：错误触发的告警占总告警量的比例
CVE：通用漏洞披露编号，用于唯一标识已知安全漏洞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