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 09:29:56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告警量环比下降但横向移动威胁上升，需强化暴露面防护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本期整体安全态势存在风险，横向移动相关高危事件同比增加。暴露服务扫描利用和云配置错误是主要攻击面，需优先优化暴露面管理。MSS团队平均响应时间优于行业基准（2.8小时 vs SLA 3小时），但高危事件处置耗时仍需优化。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暴力破解告警环比上升11%（2,546次），SSH服务为主要目标
云配置错误告警激增25%（1,574次），需加强云安全基线管控
高危横向移动事件同比增加50%，暴露服务扫描利用成攻击入口
误报率16%高于基准值，建议优化R-SSH-BRUTE-01等高频规则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暴力破解（25%）和钓鱼邮件（16%）占告警总量41%，暴露服务扫描利用事件同比增加200%。云配置错误告警激增25%主要源于对象存储权限开放问题，需重点核查云安全组策略。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告警总量环比下降12%（12,414 vs 14,101），但暴力破解和云配置错误类告警分别上升11%和25%。钓鱼邮件告警下降14%显示防护措施初见成效，但暴露服务攻击尝试激增反映攻击面扩大风险。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本月共处置5起安全事件（2起高危），平均响应时间2.8小时符合SLA。暴露服务扫描利用事件占60%，其中3起涉及CDN边缘节点。高危事件MTTR中位数2.9小时，响应效率达标但可优化。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攻击者主要针对暴露的SSH/RDP服务（5/5事件）和云存储服务实施扫描利用。80%事件涉及凭据重置与MFA强化，暴露初始访问和凭据滥用风险。建议：1）全面禁用非必要远程服务 2）强制启用MFA 3）建立暴露资产实时监控机制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本期共发现121个漏洞，低危漏洞占比超70%，但存在4个严重漏洞和15个高危漏洞。当前修复进度显示2个严重漏洞已修补，1个高危漏洞正在修复，整体风险处于中高水平。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高危漏洞CVE-2023-46604（ActiveMQ RCE）仍处于修复中状态，需优先处理。建议立即完成该漏洞的补丁部署，并对已修补的XZ Utils漏洞进行验证性复查，防止遗留风险。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当前暴露SSH/RDP等高风险服务17台资产，建议立即关闭非必要端口。Kibana/Grafana等管理界面需实施IP白名单策略，优先级高于常规服务暴露面收窄。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云环境存在7处安全组0.0.0.0/0暴露（风险上升），2处对象存储公开访问，1个未启用MFA的高权限账号（风险下降）。安全组配置问题占比超70%，存在横向移动风险。整体云安全风险处于中危偏上水平，需重点关注API网关和存储服务的访问控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1) 【紧急】收敛安全组0.0.0.0/0规则，仅开放必要端口给指定IP段
2) 【高优】全面扫描对象存储权限，禁用非加密访问和公开读写
3) 【强制】启用所有高权限账号的MFA并执行最小权限策略
4) 【常规】建立云资产暴露面自动审计机制，每周生成报告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1) 72小时内修复ActiveMQ RCE漏洞（CVE-2023-46604），责任方：王工团队
2) 下架所有非生产必需的对外暴露服务（SSH/RDP等），责任方：李经理
3) 修复7处安全组0.0.0.0/0暴露配置，责任方：IT安全部
4) 隔离并调查cdn-edge资产的异常行为，责任方：安全运维组
5) 完成XZ Utils漏洞修复验证，责任方：系统架构组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1) 30天内完成中危漏洞修复率提升至90%以上
2) 对Grafana/Kibana等管理界面实施网络层访问控制
3) 将EDR覆盖率从91%提升至98%，重点覆盖边缘节点
4) 建立云配置变更实时告警机制
5) 优化云审计日志保留策略至90天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建议：1）建立漏洞修补SLA制度（严重/高危漏洞48小时响应），2）部署云配置自动化合规工具，3）开展全员安全意识培训（钓鱼邮件识别率提升30%），4）建设攻击面管理平台实现暴露资产动态可视。这些措施将系统性提升当前告警响应效率和防御纵深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本报告数据来源于MSS安全运营平台，覆盖报告周期内的所有监控告警、安全事件、漏洞扫描和云安全检查数据。告警口径为去重后的规则触发次数；WAF与EDR重复告警已在聚合时合并。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MTTR（平均修复时间）：从安全事件被发现到完成处置的平均耗时
MTTD（平均检测时间）：从攻击发生到被安全系统发现的平均耗时
误报率：错误触发的安全告警占总告警量的比例
CVE（通用漏洞披露）：全球统一的漏洞编号体系，用于唯一标识已知安全漏洞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