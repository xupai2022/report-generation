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本期检测到12414个告警（低危占比79.8%），威胁类型以挖矿/木马为主（合计300例）。MTTD 31分钟、MTTR 2.8小时，重大事件响应符合SLA要求。暴露面风险中SSH服务外露资产达17台，需重点关注云环境安全组配置。高危漏洞已全部修复，但中危漏洞修复进度待提升（当前15/35）。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【高危】疑似勒索前置横向移动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cdn-edge资产存在异常横向移动行为，攻击者通过SSH协议尝试访问生产集群节点。判定为高危事件因其具备勒索攻击的前期特征（横向移动+权限提升）。攻击向量：通过已入侵的CDN边缘节点作为跳板，利用SSH爆破（Brute Force）尝试登录生产环境。影响范围：仅cdn-edge节点被确认感染，未扩散至核心资产。处置措施：立即隔离cdn-edge节点，封禁源IP 192.168.1.102，重置所有SSH密钥并强制启用MFA，更新WAF规则拦截相关攻击特征。根因分析：CDN服务暴露在公网且未实施IP白名单策略，导致被扫描后成为入侵跳板。后续需重新评估CDN服务的网络隔离策略。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db-core-01、bastion-01等生产环境资产被外部扫描工具探测开放端口。判定为中危事件因其暴露了数据库等敏感服务。攻击向量：攻击者使用nmap等工具对22/3306/80端口进行SYN扫描，随后尝试默认凭据登录。影响范围：3台生产资产被扫描，但尚未发现凭据泄露或数据外泄。处置措施：隔离相关主机，封禁扫描源IP 203.0.113.5，关闭非必要端口，启用端口敲门（Port Knocking）机制，增加入侵检测规则。根因分析：生产环境服务器未实施最小化暴露原则，建议通过VPC+ACL限制外部访问。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本期攻击呈现自动化扫描与针对性利用结合特征。主要TTP包括：1）使用nmap/ZMap进行大规模端口扫描 2）针对SSH/RDP实施暴力破解 3）利用暴露的数据库服务进行默认凭据试探。攻击目标集中于对外暴露的服务（SSH、Kibana、Grafana），利用安全组0.0.0.0/0配置缺陷扩大攻击面。未发现与已知APT组织的直接关联，但攻击模式与Leviathan僵尸网络的部分行为特征相似。建议重点加固对外暴露资产的访问控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CVE-2024-3094（XZ Utils后门风险）：攻击者可构造恶意tar包触发后门代码执行，影响Ubuntu 22.04/Debian 12。当前环境2台CI服务器受影响，攻击者可通过供应链污染实现RCE。修复需升级xz-utils至5.4.3以上版本。2. CVE-2023-46604（ActiveMQ RCE）：未授权访问可通过/activemq/fileserver路径上传JSP马，影响Apache ActiveMQ 5.18.0-5.18.3。当前2台日志服务器受影响，需升级至5.18.4或禁用fileserver接口。3. CVE-2024-6387（OpenSSH regreSSHion）：特定版本的正则表达式存在ReDoS漏洞，攻击者可通过构造SSH User参数触发拒绝服务，影响OpenSSH 9.0p1。已通过升级至9.1p2修复。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已修复Critical漏洞2个（CVE-2024-3094, CVE-2024-6387），High漏洞1个。2. CVE-2023-46604（High）修复进度中，预计12月5日前完成。3. 未修复Low/Medium漏洞92个，因涉及容器镜像基线需进行兼容性测试。4. 优先关注未启用MFA的高权限账号（CVE-2023-46604关联风险）。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存在显著风险：SSH(22)暴露17台资产，攻击者可直接进行爆破攻击；RDP(3389)暴露1台Windows服务器，存在蓝屏漏洞利用风险；Kibana(5601)和Grafana(3000)的Web管理界面暴露，可能被利用进行目录遍历或SQL注入。防护措施方面，仅60%暴露服务配置了IP白名单，且所有暴露服务均未启用多因素认证。建议：1）立即下线非必要的SSH暴露 2）为RDP服务配置端口敲门机制 3）将Kibana/Grafana迁移至内网并通过跳板机访问。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本期对外IP数量维持12个，新增3个暴露服务（Kibana、Grafana节点）。攻击面总体扩大，主要因新部署的监控服务未遵循最小暴露原则。需重点关注容器服务暴露的非标准端口，这些端口常被忽视但易成为攻击入口。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SSH服务：迁移至内网并启用跳板机访问（优先级P0，预计2人天）。2. RDP服务：配置端口敲门+IP白名单（优先级P1，预计1人天）。3. Kibana/Grafana：通过反向代理限制访问源（优先级P1，预计3人天）。4. 所有暴露服务：启用WAF防护并配置速率限制（优先级P2）。5. 新建资产：强制实施暴露面审批流程（优先级P3）。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云环境存在三类IAM风险：1）1个高权限账号（CloudAdmin）未启用MFA，违反最小权限原则 2）3个服务账号AccessKey未设置轮换策略 3）安全组存在0.0.0.0/0入站规则导致横向移动风险。建议：1）立即为CloudAdmin启用MFA并限制登录IP 2）为所有服务账号配置自动轮换策略（7天/次） 3）通过CloudTrail审计未授权访问行为 4）实施基于角色的临时凭据（RBAC+STS）。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已满足：VPC网络隔离、密钥轮换策略、安全组基线。2. 未达标：未启用RAM用户MFA（CIS 5.7）、未配置对象存储加密（CIS 4.1）。3. 优先整改：启用RAM强制MFA（预计1天）和S3服务器端加密（预计3天）。4. 需要建立云资产清单自动同步机制。5. 建议部署云安全中心实现自动化合规检查。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修复XZ Utils后门风险：针对CVE-2024-3094，执行`yum update xz`或`apt-get upgrade xz`，关闭非必要服务暴露。预期消除高危漏洞，风险为依赖兼容性问题。
2. 限制SSH访问范围：在安全组中将SSH(22)端口从0.0.0/0改为仅允许办公网段，配置`/etc/ssh/sshd_config`的AllowUsers和PermitRootLogin no。预期减少爆破攻击面，需注意运维通道中断风险。
3. 修复ActiveMQ RCE漏洞：升级至Apache ActiveMQ 5.19.0+，执行`systemctl restart activemq`。预期消除远程代码执行风险，需验证应用兼容性。
4. 优化对象存储权限：通过AWS CLI执行`aws s3api put-bucket-policy`设置Deny Public Access，配合RAM策略。预期减少数据泄露风险，需同步更新合法访问策略。
5. 加固Kubernetes节点：部署kube-bench检查基线，执行`kubectl apply -f pod-security-policy.yaml`。预期提升容器环境安全性，需评估PSP对现有工作负载的影响。
6. 关闭非必要暴露服务：通过防火墙规则屏蔽RDP(3389)、Kibana(5601)等端口，使用Nginx反向代理控制访问。预期降低攻击面，需确保业务访问路径正常。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建议新增勒索软件横向移动检测规则，监控异常进程树和LSASS内存访问行为。对误报率23%的O365钓鱼规则（R-O365-PHISH-02），建议增加邮件附件沙箱分析和发件人历史行为分析。扩大容器日志采集覆盖，接入Docker daemon日志和Kubernetes审计日志。针对未覆盖的物联网设备（400台），部署边缘IDS节点并配置专用检测策略。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检查SSH配置：确保Port非22且PermitRootLogin=no
验证应用最小权限原则：审计所有服务账号权限
关闭非必要端口：通过firewalld或iptables限制入站
启用MFA：为所有Cloud账号和SSH登录配置双因素认证
检查安全组规则：禁止0.0.0/0对RDP/SSH的开放
验证对象存储ACL：确保无Public Read/Write权限
检查容器镜像扫描：确保所有生产镜像无High+Critical漏洞
验证EDR覆盖率：确保91%终端已安装并上报日志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趋势数据 | qry_alerts_trend_weekly_v4
告警分类 | qry_top_categories_v5
规则详情 | qry_top_rules_v3
事件记录 | qry_incidents_v3
漏洞汇总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数据时效：T+1天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告警口径为去重后的规则触发次数；WAF与EDR重复告警已在聚合时合并。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漏洞统计基于本期扫描与资产清单比对，含云镜像与容器镜像基线扫描结果。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MTTD：平均检测时间（Minutes to Detect）
MTTR：平均响应时间（Minutes to Respond）
TTP：攻击者使用的战术、技术、程序
IOC：用于识别恶意活动的网络/主机特征
EDR：终端检测与响应系统
SIEM：安全信息与事件管理系统
WAF：Web应用防火墙
MFA：多因素认证
PSP：Pod安全策略
RAM：资源访问管理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