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 09:29:56 UTC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本期检测到12414条去重告警，其中高危62起（0.5%）、中危837起（6.7%），威胁分布显示代理工具（400起）和木马（200起）占比突出。MTTD 31分钟、MTTR 2.8小时符合SLA要求，但低危告警占比过高（80%）影响响应效率。云环境暴露面存在7处0.0.0/0安全组风险，需重点关注云资源配置审计与暴露服务收敛。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【高危】疑似勒索前置横向移动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cdn-edge节点异常横向移动行为，攻击者可能在部署勒索软件前建立横向控制通道。判定依据：异常SSH连接模式+权限提升行为+数据外泄特征。攻击向量：通过已暴露的SSH服务（22端口）进行初始入侵，利用未修复的CVE-2024-6387漏洞实现权限提升。影响范围：仅cdn-edge节点，但存在横向扩散风险。处置措施：1. 立即隔离cdn-edge主机 2. 封禁攻击源IP段 3. 强制重置所有相关账号凭证并启用MFA 4. 应用安全补丁CVE-2024-6387 5. 更新WAF规则阻止异常SSH协议行为。根因分析：暴露的SSH服务缺乏多因素认证，且未及时应用已知漏洞补丁。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攻击者扫描并利用暴露的数据库和跳板机服务进行渗透测试。判定依据：多源IP对db-core-01和bastion-01的端口扫描+异常协议探测。攻击向量：通过开放的RDP端口（3389）和未防护的Kibana服务（5601）进行初始访问。影响范围：db-core-01、bastion-01和prod-web-01，存在数据泄露风险。处置措施：1. 隔离受影响主机 2. 封禁扫描IP 3. 重置所有数据库账号密码并启用MFA 4. 关闭非必要端口 5. 部署HIDS监控异常进程。根因分析：暴露的生产服务缺乏最小权限原则，未实施严格的访问控制策略。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攻击模式呈现以下特征：1）TTP方面：大量使用自动化扫描工具（开放SSH/RDP端口）+利用已知漏洞（如OpenSSH和ActiveMQ RCE）+横向移动（SSH跳板）；2）主要目标：暴露在公网的生产服务（Kibana、SSH、RDP）和云基础设施；3）配置缺陷：0.0.0.0安全组配置、对象存储公开访问、缺失MFA；4）与LockBit勒索组织TTP相似，但尚未发现直接关联证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CVE-2024-3094（XZ Utils后门风险）：攻击者可利用恶意编译的XZ库实现任意代码执行。影响版本：XZ Utils &lt; 5.6.3。风险评估：高危，因该组件在CI/CD环境广泛使用。修复方案：升级至5.6.3+并验证签名。2. CVE-2023-46604（ActiveMQ RCE）：通过恶意JMS消息触发反序列化漏洞。影响版本：ActiveMQ &lt; 5.18.2。风险评估：中危，因仅在内网部署。修复方案：升级至5.18.2+并禁用Web控制台。3. CVE-2024-6387（OpenSSH regreSSHion）：SSH密钥认证绕过漏洞。影响版本：OpenSSH 9.5。风险评估：高危，因SSH服务普遍暴露。修复方案：升级至9.6+并禁用SSHv1。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1个高危漏洞已修复（CVE-2024-6387）
2. 1个高危漏洞（CVE-2023-46604）正在修复中，预计12月15日前完成
3. 未修复漏洞主要受补丁兼容性测试周期限制
4. 临时缓解措施：限制ActiveMQ Web访问源IP
5. 需优先关注未修复的XZ Utils漏洞，因其影响CI/CD核心组件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存在显著风险：1）SSH(22)开放在17台生产服务器，无MFA防护且使用默认端口，攻击面过大；2）RDP(3389)暴露在1台跳板机，易成为远程代码执行入口；3）Kibana(5601)和Grafana(3000)等监控服务直接暴露，存在配置不当风险。建议：1）SSH服务必须迁移至私有网络并启用MFA；2）RDP服务应通过VPN访问；3）监控服务需配置IP白名单和强身份认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呈现扩大趋势：1）对外IP数量维持12个，但暴露服务类型增加；2）新增3个暴露服务（Kibana、Grafana实例），主要来自监控系统配置疏漏；3）攻击面整体扩大15%，云资产暴露风险显著增加；4）需重点关注容器镜像暴露的临时端口和开发环境遗留配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SSH服务：立即关闭非必要SSH暴露，强制通过堡垒机访问（工作量：低，优先级：高）
2. RDP服务：迁移至内网并启用Azure Bastion（工作量：中，优先级：高）
3. Kibana/Grafana：配置IP白名单并启用OAuth2认证（工作量：中，优先级：中）
4. 数据库端口：实施最小访问原则，关闭非业务时段连接（工作量：低，优先级：中）
5. 容器镜像：实施CI/CD流水线安全扫描（工作量：高，优先级：中）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发现1个高风险IAM问题：1个管理员账号未启用MFA，违反最小权限原则。服务账号存在过度授权现象（如CloudWatchFullAccess权限），建议实施基于角色的临时凭证（RBAC）。AccessKey管理需优化：生产环境存在长期AccessKey，建议启用轮换策略并限制访问源IP。具体加固建议：1）强制所有高权限账号启用MFA；2）实施基于会话的临时凭证；3）定期审计AccessKey使用情况；4）启用CloudTrail审计日志并设置告警规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满足：启用CloudTrail审计日志（CIS 5.1）
2. 未满足：7个安全组存在0.0.0.0入站规则（CIS 2.2）
3. 需整改：对象存储桶公开访问问题（CIS 3.5）
4. 优先改进：未启用MFA的管理员账号（CIS 5.3）
5. 建议实施：容器镜像扫描合规策略（CIS 4.1）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修复ActiveMQ RCE漏洞（CVE-2023-46604）
- 立即应用Apache官方补丁或升级至8.2.0以上版本
- 配置防火墙策略限制5672端口访问（例：iptables -A INPUT -p tcp --dport 5672 -s 10.0.0.0/8 -j ACCEPT）
- 预期消除高危漏洞暴露面
- 风险：升级可能导致服务重启，需在维护窗口操作
2. 优化云安全组配置
- 修订7个开放0.0.0.0/0的安全组，采用最小化原则（例：aws ec2 authorize-security-group-ingress --group-id sg-xxxx --protocol tcp --port 22 --cidr 203.0.113.0/24）
- 预期降低外部攻击面30%
- 注意：需同步更新CI/CD流水线模板
3. 强化SSH认证机制
- 修改SSH配置（/etc/ssh/sshd_config）：
  PermitRootLogin no
  PasswordAuthentication no
  Port 2222
- 预期减少85%暴力破解攻击
- 注意：需提前部署SSH密钥分发方案
4. 修复对象存储权限配置
- 对S3/对象存储执行权限扫描（例：aws s3api get-bucket-acl --bucket prod-logs）
- 修正ACL策略（例：Deny Principal:* Action:s3:GetObject）
- 预期消除2个公开访问风险
- 注意：需验证数据访问依赖关系
5. 优化O365钓鱼检测规则
- 调整R-O365-PHISH-02规则阈值：
  - 将可疑链接检测的误报率从23%降至15%
  - 增加邮件发件人IP信誉验证
- 预期降低20%误报率
- 风险：可能漏检新型钓鱼变种
6. 建立物联网设备访问控制
- 在边界防火墙创建物联网设备专用ACL（例：
  限制HTTP/HTTPS访问源IP
  设置每日流量阈值告警
- 预期减少400个物联网设备的暴露风险
- 注意：需与设备厂商确认管理接口需求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新增检测规则：
   - 创建针对Redis未授权访问的实时检测规则（检测6379端口开放+无认证响应）
   - 增加Kubernetes API异常访问模式检测（如短时多次认证失败）
2. 规则调优：
   - 对R-SSH-BRUTE-01增加IP信誉白名单过滤（误报率13%）
   - 优化R-CLOUD-S3-OPEN规则的资源标签校验逻辑（当前误报率8%）
3. 日志覆盖改进：
   - 部署容器运行时审计日志采集（覆盖当前38个日志源中的缺失项）
   - 增加物联网设备的syslog转发配置
4. 检测盲区补充：
   - 部署数据库审计代理，解决MySQL慢查询日志未集中采集的问题
   - 对Grafana(3000)端口实施基于用户行为的访问控制检测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检查SSH配置：/etc/ssh/sshd_config应禁用密码认证
验证Kibana(5601)访问控制：限制源IP到办公网段
审计安全组配置：消除0.0.0.0/0的非必要开放
检查Office365账号MFA启用状态：100%启用
验证Redis认证配置：所有实例应设置requirepass参数
检查容器镜像扫描结果：确保无Critical漏洞
审计物联网设备固件版本：更新至厂商最新版本
验证数据库最小权限原则：生产库禁止PUBLIC角色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每周趋势 | qry_alerts_trend_weekly_v4
告警分类 | qry_top_categories_v5
检测规则 | qry_top_rules_v3
事件数据 | qry_incidents_v3
漏洞数据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数据更新周期：每日T+1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告警数据基于规则触发次数，已合并WAF与EDR重复告警；云账户扫描覆盖7个云账号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漏洞数据来源于云镜像扫描、容器基线扫描及资产清单比对，覆盖主机、应用和网络设备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原始日志和检测证据保留180天，可通过查询ID在安全运营平台追溯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Kubernetes,MySQL,Redis,Nginx,Office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 - 平均检测时间（Minutes to Detect）
MTTR - 平均响应时间（Minutes to Respond）
TTP - 攻击者使用的战术、技术与程序
IOC - 失陷指标（如IP、域名、哈希等）
EDR - 终端检测与响应系统
SIEM - 安全信息与事件管理系统
WAF - Web应用防火墙
MFA - 多因素认证
ACL - 访问控制列表
CI/CD - 持续集成/持续交付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