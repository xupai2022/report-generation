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生成时间：2025-12-10 09:29:56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高危事件环比上升，需警惕横向移动和权限滥用风险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
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本期整体安全状况需关注，横向移动攻击和权限滥用事件数量上升。云配置错误和暴力破解攻击呈增长趋势，建议加强云资产防护和访问控制策略。MSS团队响应效率符合SLA要求，重大事件平均响应时间2.8小时。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暴力破解告警环比上升11%，主要针对SSH服务，建议加强访问控制
2. 云配置错误告警环比激增25%，涉及对象存储和安全组配置，需规范云运维流程
3. 高危漏洞(CVE-2024-3094)已修复，但仍有2个高风险漏洞待处理
4. 生产环境暴露服务被多次利用，建议全面梳理暴露面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暴力破解（2546次）和钓鱼攻击（1977次）为告警主力，云配置错误告警环比增长显著。暴力破解主要针对SSH服务，钓鱼攻击集中在Office 365，云配置问题涉及S3存储和安全组设置，三类告警合计占比达54%。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告警总量环比下降14%，主要受钓鱼攻击减少驱动。暴力破解和云配置错误告警逆势增长，显示攻击者转向基础设施攻击。云配置错误告警激增25%提示云安全策略存在系统性缺陷。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本月共处置5起安全事件，含2起高危事件。平均响应时间2.8小时，符合SLA要求。2起高危事件涉及横向移动和权限滥用，显示攻击复杂度提升，需加强纵深防御。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攻击者主要针对暴露的云服务（SSH/RDP）和容器节点发起扫描利用，80%的事件涉及暴露面攻击。暴力破解、凭证重用和未修复漏洞为常见入侵路径。建议优先加固暴露资产，强化多因素认证和补丁管理。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本期发现高危漏洞15个（占比1.2%），其中2个已修补。存在1个未修复的ActiveMQ远程代码执行漏洞（CVE-2023-46604），整体风险偏高。建议优先处理高危漏洞和未修补项。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【紧急】CVE-2023-46604（ActiveMQ RCE）当前处于修复中，需在48小时内完成补丁部署。【优先级高】建议立即验证OpenSSH补丁有效性，并复查XZ Utils漏洞修复记录。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当前17台服务器开放SSH(22)，1台开放RDP(3389)，建议实施最小化访问策略，通过IP白名单限制远程访问，并定期扫描暴露面。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当前云环境存在7处安全组0.0.0/0暴露（风险上升），2处对象存储公开访问，1个未启用MFA的高权限账号。安全组配置缺陷显著增加，需重点防控横向移动风险。IAM权限收敛和数据访问控制需加强。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【紧急】收敛安全组0.0.0.0/0规则，仅开放必要端口给指定IP段
【高优先级】排查对象存储ACL策略，禁用非必要公开访问
【重要】为所有高权限账号启用MFA并审计权限合理性
【持续改进】建立云配置自动巡检机制，集成CI/CD流水线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【7日内】修补ActiveMQ RCE漏洞（CVE-2023-46604），由运维团队验证补丁有效性
【7日内】隔离暴露的Kibana(5601)服务，由开发团队实施网络层访问控制
【7日内】完成所有未修复高危漏洞的POC验证，由安全团队出具修复方案
【7日内】更新WAF规则集，防御最近发现的横向移动攻击模式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【30日内】建立漏洞修复SLA机制，要求高危漏洞72小时内响应
【30日内】实施云安全组自动收敛策略，限制默认允许规则
【30日内】部署容器镜像扫描，覆盖CI/CD全流程
【30日内】完成EDR终端覆盖率从91%提升至100%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1）建立威胁情报驱动的防御体系，针对持续增长的横向移动攻击加强网络分段
2）构建云配置合规自动化平台，实现安全组、存储策略等配置的实时监控与自动修复
3）实施零信任架构改造，重点强化API网关和容器服务的访问控制能力，缩小攻击面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本报告数据来源于MSS安全运营平台，覆盖报告周期内的所有监控告警、安全事件、漏洞扫描和云安全检查数据。告警口径为去重后的规则触发次数；WAF与EDR重复告警已在聚合时合并。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MTTR（平均修复时间）：指从安全事件被发现到完成修复的平均时间。
MTTD（平均检测时间）：指从攻击发生到被安全系统检测到的平均时间。
误报率：指安全系统触发的告警中，实际为误报的比例。
CVE（通用漏洞披露）：用于唯一标识已知软件漏洞的标准编号系统。
暴力破解：攻击者通过反复尝试不同密码组合以非法获取系统访问权限的行为。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