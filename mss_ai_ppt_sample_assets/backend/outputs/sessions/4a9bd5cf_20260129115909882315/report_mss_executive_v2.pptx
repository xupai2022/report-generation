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1365" cy="6858000" type="screen4x3"/>
  <p:notesSz cx="6858000" cy="9144000"/>
  <p:custDataLst>
    <p:tags r:id="rId1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ableStyles" Target="tableStyles.xml"/><Relationship Id="rId14" Type="http://schemas.openxmlformats.org/officeDocument/2006/relationships/tags" Target="tags/tag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69848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42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{{REPORT_TITLE}}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566160"/>
            <a:ext cx="2103120" cy="457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{{CUSTOMER_LABEL}}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34840"/>
            <a:ext cx="1069848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6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{{PERIOD_LABEL}}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52160"/>
            <a:ext cx="5029200" cy="316865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密级：内部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5852160"/>
            <a:ext cx="548640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r"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{{GENERATED_AT_LABEL}}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安全态势总览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698480" cy="594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8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高危事件环比增加33%，需重点关注横向移动和云配置风险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1064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1069848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告警总数: 12,414 | 高危告警: 62 | 安全事件: 5 | 高危事件: 2
平均响应时间: 2.8小时 | 误报率: 16%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108960"/>
            <a:ext cx="11064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46120"/>
            <a:ext cx="10698480" cy="12344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本期整体安全状况需关注：高危事件较上期增加33%，检测到勒索软件横向移动行为。云配置错误告警环比激增25%，暴露服务数量持续存在。MSS团队平均响应时间优于SLA标准，建议加强暴露面管理和云安全基线校准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709160"/>
            <a:ext cx="11064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4709160"/>
            <a:ext cx="45720" cy="19659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754880"/>
            <a:ext cx="1051560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关键发现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212080"/>
            <a:ext cx="10515600" cy="13716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暴力破解告警环比上升11%，主要针对SSH服务，建议加强访问控制
云配置错误告警激增25%，7个安全组存在0.0.0/0暴露风险，需优先整改
钓鱼邮件告警下降14%，但横向移动事件增加，暴露服务防护需强化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告警趋势分析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53492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21945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4983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周度趋势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4983480" cy="28575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080760" y="868680"/>
            <a:ext cx="55321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868680"/>
            <a:ext cx="45720" cy="21945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9144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告警类别分布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325880"/>
            <a:ext cx="5166360" cy="1645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00400"/>
            <a:ext cx="11064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200400"/>
            <a:ext cx="45720" cy="15087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24612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类别分析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657600"/>
            <a:ext cx="10698480" cy="9601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暴力破解（2546次）占比最高，主要来自SSH服务爆破；云配置错误环比增长25%，暴露了7个安全组开放风险。这两类告警直接影响系统可用性和数据安全，需优先处置。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846320"/>
            <a:ext cx="11064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846320"/>
            <a:ext cx="45720" cy="178308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89204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环比分析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03520"/>
            <a:ext cx="10698480" cy="12344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告警总量环比下降18%，但暴力破解和云配置错误显著上升。云配置错误增长25%反映配置管理存在薄弱环节，建议核查安全组策略和存储权限设置。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重点安全事件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12344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事件概览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69848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本月共发生5起安全事件，其中2起高危事件涉及勒索软件横向移动。平均响应时间2.8小时优于SLA要求，但暴露服务被扫描利用事件占比达60%，需加强暴露面管控。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40280"/>
            <a:ext cx="1106424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240280"/>
            <a:ext cx="45720" cy="28803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事件列表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97480"/>
            <a:ext cx="10698480" cy="2331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257800"/>
            <a:ext cx="11064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5257800"/>
            <a:ext cx="45720" cy="137160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30352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事件洞察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715000"/>
            <a:ext cx="10698480" cy="8229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攻击者主要针对暴露的SSH（17台）和RDP（1台）服务，利用暴力破解和配置漏洞进行横向移动。3起事件涉及生产环境服务暴露，建议立即封禁非必要端口，启用MFA并定期扫描暴露资产。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77240" y="2697480"/>
          <a:ext cx="1088136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4038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事件ID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事件标题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级别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MTTR(分钟)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云侧AccessKey泄露风险处置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生产环境对外暴露服务被扫描利用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179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生产环境对外暴露服务被扫描利用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monitoring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疑似勒索前置横向移动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可疑账号异常登录与提权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漏洞与暴露面分析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86868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86868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228600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漏洞统计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914400"/>
            <a:ext cx="8412480" cy="7315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严重: 4 | 高危: 15 | 中危: 20 | 低危: 92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5349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74519"/>
            <a:ext cx="45720" cy="14173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20240"/>
            <a:ext cx="4983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漏洞概况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86000"/>
            <a:ext cx="498348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本期漏洞总数121个，高危及以上漏洞19个，其中2个严重漏洞已修复。未修复的ActiveMQ RCE漏洞存在远程代码执行风险，需重点关注。整体漏洞修复进度一般，建议优先处理高危漏洞。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1874519"/>
            <a:ext cx="5532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1874519"/>
            <a:ext cx="45720" cy="14173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92024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暴露面统计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286000"/>
            <a:ext cx="516636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对外IP: 12 | 新增暴露: 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429000"/>
            <a:ext cx="11064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429000"/>
            <a:ext cx="45720" cy="16916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474720"/>
            <a:ext cx="10698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重点漏洞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840480"/>
            <a:ext cx="10698480" cy="1188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257800"/>
            <a:ext cx="11064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5257800"/>
            <a:ext cx="45720" cy="114300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303520"/>
            <a:ext cx="10698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669280"/>
            <a:ext cx="10698480" cy="6400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CVE-2023-46604（ActiveMQ RCE）目前未完成修复，存在高风险远程攻击面。建议72小时内完成补丁部署并验证修复效果。已修复的XZ Utils后门漏洞和OpenSSH漏洞需确保所有受影响资产完成更新。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92240"/>
            <a:ext cx="1106424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当前暴露SSH/RDP等高危端口的资产共22台，新增暴露服务需立即收口。建议通过安全组策略限制外部访问，优先保留最小必要服务暴露。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777240" y="3886200"/>
          <a:ext cx="10881360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24003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CVE编号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漏洞名称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严重程度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影响资产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修复状态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CVE-2024-3094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XZ Utils 后门风险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critical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CVE-2023-46604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ActiveMQ RCE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in_progress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CVE-2024-6387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OpenSSH regreSSHion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云安全态势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2926080" cy="137160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26517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2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云账号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2651760" cy="8229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3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7个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868680"/>
            <a:ext cx="7955279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0" y="868680"/>
            <a:ext cx="45720" cy="33375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914400"/>
            <a:ext cx="758952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云风险列表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371600"/>
            <a:ext cx="3657600" cy="2743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1371600"/>
            <a:ext cx="18288" cy="2560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1371600"/>
            <a:ext cx="365760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风险分析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1737360"/>
            <a:ext cx="3657600" cy="23774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当前存在7处安全组0.0.0/0开放规则（风险上升），2个对象存储存在公开访问，1个高权限账号未启用MFA。安全组配置问题显著增加攻击面，建议优先处理。IAM权限风险整体可控，但需加强多因素认证覆盖。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343400"/>
            <a:ext cx="11064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343400"/>
            <a:ext cx="45720" cy="228600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38912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云安全建议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00600"/>
            <a:ext cx="10698480" cy="1737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1. 【紧急】收敛安全组0.0.0/0规则，仅开放必要端口给指定IP段
2. 【高优】审计所有对象存储权限，禁用非预期公开访问
3. 【重要】强制所有高权限账号启用MFA并完成验证
4. 【常规】建立云资产暴露面基线监控机制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251960" y="1417320"/>
          <a:ext cx="3566160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1188720"/>
              </a:tblGrid>
              <a:tr h="67437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风险类型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数量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趋势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0.安全组0.0.0/0暴露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对象存储公开访问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flat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未启用MFA的高权限账号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down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整改建议与行动计划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534924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29718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4983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DC3545"/>
                </a:solidFill>
                <a:latin typeface="微软雅黑" panose="020B0503020204020204" charset="-122"/>
              </a:defRPr>
            </a:pPr>
            <a:r>
              <a:t>P0 紧急（7天内）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498348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1. 【72小时内】修复ActiveMQ RCE漏洞（CVE-2023-46604），责任方：王工 IT团队
2. 【48小时内】封禁所有非必要暴露的SSH/RDP服务，责任方：李经理 安全团队
3. 【24小时内】更新WAF规则防御暴力破解攻击，责任方：安全运营组
4. 【立即】隔离受影响的cdn-edge资产并完成深度排查，责任方：应急响应小组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868680"/>
            <a:ext cx="553212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868680"/>
            <a:ext cx="45720" cy="29718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9144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EA580C"/>
                </a:solidFill>
                <a:latin typeface="微软雅黑" panose="020B0503020204020204" charset="-122"/>
              </a:defRPr>
            </a:pPr>
            <a:r>
              <a:t>P1 重要（30天内）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325880"/>
            <a:ext cx="516636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1. 完成中危漏洞修复基线扫描，建立修复优先级矩阵
2. 实施最小权限原则的安全组策略模板
3. 部署容器镜像安全扫描自动化流程
4. 提升终端EDR覆盖率至95%以上
5. 建立漏洞修复SLA考核机制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977639"/>
            <a:ext cx="110642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977639"/>
            <a:ext cx="45720" cy="26517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02336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战略建议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434840"/>
            <a:ext cx="10698480" cy="21031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1. 建议投资建设云原生安全平台，实现自动化的配置合规检查与风险收敛
2. 需建立威胁情报驱动的检测规则优化机制，针对告警量波动趋势提升信号质量
3. 推行零信任架构改造，重点解决长期存在的对外服务暴露面过大的系统性风险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附录与说明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5349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16916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4983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数据范围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4983480" cy="1188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说明：告警口径为去重后的规则触发次数；WAF与EDR重复告警已在聚合时合并。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868680"/>
            <a:ext cx="55321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868680"/>
            <a:ext cx="45720" cy="16916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91440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资产覆盖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280160"/>
            <a:ext cx="5166360" cy="1188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监控资产组: 2个 | 云账号: 7个 | 日志源: 38个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697480"/>
            <a:ext cx="11064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697480"/>
            <a:ext cx="45720" cy="8229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43200"/>
            <a:ext cx="228600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SLA说明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743200"/>
            <a:ext cx="832104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重大事件7x24响应；普通告警工作日响应。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657600"/>
            <a:ext cx="110642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657600"/>
            <a:ext cx="45720" cy="24231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703320"/>
            <a:ext cx="10698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术语说明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069080"/>
            <a:ext cx="10698480" cy="19202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MTTR（平均修复时间）：从威胁发现到完成处置的平均耗时
MTTD（平均检测时间）：从攻击发生到系统发现的平均耗时
误报率：错误触发的安全告警占比
CVE：通用漏洞披露编号，用于唯一标识已知安全漏洞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217920"/>
            <a:ext cx="1106424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如有问题，请联系MSS运营团队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zBiN2QxNGQ4NjIwZWE5Mjc3ZDY1N2NlMGYwOTU3MDU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1204</Words>
  <Application>WPS 演示</Application>
  <PresentationFormat>On-screen Show (4:3)</PresentationFormat>
  <Paragraphs>128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User</cp:lastModifiedBy>
  <cp:revision>7</cp:revision>
  <dcterms:created xsi:type="dcterms:W3CDTF">2013-01-27T09:14:00Z</dcterms:created>
  <dcterms:modified xsi:type="dcterms:W3CDTF">2026-01-23T09:56:26Z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D6B0E5BCA9D342F291DE7B7C65523EEF_12</vt:lpwstr>
  </property>
  <property fmtid="{D5CDD505-2E9C-101B-9397-08002B2CF9AE}" pid="3" name="KSOProductBuildVer">
    <vt:lpwstr>2052-12.1.0.16729</vt:lpwstr>
  </property>
</Properties>
</file>