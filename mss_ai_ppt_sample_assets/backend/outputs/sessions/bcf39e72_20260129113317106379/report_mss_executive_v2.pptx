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高危事件环比增长20%，云环境配置风险显著上升需重点关注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本期整体安全状况需关注：云配置风险和横向移动攻击显著增加，建议管理层优先排查暴露服务与云安全策略。MSS团队响应效率良好，2.8小时平均处置时间优于行业基准，但高危事件闭环周期仍需优化。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云误配置告警环比上升25%，涉及存储桶权限暴露，需检查云安全策略
2. 暴力破解攻击激增11%，主要针对SSH服务，建议启用MFA
3. 2起高危事件涉及横向移动，暴露容器节点安全防护缺口
4. 误报率达16%，建议优化SSH暴力破解检测规则阈值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暴力破解(2546)和云误配置(1574)占告警总量33%，反映攻击者持续尝试SSH爆破和云资产暴露。钓鱼攻击量下降14%显示培训初见成效，但恶意外联检测激增200%需警惕数据泄露风险。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本月告警总量较上月下降42%，但高危告警环比激增200%。云误配置异常增长25%与新业务上云节奏相关，建议加强云安全开发生命周期管控。暴力破解增加11%显示攻击者持续尝试，需验证MFA覆盖情况。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本月发生5起安全事件，其中2起高危事件涉及横向移动攻击。平均处置时间2.8小时符合SLA要求，但高危事件闭环周期超10小时，需加强容器环境实时监测能力。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生产环境服务（SSH/RDP）和Kubernetes节点，利用弱口令和未修补漏洞进行横向移动。40%的事件涉及容器资产，暴露编排系统安全防护不足。建议实施最小权限原则，强化云原生安全策略，并定期进行红蓝对抗演练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本期漏洞以低危为主（占比92%），但存在4个未修复的高危漏洞。XZ Utils后门漏洞已修补，ActiveMQ RCE漏洞修复中。整体风险可控但需关注高危漏洞修复进度。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RCE）为未修复高危漏洞，建议48小时内完成补丁部署。XZ Utils后门漏洞已修复2/2资产，需验证剩余系统是否存在镜像残留风险。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当前17台服务器暴露SSH服务（端口22），1台暴露RDP。建议立即通过安全组限制SSH访问源IP范围，禁用非必要远程桌面服务。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当前存在7处安全组0.0.0.0/0暴露（风险上升），2个对象存储公开访问风险。IAM配置中1个高权限账号未启用MFA（风险下降）。整体云配置风险处于中等水平，需重点关注网络暴露面收敛。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【重要】完成对象存储ACL策略审计，禁用非授权公开访问
【优先】为所有高权限账号启用MFA并设置访问审计
【建议】部署云配置持续监控工具实现风险实时预警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【72H内】修复ActiveMQ RCE漏洞（IT团队，验证补丁有效性）
【48H内】封禁所有非必要对外暴露服务（网络安全组）
【24H内】隔离疑似勒索病毒攻击相关资产（安全运营团队）
【即刻】更新WAF规则库应对新型攻击模式（安全部）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【30天内】完成所有中危漏洞修复（IT运维）
【20天内】建立云资产暴露面基线审计机制（云安全团队）
【15天内】提升EDR终端覆盖率至95%（采购与运维协作）
【30天内】开展钓鱼邮件防御专项培训（全员覆盖）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建议1：建立漏洞修复SLA制度，将高危漏洞修复周期控制在72小时内
建议2：实施云安全配置持续监控，实现0.0.0.0/0暴露面自动收敛
建议3：构建零信任架构，逐步替换传统边界防御模式。当前告警量月环比增长25%，需加强安全运营团队建设，建议增加2名专职安全分析师。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MTTR（平均修复时间）：从安全事件被发现到成功修复的平均时间，反映应急响应效率
MTTD（平均检测时间）：从攻击发生到被安全系统检测到的平均时间，体现威胁发现能力
误报率：安全系统触发的告警中，实际为误报的比例，用于评估告警准确性
CVE（通用漏洞披露）：公开记录的软件漏洞唯一标识符，用于跟踪和评估漏洞风险
MSS（托管安全服务）：由第三方安全专家提供的持续监控和防护服务，帮助客户管理网络安全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