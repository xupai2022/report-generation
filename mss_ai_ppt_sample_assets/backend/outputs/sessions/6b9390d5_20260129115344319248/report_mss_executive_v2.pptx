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告警量环比上升，高危事件增加至2起，需警惕勒索软件和异常登录风险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本期整体安全态势需关注，检测到2起高危事件且告警总量持续增长。重点风险包括勒索软件横向移动和特权账号异常行为，MSS团队平均响应时间2.8小时符合SLA要求，但需加强暴露服务防护和账号管控。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暴力破解攻击环比上升11%，主要针对SSH服务，需加强访问控制
2. 云配置错误告警激增25%，涉及对象存储权限暴露，建议启动专项整改
3. 高危事件MTTR达4.5小时，超过行业基准值3小时，需优化应急流程
4. 误报率16%高于健康阈值（&lt;10%），建议优化R-SSH-BRUTE-01规则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暴力破解（2546次）和云配置错误（1574次）为告警主力，分别环比增长11%和25%。钓鱼邮件告警下降14%反映防护有效，但数据外泄告警持续存在，暴露客户数据资产暴露面管理不足。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告警总量环比增长显著（W4周达2988次），主要受暴力破解激增和云配置问题影响。异常登录类告警上升需警惕攻击者长期渗透行为，建议核查相关资产访问日志。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本月共处置5起安全事件（含2起高危），平均响应2.8小时符合SLA。事件主要集中在暴露服务利用和特权账号异常行为，需重点关注生产环境资产防护。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攻击者主要针对SSH/RDP暴露服务（3/5事件）和容器节点（1/5事件），利用暴力破解和配置缺陷进行横向移动。60%事件涉及凭据重置与MFA强制，暴露账号管理存在薄弱环节，建议实施最小权限原则和定期凭据轮换。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本期漏洞以中低危为主，但存在1个未修复的高危漏洞（ActiveMQ RCE）。整体修复进度良好，但需重点关注未修复的高危漏洞。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CVE-2023-46604（ActiveMQ RCE）当前未修复，建议48小时内优先处理。XZ Utils后门风险已修复，建议持续监控相关资产。OpenSSH漏洞修复及时，但需排查同类组件是否存在遗留风险。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当前存在SSH/RDP等高风险服务暴露，建议立即限制非必要端口的公网访问，重点收窄Kibana/Grafana等可视化组件的暴露范围。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云侧主要风险包括：1）安全组0.0.0.0/0暴露数量增加至7个，存在横向渗透风险；2）1个高权限账号未启用MFA，易引发凭证滥用；3）2个对象存储存在公开访问风险。整体云配置风险处于中高等级，需加强自动化合规检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【紧急】收敛安全组0.0.0.0/0规则，仅开放必要端口给指定IP段
【高优先级】检查对象存储权限配置，禁用非授权公开访问
【立即执行】为所有高权限账号启用MFA并审计权限合理性
【持续优化】部署云配置自动扫描工具，建立基线合规监控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【72小时内】修复ActiveMQ RCE漏洞（运维团队，完成标准：补丁验证通过）
【48小时内】隔离并加固XZ Utils后门风险资产（安全团队，完成标准：漏洞状态标记为已修复）
【即刻执行】封禁所有非业务必需的对外暴露端口（网络团队，完成标准：暴露面审计报告提交）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【30天内】完成OpenSSH regreSSHion漏洞的全量资产复测（运维团队）
【15天内】建立暴露服务的最小化访问控制策略（安全团队）
【30天内】提升EDR终端覆盖率至95%（IT团队）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1）构建云安全自动化治理体系，优先实现安全组/存储策略的实时合规检测；2）建立威胁情报驱动的漏洞优先级评估模型，提升资源分配效率；3）优化告警管理系统，针对Brute Force等高频威胁建立自动处置流程，目标降低MTTR至2小时内。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MTTR（平均修复时间）：从威胁发现到完成处置的平均耗时
MTTD（平均检测时间）：从攻击发生到系统发现的平均耗时
误报率：错误触发的安全告警占比
CVE：公共漏洞披露编号，用于唯一标识已知安全漏洞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