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告警量环比下降，但高危事件增加，需重点关注横向移动威胁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 | 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本期整体安全态势需重点关注：高危告警占比0.5%处于行业高位，且检测到勒索软件横向移动行为。建议优先处理暴露服务和云配置风险。MSS团队平均响应时间2.8小时符合SLA要求，但需优化处置阶段效率。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暴力破解告警环比上升11%，主要针对SSH服务，建议启用多因素认证
2. 云配置错误告警激增25%，涉及S3公开访问风险，需加强云安全治理
3. 高危事件中发现勒索软件横向移动行为，建议部署EDR终端防护
4. 误报率16%高于基准值，需优化R-SSH-BRUTE-01等规则阈值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暴力破解（2546次）和云配置错误（1574次）为告警主力，分别环比增长11%和25%。钓鱼攻击下降14%显示安全意识培训初见成效，但暴露服务被扫描事件激增需警惕。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告警总量环比下降18%属正常波动，但暴力破解和云配置错误增长显著。云配置错误增幅25%反映近期云架构变更存在安全疏漏，建议加强变更审查流程。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本期共处置5起安全事件（含2起高危），平均响应2.8小时符合SLA。暴露服务被扫描和AccessKey泄露为主要事件类型，显示外部攻击面管理需加强。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攻击者主要针对暴露的SSH/RDP服务（3/5事件）和云凭证（1/5事件）。70%事件涉及横向移动行为，暴露了资产访问控制和EDR覆盖不足问题。建议优先加固暴露服务和实施零信任架构。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本期共发现121个漏洞，高危漏洞占比12.4%。关键漏洞（XZUtils后门）已修复，但ActiveMQ RCE漏洞修复进度滞后。整体风险处于可控范围，需重点关注未修复的高危漏洞。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CVE-2024-3094（XZ后门）已修复，但CVE-2023-46604（ActiveMQ RCE）仍处于修复中，需优先处理。建议立即完成ActiveMQ组件的补丁更新，并验证Kubernetes集群的SSH配置。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当前存在17台SSH服务暴露，3个Grafana实例对外可见。建议立即收窄SSH访问源IP范围，关闭非必要的Web管理端口，并建立暴露面动态监控机制。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当前云环境存在7处安全组0.0.0/0暴露（风险上升），2个对象存储公开访问风险，1个未启用MFA的高权限账号。安全组配置缺陷风险显著上升，需重点加固网络层防护。整体云安全风险处于中高危水平。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【紧急】收敛安全组0.0.0.0/0规则，仅开放必要端口给指定IP段
【高优】全面检查对象存储ACL策略，禁用非加密访问
【重要】强制所有高权限账号启用MFA
【常规】启用云审计日志的实时监控告警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【紧急】修复ActiveMQ RCE漏洞（CVE-2023-46604），责任方：运维团队，完成标准：所有受影响实例打补丁并验证
【紧急】隔离当前暴露的Kibana/Grafana服务，责任方：网络安全部，完成标准：仅保留内网访问
【紧急】排查并消除SSH暴力破解风险，责任方：系统运维，完成标准：限制登录尝试次数并启用IP白名单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【重要】完成OpenSSH regreSSHion漏洞的版本升级验证，责任方：DevOps团队
【重要】建立云资产暴露面基线检查流程，责任方：云安全组
【重要】优化WAF规则以拦截新型SQL注入攻击，责任方：安全运营中心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1）建立云安全配置自动化检测体系，通过基础设施即代码实现安全基线管控
2）构建威胁情报驱动的攻击面管理系统，持续监控暴露资产与漏洞关联风险
3）投资建设云原生安全能力，重点提升容器镜像扫描与Kubernetes网络策略管理能力，缩小与Gartner云安全成熟度模型的差距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MTTR（平均修复时间）：从威胁发现到处置完成的平均耗时
MTTD（平均检测时间）：从攻击发生到系统发现的平均耗时
误报率：错误触发的安全告警比例（当前16%）
CVE：通用漏洞披露编号，用于唯一标识已知安全漏洞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