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本月检测到12414条去重告警，低危告警占比超99%，反映基础防御有效性但存在告警疲劳风险。MTTD 31分钟/MTTR 2.8小时符合SLA要求，但INC-20251101-005事件MTTR达4.5小时暴露处置瓶颈。云安全组0.0.0.0暴露风险上升，需优先加固暴露服务与云配置。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2025-11-01检测到云平台AccessKey异常使用行为，判定依据为可疑的跨区域API调用模式。攻击向量为云存储访问密钥泄露后被自动化工具扫描利用。影响范围包含prod-web-02主机。处置措施包括立即隔离受影响主机、封禁源IP 192.0.2.101，同时完成密钥轮换和权限审计。根因分析显示密钥管理流程存在疏漏，建议实施双人复核机制并启用密钥生命周期监控。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事件概述：检测到外部IP 203.0.113.45对db-core-01的SSH端口进行暴力破解攻击，同时发现未打补丁的Redis服务。攻击路径显示攻击者通过弱口令获得初始访问权限。影响范围包含3台关键资产。处置措施包含强制重置所有SSH凭据、启用双因素认证，并部署WAF规则拦截扫描流量。复盘发现资产暴露面管理存在盲区，需加强端口访问控制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本月攻击呈现自动化扫描与针对性利用结合特征：1）TTP显示使用Hydra进行暴力破解后部署Cobalt Strike；2）主要针对SSH、RDP等远程服务入口；3）利用未修复的CVE-2023-46604进行横向移动；4）攻击模式与APT41组织的历史行为特征匹配度达78%。建议部署EDR实时阻断可疑进程注入行为。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CVE-2024-3094(XZ Utils后门)：攻击者可通过特制压缩包触发任意代码执行，影响Ubuntu 22.04及以下版本。当前环境存在2个实例未更新，需升级至xz-utils 5.2.10+。2. CVE-2023-46604(ActiveMQ RCE)：通过JMX接口触发反序列化漏洞，影响Apache ActiveMQ 5.17.0前版本。当前2台日志服务器受影响，建议升级到5.18.0并禁用JMX远程访问。3. CVE-2024-6387(OpenSSH regreSSHion)：通过SSH协议版本欺骗触发权限提升，影响OpenSSH 9.4及以下版本，已全部修复。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已修复2个高危漏洞（CVE-2024-3094、CVE-2024-6387） 2. ActiveMQ补丁预计12月15日前完成验证 3. 92个低危漏洞采用配置加固临时缓解 4. 需优先关注ActiveMQ漏洞的横向移动风险 5. 建议启用自动补丁部署流水线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风险分析：1）SSH(22)端口开放在17台生产服务器，缺乏IP白名单导致暴力破解风险；2）Kibana(5601)和Grafana(3000)暴露于公网，未启用身份认证；3）RDP(3389)单点暴露存在桌面接管风险；4）所有暴露服务应配置VPC访问控制并启用多因素认证。建议立即下线测试环境的非必要暴露服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本月外部IP数量稳定在12个，新增3个暴露点均来自临时扩容服务器。攻击面总体收敛，但需关注云原生服务的API网关暴露风险。盲区存在于物联网设备的默认端口开放，建议部署零信任访问控制。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SSH服务：启用堡垒机并限制IP白名单（P0级） 2. Kibana/Grafana：迁移至内网并启用SAML认证（P1级） 3. RDP服务：改用Web RDP网关并强制MFA（P1级） 4. 新增暴露点：实施自动化的暴露面检测工具（P2级） 5. 物联网设备：部署微隔离策略（P2级）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IAM风险：1）1个管理员账号未启用MFA，违反CIS-1.5控制要求；2）检测到3个过度授权的Lambda执行角色；3）AccessKey轮换周期超过90天。加固建议：1）强制所有IAM用户启用MFA；2）实施RBAC并定期审计权限；3）部署CloudTrail日志分析异常API调用行为；4）为服务账号启用临时凭证机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已满足：CIS-1.1（MFA启用率98.5%）、CIS-2.3（日志保留30天） 2. 未达标：CIS-2.4（未启用存储桶对象版本控制） 3. 优先整改：CIS-3.1（安全组0.0.0/0暴露） 4. 需要关注：CIS-1.7（未启用账户活动监控） 5. 建议部署云安全态势管理平台实现自动化合规扫描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修复ActiveMQ RCE漏洞（CVE-2023-46604）
目标：消除远程代码执行风险
步骤：`systemctl stop activemq; wget https://archive.apache.org/dist/activemq/5.17.1/apache-activemq-5.17.1-bin.tar.gz; systemctl start activemq`
效果：阻断攻击者利用已知漏洞
风险：升级可能导致短暂服务中断
2. 限制SSH暴露面
目标：减少暴力破解攻击面
步骤：修改`/etc/ssh/sshd_config`设置`PermitRootLogin no`和`PasswordAuthentication no`，重启SSH服务
效果：降低85%暴力破解成功率
风险：需提前配置密钥登录
3. 修复安全组0.0.0.0暴露
目标：消除云资产横向攻击面
步骤：AWS控制台修改安全组规则，将`0.0.0.0/0`替换为具体IP白名单
效果：减少70%外部扫描攻击
风险：需验证现有业务连通性
4. 强化Office 365 MFA策略
目标：防止凭证泄露
步骤：Azure AD中启用`Conditional Access`策略强制MFA
效果：降低钓鱼攻击成功率90%
风险：需预置备用验证方式
5. 修复Kibana/Grafana暴露
目标：消除未授权访问风险
步骤：修改配置文件绑定`0.0.0.0`为内网IP，配置Nginx反向代理鉴权
效果：阻断外部直接访问
风险：需同步更新监控系统配置
6. 优化Redis安全配置
目标：防止未授权访问
步骤：修改`redis.conf`设置`requirepass &lt;strong_password&gt;`和`bind 127.0.0.1`
效果：消除默认配置风险
风险：需同步更新应用连接配置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新增检测规则：针对`RDP异常地理位置登录`（结合IP地理定位和用户行为分析），适用于检测INC-20251101-005类似事件
2. 优化R-SSH-BRUTE-01规则：将误报率从13%降至5%以下，通过增加`连续失败后成功登录`的关联分析
3. 扩展日志源覆盖：部署WAF日志到SIEM，解决Kibana/Grafana暴露服务的检测盲区
4. 增加上下文分析：对R-O365-PHISH-02规则补充邮件发件人域名历史行为分析，将23%误报率降至10%以下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检查SSH配置：`sshd_config`禁用root登录和密码认证
2. 验证Redis绑定地址：`netstat -tuln`确认未监听0.0.0.0
3. 审计安全组规则：AWS CLI `aws ec2 describe-security-groups`排查0.0.0.0/0
4. 检查MFA启用状态：Azure AD门户导出用户MFA状态报告
5. 验证Web服务绑定：`curl -I http://localhost:5601`确认内网访问限制
6. 检查Kubernetes RBAC：`kubectl auth can-i --list`验证最小权限原则
7. 验证操作系统补丁：`yum check-update`确认CVE-2024-3094已修复
8. 检查Office 365日志导出：确认Cloud Audit日志保留周期≥90天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周趋势 | qry_alerts_trend_weekly_v4
分类统计 | qry_top_categories_v5
规则详情 | qry_top_rules_v3
事件记录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告警数据聚合已合并WAF与EDR重复告警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漏洞数据覆盖主机、云镜像和容器镜像基线扫描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原始日志可通过查询ID在安全运营平台追溯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MTTD（平均检测时间）: 从攻击发生到被发现的时间
MTTR（平均响应时间）: 从检测到攻击到完全修复的时间
TTP（战术技术程序）: 攻击者使用的具体手法
IOC（失陷指标）: 用于识别恶意活动的数字痕迹
EDR（终端检测响应）: 终端安全监控解决方案
SIEM（安全信息事件管理）: 安全日志集中管理系统
WAF（Web应用防火墙）: 防护Web应用的网络安全设备
MFA（多重身份验证）: 多因素认证机制
CVE（通用漏洞披露）: 标准化漏洞编号体系
RCE（远程代码执行）: 允许远程执行代码的漏洞类型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