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 09:29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告警量环比上升，高危事件增加，需重点关注横向移动与误报优化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
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态势需关注：高危告警占比0.5%（62/12,414），较上月显著增加。2起高危事件涉及横向移动和账号提权，暴露暴露面管理薄弱环节。MSS团队平均2.8小时响应事件，符合SLA要求，但高危事件处置时长需优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暴力破解告警环比上升11%（2,546次），主要针对SSH服务，建议强化MFA策略
云配置错误告警激增25%（1,574次），反映云环境扩展带来的配置管理风险
2起高危事件平均处置4.5小时，超出行业最佳实践的2小时标准
16%误报率影响安全团队效率，需优化R-SSH-BRUTE-01等规则精度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暴力破解（25%）和云配置错误（13%）为告警主力，分别针对SSH服务和对象存储配置。钓鱼告警环比下降14%，显示安全意识培训初见成效。云配置错误激增25%需重点核查。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第四周告警量暴增298%，主要源于暴力破解（+42%）和云配置错误（+35%）。钓鱼告警下降趋势持续，但暴露攻击者策略转向云环境攻击的新动向，需加强云安全态势监控。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本月共处置5起安全事件，含2起高危事件。平均响应时间2.8小时符合SLA，但高危事件处置时长（274分钟）需优化。生产环境暴露服务成为主要攻击目标，占事件量的80%。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攻击者持续利用暴露的SSH/RDP服务（3/5事件）进行横向移动，显示暴露面管理不足。2起高危事件均涉及权限提升，暴露容器环境（K8s）和CDN节点的配置缺陷。建议优先实施最小暴露面策略并强化容器安全基线。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本期存在4个严重漏洞和15个高危漏洞，其中CVE-2023-46604（ActiveMQ RCE）尚未完成修复。整体漏洞修复进度良好（83%已修复），但高危漏洞占比12.5%仍需重点关注。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【紧急】CVE-2023-46604（ActiveMQ RCE）当前处于修复中，需立即完成修补。CVE-2024-3094（XZ Utils后门）已修补但需确认补丁有效性，CVE-2024-6387（OpenSSH漏洞）已修复。未修补的高危漏洞存在远程代码执行风险。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当前17台服务器暴露SSH服务（端口22），3台Grafana服务对外暴露。建议立即收敛非必要暴露端口，通过NACL限制访问源IP，并部署WAF防护暴露服务。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云环境存在7个安全组0.0.0/0暴露风险（风险等级：高危），2个对象存储公开访问问题（中危），未启用MFA的高权限账号已下降至1个（低危）。当前云配置风险主要集中在暴露面管理，需重点整改安全组策略和存储权限配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【紧急】收敛安全组0.0.0.0/0规则，仅开放必要端口给指定IP段
【高优】全量扫描对象存储权限，禁用非授权公开访问
【中优】强制所有高权限账号启用MFA并审计历史未启用账号
【建议】部署云配置持续监控工具实现实时告警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【紧急】修复ActiveMQ RCE漏洞（CVE-2023-46604），责任方：IT负责人，完成标准：72小时内完成补丁验证和部署
【紧急】隔离暴露服务cdn-edge，责任方：安全团队，完成标准：24小时内完成网络隔离和加固
【紧急】处置未修补的高危漏洞（CVE-2023-46604），责任方：安全负责人，完成标准：48小时内完成修复确认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【重要】完成中危漏洞修复（如OpenSSH regreSSHion），责任方：IT运维，完成标准：30天内100%修复
【重要】加强云配置变更监控，责任方：云安全团队，完成标准：部署配置审计工具并建立基线
【重要】提升告警响应效率，责任方：SOC团队，完成标准：将高危告警响应时间缩短至30分钟内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1）建立云安全自动化治理框架，实现安全组策略智能优化和对象存储权限自动修复
2）扩大MFA覆盖范围至所有云账号，实施持续的IAM权限审计和最小权限策略
3）构建漏洞全生命周期管理体系，将关键漏洞修复SLA纳入KPI考核，与主流CI/CD平台集成安全左移能力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本报告数据来源于MSS安全运营平台，覆盖报告周期内的所有监控告警、安全事件、漏洞扫描和云安全检查数据。告警口径为去重后的规则触发次数；WAF与EDR重复告警已在聚合时合并。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MTTR（平均修复时间）：从安全事件被发现到完成处置的平均耗时
MTTD（平均检测时间）：从攻击发生到被系统检测出的平均耗时
误报率：错误触发的安全告警占总告警量的比例
CVE（通用漏洞披露）：国际通用的漏洞唯一标识编号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