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生成时间：2025-12-10T09:29:56Z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告警量环比下降14%但高危事件激增，需警惕横向移动威胁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状况需关注，高危事件数较前期显著增加。云配置错误类告警激增25%暴露基础设施风险，同时检测到勒索软件横向移动等高危行为。MSS团队平均2.8小时内完成事件响应，但高危事件闭环耗时超10小时，需加强主动防御能力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云存储公开访问告警占1.9%，可能暴露敏感业务数据
2. SSH暴力破解环比上升13%，攻击集中在生产服务器
3. 高危漏洞修复率不足20%，存在被利用风险
4. 周五攻击成功率下降3%，但周末防御缺口仍需警惕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暴力破解告警占比20.5%为最高，主要针对SSH服务；云配置错误环比激增25%反映运维规范缺失；钓鱼攻击虽环比下降14%，但O365场景攻击持续增加。三类告警合计占比54%，直接影响业务系统可用性与数据安全。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告警总量环比下降16%，但高危事件数量翻倍增长。云配置错误类告警激增25%需重点关注，可能源于新业务快速部署导致的合规漏洞。暴力破解攻击路径未见收敛，建议加强多因子认证覆盖。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本月发生5起安全事件（含2起高危），平均响应时间2.8小时。4起事件涉及生产环境暴露服务，3起已完成闭环处置。高危事件响应效率达标，但闭环耗时超10小时，需优化根因分析流程。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攻击者主要针对暴露的SSH/RDP服务和云存储配置漏洞，80%事件涉及凭据重置和网络隔离操作。横向移动攻击利用K8s节点提权，暴露容器环境访问控制缺陷。建议加强云资产访问审计和微隔离策略部署。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本期共发现131个漏洞，低危漏洞占比78%。关键漏洞已修复2/2，高危漏洞修复进度66.7%（2/3已修复）。整体风险可控但需加快高危漏洞修复进度。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CVE-2023-46604（ActiveMQ RCE）当前未完全修复，建议48小时内完成剩余资产的补丁更新。CVE-2024-3094后门风险已修复，需持续监控相关组件版本。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检测到17台SSH服务暴露公网，建议通过安全组限制访问源IP。Kibana/Grafana等管理界面需建立白名单访问机制。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当前存在7处安全组0.0.0/0暴露风险（风险等级：高），2处对象存储公开访问（中危），1个未启用MFA的高权限账号（已下降）。整体云配置风险较上期上升，需重点关注入站规则收敛和MFA启用。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【紧急】收敛安全组0.0.0/0规则，仅开放必要端口给指定IP段
【高优】核查对象存储ACL策略，禁用非授权公开访问
【标准】为所有高权限账号启用MFA并配置登录审计
【持续】建立云资产暴露面自动扫描机制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【72H内】修复ActiveMQ RCE漏洞（CVE-2023-46604），责任方：王工团队，完成标准：全量资产补丁验证
【48H内】关闭非必要暴露的SSH服务，责任方：李经理，完成标准：公网SSH服务减少至5台以下
【即刻】启用所有高权限账号MFA，责任方：云安全组，完成标准：100%覆盖
【24H内】更新WAF规则库应对新型攻击，责任方：SOC团队，完成标准：规则库版本升级至v2025.11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【30天内】完成OpenSSH regreSSHion漏洞基线加固，责任方：系统运维，完成标准：SSH版本升级至8.8p1+
【15天内】建立云资产自动发现机制，责任方：云平台组，完成标准：自动化扫描覆盖率提升至95%
【20天内】完善EDR终端防护策略，责任方：安全部，完成标准：495台办公终端防护规则100%覆盖
【30天内】实施漏洞修复SLA考核机制，责任方：IT管理，完成标准：高危漏洞平均修复周期缩短至72H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建议分阶段推进零信任架构建设，重点强化云环境微隔离能力。需建立安全左移机制，在CI/CD流水线集成自动化安全检测。建议2026Q2前完成SOC团队24x7运营能力建设，与当前告警量增长趋势相匹配。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说明：告警口径为去重后的规则触发次数；WAF与EDR重复告警已在聚合时合并。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MTTR（平均修复时间）：指从事件被检测到到修复完成的平均耗时；
MTTD（平均检测时间）：指从攻击发生到系统发现的平均耗时；
误报率：安全系统错误告警的占比；
CVE（通用漏洞编号）：公开漏洞的全球唯一标识符；
MSS（托管安全服务）：由专业团队提供持续的安全监控和响应服务。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