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12,414条告警，高危告警62起，威胁分布显示代理工具攻击占比最高（400次）。MTTD平均31分钟，MTTR平均2.8小时，响应效率达标但高危事件处置存在长尾（如INC-20251101-005耗时274分钟）。暴露面风险突出，12个外部IP中含7个安全组0.0.0.0暴露及3个新增暴露服务，云配置风险（7个安全组暴露）呈上升趋势，需重点关注Kubernetes与对象存储的防护有效性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事件概述：检测到生产主机prod-web-02的云侧AccessKey存在异常访问行为，攻击者可能通过泄露的凭证尝试横向移动。判定依据：MTTD 9分钟，MTTR 90分钟，影响单个资产。攻击向量：通过泄露的AccessKey进行API调用尝试。影响范围：仅限prod-web-02主机。处置措施：隔离主机并封禁可疑IP源。根因分析：AccessKey可能因日志泄露或配置管理不善导致暴露，建议启用密钥轮换机制并强化日志脱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事件概述：检测到db-core-01、bastion-01等资产的对外服务被自动化工具扫描并尝试利用漏洞。判定依据：MTTD 38分钟，MTTR 179分钟，影响3个关键资产。攻击向量：利用暴露的数据库和跳板机服务进行端口扫描与漏洞探测。影响范围：涉及核心数据库和网络跳板机。处置措施：隔离主机、封禁IP、重置凭据并强制MFA，同时完成补丁加固和WAF规则更新。根因分析：服务暴露面管理不足，建议实施最小化暴露策略并定期扫描配置缺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模式呈现自动化扫描与凭证利用特征。TTP包括：1）利用暴露服务进行端口扫描（如5601/3000）；2）针对SSH/RDP进行暴力破解；3）通过AccessKey泄露实现横向移动。主要针对核心数据库、跳板机和Web资产。利用的漏洞包括未修复的云配置（0.0.0/0暴露）和弱凭证管理。攻击手法与Lazarus组织的云环境渗透模式存在相似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1) CVE-2024-3094（XZ Utils后门风险）：攻击者可利用恶意构建的xz工具在解压过程中执行任意代码。影响版本：v5.2.4-LTS~v5.2.5。当前环境存在2个受影响容器，已通过镜像更新完成修复。2) CVE-2023-46604（ActiveMQ RCE）：未授权攻击者可通过JMX端口触发反序列化漏洞。影响版本：Apache ActiveMQ 5.17.0~5.17.5。当前2个实例未完成修复。3) CVE-2024-6387（OpenSSH regreSSHion）：通过SSH密钥签名算法漏洞实现中间人攻击。影响版本：OpenSSH 9.8p1。1个节点已修复。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已修复：CVE-2024-3094（容器镜像更新完成）
修复中：CVE-2023-46604（预计12/5前完成ActiveMQ版本升级）
未修复：无（当前风险等级可接受）
临时缓解：对ActiveMQ实例实施网络ACL限制（仅允许内网访问）
遗留风险：需优先处理未启用MFA的高权限账号（CVE-2023-46604相关）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(22)暴露在17个主机上，存在暴力破解风险；RDP(3389)和Kibana(5601)的暴露无明显业务必要性。当前防护措施：仅依赖默认云防火墙规则，未启用多因素认证。主要风险：1）SSH服务被自动化工具扫描；2）Kibana暴露可能导致数据泄露；3）RDP暴露易被勒索软件攻击。建议：立即下线非必要服务，对SSH实施IP白名单和速率限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本期新增3个暴露服务，主要来自新部署的Grafana(3000)实例。当前外部IP数量12个，攻击面较上期扩大25%。需重点关注：未文档化的暴露服务（如Kibana）和容器镜像中遗留的开放端口。建议实施每月暴露面基线审计。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SSH服务：实施IP白名单并启用Fail2Ban自动封禁
RDP服务：迁移至内网并通过VPN访问，禁用直接外网暴露
Kibana暴露：配置RBAC并限制为仅内网访问
Grafana暴露：启用HTTPS+JWT认证，关闭默认3000端口
定期扫描：部署每日暴露面检测任务并触发自动告警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存在1个未启用MFA的高权限账号（管理员账户），违反CIS-2.1要求。服务账号AccessKey未实现按角色分配，存在过度授权风险。建议：1）强制启用所有高权限账号的MFA；2）实施基于RBAC的AccessKey生命周期管理；3）每周审计无主AccessKey并自动回收；4）对生产环境账号实施最小权限原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已满足：安全组默认拒绝入站（CIS-4.1）
差距项：对象存储未启用版本控制（CIS-6.2）
整改项：需在12/15前为所有云账户启用MFA（CIS-2.3）
建议启用：CloudTrail日志加密存储（CIS-5.4）
优先整改：未配置加密的EBS卷（CIS-3.6）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整改目标：消除远程代码执行风险
实施步骤：
1. 登录受影响主机执行：apt-get update &amp;&amp; apt-get upgrade activemq
2. 验证补丁状态：activemq --version
预期效果：阻断攻击者利用该漏洞的路径
实施风险：需测试补丁与业务兼容性
2. 限制SSH/RDP暴露服务
整改目标：减少攻击面
实施步骤：
1. 修改安全组规则：aws ec2 authorize-security-group-ingress --group-id sg-xxxx --protocol tcp --port 22 --cidr 192.168.1.0/24
2. 启用堡垒机：vim /etc/ssh/sshd_config 添加 AllowUsers admin@bastion
预期效果：将SSH/RDP访问限制白名单
实施风险：需确保运维通道可用性
3. 修复对象存储公开访问
整改目标：防止数据泄露
实施步骤：
1. 执行AWS CLI命令：aws s3api put-bucket-policy --bucket acme-bucket --policy file://private-policy.json
2. 验证配置：aws s3api get-bucket-acl --bucket acme-bucket
预期效果：仅允许授权用户访问
实施风险：需检查现有备份策略兼容性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建议新增检测规则：
1. 增加容器逃逸行为检测（基于进程树异常）
2. 部署勒索软件行为基线分析模块
规则优化方向：
1. 优化R-O365-PHISH-02规则：将邮件附件类型白名单扩展至常见办公格式
2. 调整R-SSH-BRUTE-01阈值：从5次失败提升至8次失败（降低误报率）
日志覆盖改进：
1. 上报Kubernetes审计日志至SIEM（配置audit-policy.yml）
2. 启用MySQL慢查询日志分析
检测盲区补充：
1. 部署物联网设备流量分析探针（基于协议指纹识别）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检查操作系统基线：/etc/ssh/sshd_config中PermitRootLogin=no
2. 验证应用安全配置：Nginx配置中server_tokens off;
3. 审核网络访问控制：iptables -L -n | grep 22
4. 检查认证机制：aws iam list-users --query 'Users[?Tags[?Key==`MFAEnabled`]]'
5. 验证Redis安全：redis-cli CONFIG GET dir
6. 审核云安全组：aws ec2 describe-security-groups --group-ids sg-xxxx
7. 检查容器镜像扫描：docker scan acme-image:latest
8. 验证日志审计：auditctl -l | grep ssh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 | qry_alerts_trend_weekly_v4
TOP分类 | qry_top_categories_v5
TOP规则 | qry_top_rules_v3
事件数据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数据时效：T+1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本报告数据来源于MSS安全运营平台，包含告警、事件、漏洞、云安全等多维度数据。告警口径为去重后的规则触发次数；WAF与EDR重复告警已在聚合时合并。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漏洞数据来源于定期安全扫描，覆盖主机、应用和网络设备，包含云镜像与容器镜像基线扫描结果。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 MySQL, Redis, Nginx, 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MTTD（平均检测时间）| 从威胁首次出现到被检测到的时间
MTTR（平均响应时间）| 从检测到威胁到完全解决的时间
TTP（战术技术程序）| 攻击者使用的具体手法
IOC（失陷指标）| 用于识别恶意活动的特征值
EDR（终端检测响应）| 终端安全监控解决方案
SIEM（安全信息事件管理）| 安全数据集中分析平台
WAF（Web应用防火墙）| 保护Web应用的防护系统
MFA（多因素认证）| 多重身份验证机制
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