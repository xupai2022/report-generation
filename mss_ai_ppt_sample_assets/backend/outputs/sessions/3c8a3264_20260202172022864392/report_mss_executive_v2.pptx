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[REPORT_TITLE: AI生成内容占位]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[CUSTOMER_LABEL: AI生成内容占位]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[PERIOD_LABEL: AI生成内容占位]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[GENERATED_AT_LABEL: AI生成内容占位]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[HEADLINE: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[KPI_SECTION: AI生成内容占位]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[SUMMARY_PARAGRAPH: AI生成内容占位]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[TOP_CATEGORIES_INSIGHT: AI生成内容占位]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[MOM_COMPARISON: AI生成内容占位]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[INCIDENT_SUMMARY: AI生成内容占位]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[INCIDENT_INSIGHT: AI生成内容占位]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[VULN_STATS: AI生成内容占位]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[VULN_OVERVIEW: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[EXPOSURE_STATS: AI生成内容占位]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[TOP_CVE_ANALYSIS: AI生成内容占位]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[EXPOSURE_SUMMARY: AI生成内容占位]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[CLOUD_ACCOUNTS_COUNT: AI生成内容占位]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[CLOUD_RISK_SUMMARY: AI生成内容占位]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[STRATEGIC_RECOMMENDATIONS: AI生成内容占位]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[DATA_SCOPE: AI生成内容占位]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[ASSET_COVERAGE: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[SLA_NOTES: AI生成内容占位]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