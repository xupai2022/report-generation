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告警量环比下降15%，但高危事件增加，需重点关注横向移动威胁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本期整体安全态势需关注，暴力破解与云配置风险上升显著。建议优先处理暴露服务和权限配置问题。MSS团队平均响应时间2.8小时，符合SLA要求，但高危事件处置效率需进一步优化。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暴力破解告警环比上升11%，主要针对SSH服务，建议加强访问控制
云配置错误告警环比激增25%，暴露Kibana/Grafana服务，需立即收敛暴露面
高危告警占比0.5%，但涉及勒索攻击前兆，需建立横向移动监测机制
误报率16%高于基准值，建议优化R-SSH-BRUTE-01等规则精准度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暴力破解（2546次）和云配置错误（1574次）为Top告警类别，分别环比增长11%和25%。钓鱼攻击（1977次）环比下降14%，显示安全意识培训初见成效。暴露服务和弱口令问题仍是核心风险点。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告警总量环比下降15%，但云配置错误和暴力破解量显著上升。异常暴露面扩展（新增3处）和SSH服务暴露（17台）需特别关注，可能反映攻击面管理存在缺口。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本月共处置5起安全事件（2起高危），平均响应时间2.8小时。2起高危事件涉及勒索攻击前兆和可疑提权，均在10小时内隔离。事件处置效率符合SLA，但暴露服务攻击占比过高。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攻击者集中利用暴露的SSH/RDP服务（3/5事件）和未修复漏洞（1/5事件）。50%事件涉及生产环境核心资产，显示暴露面管理和补丁策略存在改进空间。建议强化对外服务最小化原则和MFA强制策略。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本期漏洞总量131个，其中高危以上29个。4个严重漏洞已全部修复，但仍有2个高危漏洞（ActiveMQ RCE）处于修复中。整体风险水平中高，需重点关注未修复的高危漏洞。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最紧迫的CVE是CVE-2023-46604（ActiveMQ RCE）仍处于修复中，建议72小时内完成补丁部署。XZ Utils后门漏洞（CVE-2024-3094）已修复2/2受影响资产，需确认剩余资产状态。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当前17台服务器暴露SSH服务，3台Grafana服务对外开放。建议通过防火墙策略限制SSH访问源，对非必要暴露服务实施VPC隔离并关闭公网端口。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环境存在7处安全组0.0.0.0/0开放规则（风险上升），2个对象存储存在公开访问，1个高权限账号未启用MFA。其中安全组配置问题占71%的云风险，可能导致横向移动攻击。整体云安全风险评估为中高，需优先解决网络暴露面问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【重要】对对象存储实施最小权限原则，禁用非必要公开访问
【关键】强制所有高权限账号启用MFA并审计权限分配
【常规】启用云安全中心持续监控配置漂移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【72小时内】修复ActiveMQ RCE漏洞（CVE-2023-46604）
2. 【48小时内】隔离并修复Kibana(5601)暴露服务
3. 【24小时内】对cdn-edge资产实施网络微隔离
4. 【72小时内】完成SSH服务访问源IP白名单配置
5. 【立即】复查所有中高危漏洞修复进度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建立季度漏洞修复SLA制度（72小时高危/7天中危）
2. 对所有容器镜像实施自动化基线扫描
3. 部署云配置审计自动化工具
4. 实施生产环境最小权限访问策略
5. 建立安全组变更审批流程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分三阶段提升安全体系：1）Q1完成EDR覆盖率达到100%，2）Q2建立威胁情报驱动的WAF规则更新机制，3）Q3实施零信任架构改造。重点解决当前告警处理效率低（W4告警量2988）和检测盲区问题，建议增加云原生安全检测能力投资，年预算建议增加20%用于自动化安全运营平台建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
MTTD（平均检测时间）：从攻击发生到系统发现威胁的平均耗时
误报率：系统错误标记正常行为为威胁的比例
CVE：通用漏洞编号，用于唯一标识已知安全漏洞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