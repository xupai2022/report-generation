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12414个告警，其中高危62起（占比0.5%），威胁类型以挖矿（100起）和代理工具（400起）为主。MTTD平均31分钟，MTTR平均2.8小时，重大事件响应符合SLA要求。但资产暴露面仍存在风险（12个外网IP，17台SSH服务暴露），云安全组0.0.0.0暴露风险较上期增加。建议优先加固Kubernetes和MySQL服务的访问控制策略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云账户AccessKey存在异常访问行为。判定依据为非工作时间高频率API调用及异常源IP访问。攻击向量为可能通过第三方组件漏洞或配置错误导致密钥泄露。影响范围涉及prod-web-02主机。处置措施包括隔离主机、封禁可疑IP，并完成密钥轮换与权限审计。根因分析显示为容器镜像中硬编码AccessKey未及时更新，建议实施CI/CD流水线密钥管理策略并启用密钥轮换机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对外暴露的数据库服务（db-core-01）和跳板机（bastion-01）遭受自动化扫描攻击。攻击者通过端口扫描确认服务存在后尝试利用已知漏洞。处置措施包括隔离受影响资产、封禁攻击源IP、强制重置凭据并启用MFA，同时完成WAF规则更新。根因分析显示为安全组配置不当导致服务暴露，建议实施最小化暴露原则并定期执行端口扫描审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呈现自动化扫描与配置利用特征。攻击者主要针对暴露的云服务（SSH/RDP/数据库）和弱配置（0.0.0.0暴露、公开存储桶）进行探测。TTP包括端口扫描、凭证爆破及已知漏洞利用。与APT组织无关，但需警惕供应链攻击风险。建议强化云资产访问控制并定期执行漏洞扫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CVE-2024-3094（XZ Utils后门）：恶意代码植入在压缩库中，影响Ubuntu 22.04及以下版本。当前环境2台构建服务器受影响，攻击者可利用实现代码执行。修复需升级至xz-5.4.2+。2) CVE-2023-46604（ActiveMQ RCE）：未授权访问可触发远程代码执行，影响Apache ActiveMQ 5.18.0以下版本。当前1台日志服务器受影响，建议升级至5.18.2。3) CVE-2024-6387（OpenSSH regreSSHion）：允许中间人攻击篡改密钥交换，影响OpenSSH 9.4p1。1台跳板机已修复，需确保所有SSH服务升级至9.4p2。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已修复2个高危漏洞（CVE-2024-3094、CVE-2024-6387）
2) CVE-2023-46604修复中，预计12月5日前完成
3) 低危漏洞（92项）通过配置加固缓解
4) 容器镜像基线扫描需优先处理
5) 建立漏洞修复SLA（高危72h/中危7d）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风险：SSH(17台)、RDP(1台)、Kibana(1台)、Grafana(3台)。SSH暴露为运维必要需求，但未启用双因素认证；RDP暴露为遗留系统运维需求，需评估替代方案；Kibana/Grafana未启用HTTPS且缺乏访问控制。建议实施零信任架构改造，将可视化服务迁移至内网并通过跳板机访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本期对外IP保持12个，新增3个暴露服务（Grafana实例）。攻击面总体收敛，但云资产暴露比例上升。需重点关注容器服务暴露的API端口，当前未发现自动化监控机制。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SSH服务：启用PAM模块双因素认证，限制源IP
2) RDP服务：迁移至VPN后并禁用公网访问
3) Kibana：部署反向代理并启用JWT令牌认证
4) Grafana：实施基于角色的访问控制(RBAC)
5) 建立暴露服务自动化审批流程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检测到1个未启用MFA的高权限账号（云平台管理员），存在凭证泄露风险。服务账号AccessKey存在30天以上未轮换情况。建议：1) 强制所有高权限账号启用硬件令牌MFA 2) 实施AccessKey生命周期管理（30天轮换） 3) 基于CIS-1.4.1要求执行最小权限策略审查 4) 部署IAM审计工具实时监控异常权限变更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已满足：安全组最小化配置（CIS-1.5）
2) 未满足：对象存储默认私有（CIS-2.2.1）
3) 未满足：日志审计保留180天（等保2.0-16.1）
4) 未满足：容器镜像漏洞扫描（CIS-3.1.1）
5) 优先整改：建立云资产合规基线自动检测体系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
目标：消除远程代码执行风险
步骤：更新Apache ActiveMQ至2.19.1以上，执行`apt-get update &amp;&amp; apt-get upgrade activemq`
预期效果：阻断已知漏洞利用路径
风险：需验证升级后服务兼容性
2. 限制SSH暴露面
目标：减少外部攻击面
步骤：修改安全组规则，仅允许特定IP访问22端口；在sshd_config中设置`AllowUsers admin`
预期效果：降低暴力破解成功率
风险：需确保运维人员IP白名单准确
3. 优化云存储权限配置
目标：消除公开访问风险
步骤：通过AWS CLI执行`aws s3api put-bucket-policy --bucket &lt;name&gt; --policy file://policy.json`
预期效果：防止数据泄露
风险：需验证新策略不影响合法访问
4. 实施MFA强制策略
目标：增强身份验证安全性
步骤：在IAM中为所有高权限账号启用MFA，配置`aws iam enable-mfa-device`
预期效果：降低账号泄露风险
风险：需提前准备备用验证方式
5. 修复OpenSSH regreSSHion漏洞
目标：消除提权风险
步骤：升级OpenSSH至9.8p1版本，执行`yum update openssh`
预期效果：修复已知提权漏洞
风险：需测试升级后SSH服务稳定性
6. 优化Kubernetes网络策略
目标：限制容器间非授权通信
步骤：部署NetworkPolicy资源，配置`kubectl apply -f network-policy.yaml`
预期效果：减少横向移动风险
风险：需验证应用间依赖关系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新增检测规则：
1) 云存储异常公开访问检测（基于S3/Azure Blob元数据）
2) 勒索软件加密行为模式检测（基于文件扩展名突变分析）
3) 容器逃逸攻击检测（基于非标准API调用）
规则调优方向：
- R-SSH-BRUTE-01：将登录失败阈值从5次/10分钟提升至8次/15分钟
- R-O365-PHISH-02：增加邮件附件类型白名单（PDF/DOCX）
- R-CLOUD-S3-OPEN：排除已知CI/CD管道使用的存储桶
日志覆盖改进：
- 部署Prometheus Exporter监控Kubernetes API调用
- 启用MySQL General Query Log审计
检测盲区补充：
- 在容器运行时部署Falco实时检测
- 为Redis实例配置访问控制日志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检查SSH配置：/etc/ssh/sshd_config禁用root登录
2. 验证云存储ACL：AWS S3策略中拒绝公开写入
3. 检查RDP端口：仅允许VPC内访问3389端口
4. 验证MFA状态：所有高权限账号启用双因素认证
5. 审核Kubernetes RBAC：最小化ServiceAccount权限
6. 检查Redis绑定地址：确保未监听0.0.0.0
7. 验证MySQL远程访问：仅允许本地连接3306端口
8. 检查容器镜像：确保基础镜像无高危漏洞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每周趋势 | qry_alerts_trend_weekly_v4
告警分类 | qry_top_categories_v5
检测规则 | qry_top_rules_v3
事件列表 | qry_incidents_v3
漏洞统计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告警数据基于去重规则触发，WAF与EDR重复告警已合并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漏洞数据来自定期扫描，覆盖主机、云镜像和容器镜像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原始日志保存于安全运营平台，可通过查询ID追溯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 - 平均检测时间
MTTR - 平均响应时间
TTP - 攻击战术技术程序
IOC - 失陷指标
EDR - 终端检测响应
SIEM - 安全信息事件管理
WAF - Web应用防火墙
MFA - 多因素认证
RBAC - 基于角色的访问控制
ACL - 访问控制列表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