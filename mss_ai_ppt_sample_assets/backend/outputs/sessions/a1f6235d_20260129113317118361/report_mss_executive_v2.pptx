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生成时间：2025年12月10日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高危告警占比显著，云配置风险激增25%，需警惕横向移动威胁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本期整体安全状况需关注，高危告警占比0.5%且出现2起高危事件。云配置风险和暴力破解攻击呈上升趋势，需强化访问控制与云环境审计。MSS团队平均2.8小时完成响应，符合SLA要求但横向移动事件响应耗时较长。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云配置错误告警环比上升25%，涉及对象存储公开访问，可能影响客户数据隐私
2. 暴力破解攻击上升11%，主要针对SSH服务，建议启用MFA和IP白名单
3. 高危事件平均响应时间274分钟，需优化关键资产应急流程
4. 误报率16%高于行业基准，建议优化SSH暴力破解检测规则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{{INCIDENT_SUMMARY}}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{{INCIDENT_INSIGHT}}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本期共发现141个漏洞，其中高危漏洞占比10.6%。15个高危漏洞中有1个正在修复中，其余已完成修复。整体风险处于可控范围，但需重点关注ActiveMQ RCE未修复漏洞。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RCE）目前处于修复中状态，建议优先级为【紧急】。该漏洞可能被利用实现远程代码执行，需立即完成补丁验证并部署。已修复的critical漏洞（CVE-2024-3094）和high漏洞（CVE-2024-6387）需持续监控确保无残留风险。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当前12个对外IP中存在SSH/RDP/Kibana等高风险服务暴露，建议立即通过安全组/网络ACL限制访问源，优先对RDP(3389)和Kibana(5601)实施最小化访问策略。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/0暴露（风险等级：高危），2处对象存储公开访问（中危）和1个未启用MFA的高权限账号（高危）。安全组开放范围过宽是主要风险点，可能导致横向渗透。IAM权限配置存在改进空间，建议优先处理安全组收敛和MFA强制启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【紧急】收敛安全组0.0.0/0/0规则，仅开放必要端口给指定IP段（立即执行）
2) 【高优先】检查所有对象存储ACL策略，禁用非预期的公开访问（3日内完成）
3) 【关键】为所有高权限账号强制启用MFA并定期审计（7日内完成）
4) 【常规】建立云资产暴露面自动扫描机制（30日内落地）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【紧急】修复ActiveMQ RCE漏洞（CVE-2023-46604），责任方：运维团队，完成标准：补丁验证并部署（7日内）
2) 【紧急】关闭非必要对外暴露服务，责任方：网络安全部，完成标准：RDP/Kibana端口仅允许内网访问（3日内）
3) 【紧急】隔离cdn-edge资产并进行深度检测，责任方：SOC团队，完成标准：确认无横向渗透痕迹（48小时内）
4) 【紧急】强制启用所有高权限账号MFA，责任方：云平台组，完成标准：100%覆盖（72小时内）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修复中危漏洞（20个），责任方：系统运维，完成标准：90%修复率（30日内）
2) 加强SSH/RDP服务访问控制，责任方：网络安全部，完成标准：实施IP白名单（15日内）
3) 优化云配置自动扫描频率，责任方：DevOps，完成标准：每日基线扫描（30日内）
4) 提升EDR终端覆盖率至95%，责任方：安全运营，完成标准：补装剩余9%终端（20日内）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1) 建立漏洞全生命周期管理制度，将Critical/High漏洞修复周期压缩至72小时内
2) 投资建设云原生安全防护体系，重点强化配置合规性和数据访问审计能力
3) 实施季度红蓝对抗演练，针对电商行业特有的支付网关、用户数据存储等场景进行渗透测试，验证防御体系有效性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MTTR（平均修复时间）：指从安全事件被发现到完成处置的平均时间
MTTD（平均检测时间）：指从攻击发生到被安全系统检测到的平均时间
误报率：指安全系统触发的告警中，实际为误报的比例
CVE（通用漏洞披露）：指公开披露的安全漏洞的唯一标识编号，用于跟踪和修复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