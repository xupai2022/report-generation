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检测到12,414条告警，其中高危事件5起，涉及云AccessKey泄露和横向移动等威胁。MTTD/MTTR平均31分钟/2.8小时，满足SLA要求。暴露面风险突出（SSH/RDP暴露18资产），云安全组0.0.0.0暴露风险上升。需重点关注Kubernetes集群和Office 365的持续攻击面防护。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事件概述：检测到生产环境云账号AccessKey存在异常访问行为，攻击者通过泄露的密钥尝试访问敏感资源。判定依据为：1）非工作时间异常API调用 2）源IP与历史基线不符 3）密钥使用频率异常。攻击向量为泄露的AccessKey被用于AWS S3存储桶访问。影响范围：仅prod-web-02服务器的云存储访问权限。处置措施：1）立即隔离受影响主机 2）封禁来源IP 3）回收并重新生成AccessKey 4）启用临时凭证轮换机制。根因分析：开发人员误将AccessKey提交到代码仓库，建议加强代码审计与密钥管理策略。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事件概述：检测到核心数据库服务db-core-01和 Bastion主机被外部扫描工具持续探测。攻击特征匹配常见漏洞扫描工具（如Masscan）的扫描模式。攻击向量为开放在公网的RDP端口（3389）被用于暴力破解尝试。影响范围：db-core-01、bastion-01、prod-web-01三台主机暴露于风险中。处置措施：1）临时下线暴露服务 2）封禁攻击源IP 3）强制重置所有管理员密码并启用MFA 4）更新WAF规则阻断异常扫描流量。根因分析：安全组配置错误导致本应限制访问的服务暴露于公网，建议实施最小化暴露原则并强化网络分段。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本期攻击模式呈现以下特征：1）TTP方面：攻击者优先使用自动化工具进行端口扫描和弱口令爆破（Brute Force），结合云服务配置缺陷（如0.0.0/0开放）扩大攻击面；2）目标资产：主要针对云环境中的数据库（MySQL/Redis）和远程访问入口（SSH/RDP）；3）利用漏洞：未修复的ActiveMQ RCE漏洞（CVE-2023-46604）和弱密码配置；4）与APT组织TA505的战术相似，其惯用初始入侵手段为云配置错误+暴力破解组合攻击。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 (XZ Utils后门)：攻击者可利用恶意构建的xz工具在解压时执行任意代码，影响Ubuntu 22.04 LTS及Red Hat 8.8等版本。当前环境存在2台构建服务器受影响，由于该漏洞存在于基础镜像中，建议立即升级至xz-utils 5.4.2或以上版本。2. CVE-2023-46604 (ActiveMQ RCE)：攻击者通过构造恶意JMS消息触发反序列化漏洞，影响Apache ActiveMQ 5.18.0以下版本。当前2台消息队列服务器未完成修复，建议升级至5.18.1并禁用不必要的JMX接口。3. CVE-2024-6387 (OpenSSH regreSSHion)：允许攻击者通过特定SSH协议交互获取额外权限，影响OpenSSH 9.4p1。1台跳板机已修复，建议对所有SSH服务升级至9.5p1。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已修复：CVE-2024-3094、CVE-2024-6387（2个）
2) 修复中：CVE-2023-46604（预计12月5日前完成，需等待业务窗口期）
3) 未修复：无
4) 遗留风险：ActiveMQ服务需在12月完成版本升级，期间建议部署基于WAF的RCE防护规则（OWASP CRS 942170）
5) 临时缓解措施：对ActiveMQ启用JMX认证并限制管理接口访问IP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风险分析：1）SSH(22)端口暴露17台服务器，建议仅保留必要运维跳板机并强制使用密钥认证；2）RDP(3389)暴露1台Windows服务器，需立即下线或迁移至内网；3）Kibana(5601)和Grafana(3000)等监控服务暴露3台设备，建议通过反向代理+IP白名单访问；4）所有暴露服务应启用TLS 1.3加密并配置HSTS头。特别注意：SSH服务存在弱密码配置风险（Brute Force攻击占11%），需强制使用密钥认证并禁用root登录。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本月外部暴露IP维持12个，但新增3个暴露服务（Kibana/Grafana/SSH节点）。攻击面呈现局部扩张趋势，主要源于运维团队为排查性能问题临时开放了监控服务。需要特别关注：1）SSH暴露主机数量同比增加15% 2）未发现暴露面收敛迹象 3）云环境安全组配置错误导致服务暴露比例达40%。建议实施自动化暴露面监控并设置配置变更告警。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SSH服务收敛：将17台暴露主机迁移至内网，仅保留2台运维跳板机通过VPN访问（优先级P0，预计3工作日）
2) RDP服务下线：迁移Windows服务器到私有网络，通过RDP网关访问（优先级P1，需业务配合）
3) 监控服务加固：为Kibana/Grafana配置IP白名单和双因素认证（优先级P2）
4) 自动化检测：部署配置审计工具实时监控0.0.0/0开放（优先级P3）
5) 访问控制：为所有暴露服务实施基于RBAC的最小权限策略（优先级P2）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云环境存在以下IAM风险：1）发现1个未启用MFA的管理员账号（趋势下降），建议立即启用硬件令牌；2）7个安全组存在0.0.0/0开放（趋势上升），建议实施最小权限原则；3）AccessKey管理存在风险：30%的AccessKey未设置过期时间。加固建议：1）实施MFA强制策略 2）部署云安全组自动合规工具（如CSPM） 3）启用AccessKey轮换策略（建议设置90天有效期） 4）对所有服务账号实施角色分离（如分离运维、开发、审计权限）。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已满足：CIS AWS 2.0基准中2.10（MFA强制）、3.1（安全组默认拒绝）
2) 未达标：CIS 2.5（AccessKey过期策略）、2.2（IAM策略最小权限）
3) 优先整改项：CIS 2.5（AccessKey轮换）和CIS 2.2（权限最小化）
4) 建议部署云配置审计工具（如Cloud Custodian）
5) 需要建立云安全配置基线并纳入CI/CD流水线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整改目标：消除远程代码执行风险
步骤：升级Apache ActiveMQ至v5.18.3+，执行`yum update activemq`；删除不必要的JMX端口暴露
预期效果：阻断攻击链入口
风险：升级需测试应用兼容性
2. 限制SSH服务暴露范围
整改目标：减少攻击面
步骤：修改`/etc/ssh/sshd_config`设置`AllowUsers admin`，配置防火墙只允许运维IP访问22端口
预期效果：降低暴力破解风险
风险：需确保运维通道可用性
3. 优化云安全组规则
整改目标：消除0.0.0/0暴露
步骤：在AWS控制台或CLI执行`aws ec2 revoke-security-group-ingress`，限制RDP/SSH入站规则
预期效果：减少横向移动风险
风险：需验证业务连通性
4. 强制MFA认证
整改目标：提升账号安全性
步骤：通过Azure AD PowerShell强制启用MFA：`Set-MsolUser -UserPrincipalName admin@acme.com -StrongAuthenticationRequirements @{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{{DETECTION_IMPROVEMENTS}}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{{HARDENING_CHECKLIST}}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{{EVIDENCE_INDEX}}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{{DATA_FRESHNESS}}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{{DATA_SCOPE_NOTES}}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{{VULN_NOTES}}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{{EVIDENCE_NOTES}}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{{KEY_SERVICES_LIST}}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{{TERMINOLOGY_TECHNICAL}}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