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{{REPORT_TITLE}}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{{CUSTOMER_LABEL}}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{{PERIOD_LABEL}}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{{GENERATED_AT_LABEL}}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{{HEADLINE}}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{{KPI_SECTION}}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{{SUMMARY_PARAGRAPH}}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{{KEY_INSIGHTS}}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暴力破解（2546起，+11%）和云配置错误（1574起，+25%）为告警主力，反映攻击者持续针对暴露服务和弱配置入口。钓鱼邮件告警占比16%，显示社会工程威胁持续存在。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告警总量环比下降12%，但高危告警占比提升27%。云配置错误增长显著，表明云环境安全管控存在薄弱环节；恶意出站流量同比下降99%，显示现有防护措施初见成效。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本期共处置5起安全事件，其中2起高危事件。平均响应时间2.8小时符合SLA要求，但高危事件平均处置时长5.5小时，存在优化空间。暴露服务攻击占事件总量的60%。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攻击者主要针对暴露的SSH/RDP服务（3/5事件）和云资产进行横向移动（2/5事件）。80%的事件涉及凭据重置和MFA强化，显示身份验证漏洞是主要攻击路径。建议优先实施最小权限原则和自动化暴露面监控。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本期共发现141个漏洞，高危漏洞占比11%。关键漏洞修复进度良好（CVE-2024-3094已修复），但ActiveMQ RCE等高危漏洞修复滞后，需重点关注。整体风险处于可控范围但存在局部高危暴露。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XZ Utils后门漏洞（CVE-2024-3094）已修复，但ActiveMQ RCE漏洞（CVE-2023-46604）修复进度滞后，需优先完成补丁。OpenSSH漏洞（CVE-2024-6387）已修复，建议验证补丁有效性并监控同类风险。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当前17台服务器开放SSH服务（端口22），建议实施IP白名单策略。RDP/Kibana等高风险服务暴露需立即收口，优先关闭非必要对外服务。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云环境存在7处安全组0.0.0/0暴露（风险上升），2个对象存储公开访问配置，1个高权限账号未启用MFA。安全组配置缺陷风险突出，可能导致横向渗透。IAM权限管理需加强，建议优先处理安全组收敛和MFA启用。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【紧急】收敛安全组0.0.0/0规则，仅开放必要端口给指定IP段
【高优】审计对象存储ACL策略，禁用非授权公开访问
【中优】强制所有高权限账号启用MFA并定期轮换凭证
【持续】启用云审计日志实时监控配置变更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【7天内】修复ActiveMQ RCE漏洞（CVE-2023-46604），责任方：运维团队，完成标准：验证补丁部署
【7天内】阻断SSH暴力破解IP（规则R-SSH-BRUTE-01），责任方：安全团队，完成标准：IP封禁率提升30%
【7天内】关闭非必要对外暴露服务（RDP/Kibana），责任方：架构团队，完成标准：暴露面减少50%
【7天内】处理未修复高危漏洞（CVE-2023-46604），责任方：开发团队，完成标准：漏洞状态标记为已解决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【30天内】完成中危漏洞批量修复（CVE-2024-6387等），责任方：运维团队
【30天内】实施云安全基线检查（安全组/MFA/存储权限），责任方：云安全团队
【30天内】部署终端检测增强策略（EDR覆盖率达95%），责任方：终端安全团队
【30天内】建立漏洞修复SLA（高危72h/中危7天），责任方：安全负责人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分阶段实施：1）构建云配置合规自动化审计体系，对接CI/CD流水线实现配置即代码；2）部署EDR终端防护系统覆盖剩余9%缺口，重点强化服务器资产防护；3）建立安全事件响应SOP，通过红蓝对抗验证检测响应有效性。需特别关注电商行业DDoS攻击特征，优化WAF规则库与流量清洗策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MTTR（平均修复时间）：从威胁被发现到完成处置的平均耗时
MTTD（平均检测时间）：从威胁发生到被系统检测出的平均耗时
误报率：错误触发的安全告警占比（当前为16%）
CVE：通用漏洞披露编号，用于唯一标识已知安全漏洞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