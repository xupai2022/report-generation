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42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ACME 电子商务 MSS月度安全报告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566160"/>
            <a:ext cx="2103120" cy="457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5029200" cy="316865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密级：内部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852160"/>
            <a:ext cx="54864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生成时间：2025-12-10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安全态势总览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高危事件环比上升，云配置错误和暴力破解风险显著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告警总数: 12,414 | 高危告警: 62 | 安全事件: 5 | 高危事件: 2
平均响应时间: 2.8小时 | 误报率: 16%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1064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本期整体安全态势需关注，云配置错误和暴力破解攻击呈现上升趋势。建议优先处理暴露服务和弱口令风险。MSS团队平均2.8小时响应事件，符合SLA要求，但高危事件处置时长需优化。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9160"/>
            <a:ext cx="11064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709160"/>
            <a:ext cx="45720" cy="1965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51560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关键发现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暴力破解告警环比上升11%，主要针对SSH服务，建议启用MFA认证
云配置错误告警激增25%，涉及对象存储公开访问风险，需加强云安全基线管理
高危事件处置时长中位数137分钟，建议优化应急响应流程
物联网设备占比达400/2000，需补充专用安全防护措施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告警趋势分析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周度趋势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8575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告警类别分布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1645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11064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45720" cy="1508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类别分析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698480" cy="960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暴力破解（2546次）和云配置错误（1574次）构成主要威胁，分别环比上升11%和25%。钓鱼攻击量下降14%，但勒索软件前置攻击（97次）保持平稳，显示攻击者战术转向横向移动。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11064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45720" cy="17830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环比分析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告警总量环比下降12%，但暴力破解和云配置错误显著上升。异常暴露服务告警（+3新暴露资产）反映基础设施暴露面扩大风险，建议加强端口管控策略。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重点安全事件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2344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本月发生5起安全事件（2起高危），平均MTTR 2.8小时。4起事件涉及暴露服务攻击，1起勒索软件横向移动事件。处置效率符合SLA要求，但暴露服务攻击重复发生。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1064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45720" cy="28803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10698480" cy="2331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257800"/>
            <a:ext cx="45720" cy="13716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事件洞察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69848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攻击者集中利用暴露的SSH/RDP服务（5/7暴露资产被攻击）和弱口令进行横向移动。3起事件涉及凭证重置需求，显示密码管理存在薄弱环节。建议实施零信任架构并强化暴露面监控。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2697480"/>
          <a:ext cx="108813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038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漏洞与暴露面分析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8686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228600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漏洞统计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914400"/>
            <a:ext cx="8412480" cy="731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严重: 4 | 高危: 15 | 中危: 20 | 低危: 92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漏洞概况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4983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本期共发现漏洞131个，以低危（92）和中危（20）为主。高危漏洞修复进度40%（已修补4/15），存在未修复的ActiveMQ RCE漏洞需优先处理。整体风险处于可控区间，但需警惕暴露面中高危漏洞的潜在影响。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74519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202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暴露面统计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00"/>
            <a:ext cx="5166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对外IP: 12 | 新增暴露: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1106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2900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重点漏洞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10698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257800"/>
            <a:ext cx="45720" cy="1143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CVE-2023-46604（ActiveMQ RCE）目前仍处于修补中，建议IT团队优先完成该漏洞修复。CVE-2024-3094（XZ Utils后门）已全部修补，建议验证补丁有效性并开展供应链安全审查。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当前12个对外IP中，SSH/RDP等高风险服务暴露量偏高。建议立即关闭非必要端口，对Kibana/Grafana等Web服务实施IP白名单和HTTPS加密访问。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77240" y="3886200"/>
          <a:ext cx="1088136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2400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云安全态势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2926080" cy="137160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26517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云账号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265176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3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7个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868680"/>
            <a:ext cx="7955279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868680"/>
            <a:ext cx="45720" cy="3337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914400"/>
            <a:ext cx="758952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云风险列表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71600"/>
            <a:ext cx="3657600" cy="2743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371600"/>
            <a:ext cx="18288" cy="2560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6576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风险分析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737360"/>
            <a:ext cx="3657600" cy="2377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当前云环境存在7处安全组0.0.0/0暴露（风险等级高），2处对象存储公开访问（中危），1个未启用MFA的高权限账号（高危）。安全组暴露量较上期增加，表明云资源访问控制存在管理疏漏。需重点关注API网关和存储服务的访问策略收敛，建议30天内完成所有高危风险整改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11064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45720" cy="2286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10698480" cy="1737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 【紧急】收敛安全组0.0.0/0规则，仅开放必要端口给指定IP段
2. 【高优】检查所有对象存储权限配置，禁用非预期的公开访问
3. 【立即】为未启用MFA的高权限账号强制启用多因素认证
4. 【常规】建立云安全组配置审计自动化流水线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51960" y="1417320"/>
          <a:ext cx="356616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</a:tblGrid>
              <a:tr h="67437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整改建议与行动计划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9718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DC3545"/>
                </a:solidFill>
                <a:latin typeface="微软雅黑" panose="020B0503020204020204" charset="-122"/>
              </a:defRPr>
            </a:pPr>
            <a:r>
              <a:t>P0 紧急（7天内）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 【7天内】完成ActiveMQ RCE漏洞（CVE-2023-46604）修补（责任方：IT团队）
2. 【立即】封禁所有非业务必需的对外暴露服务（责任方：安全团队）
3. 【24小时内】隔离疑似勒索软件横向移动事件相关资产（责任方：运维团队）
4. 【即刻】为未启用MFA的高权限账号配置多因素认证（责任方：云安全团队）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971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EA580C"/>
                </a:solidFill>
                <a:latin typeface="微软雅黑" panose="020B0503020204020204" charset="-122"/>
              </a:defRPr>
            </a:pPr>
            <a:r>
              <a:t>P1 重要（30天内）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 制定Kubernetes和MySQL组件中危漏洞修复路线图（30天内）
2. 实施生产环境最小权限原则，收紧行业标准端口访问策略
3. 扩展EDR覆盖率至95%办公终端资产
4. 建立云配置基线自动化检测机制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39"/>
            <a:ext cx="11064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45720" cy="2651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战略建议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698480" cy="2103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 建立云原生安全中心（CSPM）实现配置风险实时监控，应对持续增长的云暴露面风险。2. 构建威胁情报驱动的自动化响应体系，当前告警处理效率（MTTR 2.8小时）尚未达到电商行业SLA要求。3. 开展供应链安全专项治理，针对XZ Utils后门等事件完善第三方组件审查流程。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附录与说明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983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说明：告警口径为去重后的规则触发次数；WAF与EDR重复告警已在聚合时合并。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资产覆盖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80160"/>
            <a:ext cx="516636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监控资产组: 2个 | 云账号: 7个 | 日志源: 38个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5720" cy="822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22860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SLA说明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43200"/>
            <a:ext cx="832104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重大事件7x24响应；普通告警工作日响应。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11064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45720" cy="24231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术语说明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10698480" cy="1920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MTTR（平均修复时间）: 2.8小时，表示从事件发现到修复的平均耗时
MTTD（平均检测时间）: 31分钟，表示从攻击发生到系统检测到的平均耗时
误报率: 16%，表示所有告警中有16%为误报
CVE: 通用漏洞披露编号，用于唯一标识已知安全漏洞（如CVE-2024-3094）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如有问题，请联系MSS运营团队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1204</Words>
  <Application>WPS 演示</Application>
  <PresentationFormat>On-screen Show (4:3)</PresentationFormat>
  <Paragraphs>128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7</cp:revision>
  <dcterms:created xsi:type="dcterms:W3CDTF">2013-01-27T09:14:00Z</dcterms:created>
  <dcterms:modified xsi:type="dcterms:W3CDTF">2026-01-23T09:56:26Z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D6B0E5BCA9D342F291DE7B7C65523EEF_12</vt:lpwstr>
  </property>
  <property fmtid="{D5CDD505-2E9C-101B-9397-08002B2CF9AE}" pid="3" name="KSOProductBuildVer">
    <vt:lpwstr>2052-12.1.0.16729</vt:lpwstr>
  </property>
</Properties>
</file>