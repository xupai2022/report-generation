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生成时间：2025年12月10日 09:29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高危事件占比提升，需重点防范横向移动与云配置风险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 | 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本期整体安全态势可控，但高危事件占比显著提升。需重点关注暴露服务被扫描利用及勒索前置横向移动风险。MSS团队平均响应时间符合SLA要求，但高危事件处置周期偏长，建议优化应急响应流程。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暴力破解告警环比上升11%，主要针对SSH服务，建议部署IP白名单
2. 云配置错误告警激增25%，涉及对象存储公开访问，需加强云安全基线检查
3. 误报率16%高于行业基准，R-SSH-BRUTE-01规则需优化
4. 高危事件平均处置时间274分钟，建议建立分级响应机制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与云配置错误（1574次）为主要告警类型，分别环比增长11%和25%。钓鱼攻击（1977次）虽下降14%，但仍保持高发态势，暴露员工安全意识短板。三类告警合计占比达40%，建议针对性加固SSH服务、强化云配置审计并开展钓鱼演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告警总量环比下降15%，主要受钓鱼攻击减少驱动。云配置错误异常增长25%，反映近期云服务部署可能疏忽安全配置。暴力破解上升11%提示攻击者持续针对SSH服务，需警惕潜在横向移动风险。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本月发生5起安全事件，含2起高危事件。平均响应时间2.8小时，符合SLA要求。3起暴露服务利用事件均涉及生产环境，需重点排查资产暴露面。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攻击者主要针对暴露在互联网的Kibana、Grafana等服务进行扫描利用，入侵路径多通过SSH暴力破解和未修复漏洞。4/5事件涉及生产环境资产，建议：1）全面清点暴露服务并建立准入机制 2）强制Kubernetes节点启用MFA 3）建立补丁管理SLA确保CVE-2023-46604等高危漏洞及时修复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本期共发现131个漏洞，其中高危漏洞占比11.5%。4个严重漏洞中有2个已修复，15个高危漏洞中仅1个完成修复，整体存在未修复漏洞导致的中高危风险。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XZ Utils后门漏洞(CVE-2024-3094)已修复2/2资产，需优先处理ActiveMQ RCE漏洞(CVE-2023-46604)的剩余1个未修复实例。OpenSSH漏洞已全部修复但需验证补丁有效性。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检测到17台服务器暴露SSH服务，3台Grafana服务对外开放。建议立即实施最小化暴露策略，通过安全组限制访问源IP并启用端口混淆技术。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当前云环境存在7个安全组0.0.0.0/0暴露配置，2个对象存储公开访问问题。未启用MFA的高权限账号已减少至1个。IAM权限风险和数据泄露风险处于中高危水平，需重点整治网络暴露面和存储访问控制。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[紧急] 收敛安全组0.0.0.0/0规则，限定业务所需IP/端口
[高] 审计对象存储ACL策略，禁用非加密传输和公开访问
[中] 为所有高权限账号启用MFA并实施权限最小化
[中] 部署云安全态势感知系统实现自动合规检查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[7天内] 修复ActiveMQ RCE漏洞(CVE-2023-46604)，责任方：王工
[7天内] 关闭非必要暴露服务，实施网络分段，责任方：安全团队
[7天内] 加固SSH访问控制，限制源IP和认证方式，责任方：运维团队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[30天内] 完成中危漏洞批量修复，建立漏洞修复SLA机制
[30天内] 制定云环境安全基线配置规范并开展全员培训
[30天内] 部署云原生WAF增强API层防护能力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建议建立云安全治理框架，实施持续合规监控；建设威胁情报驱动的主动防御体系，提升对0day攻击的响应能力；推进安全左移策略，在DevOps流程中集成自动化安全测试，降低生产环境风险暴露。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MTTR（平均修复时间）：从威胁发现到完成处置的平均耗时；MTTD（平均检测时间）：从攻击发生到系统发现的平均耗时；误报率：错误触发的安全告警占比；CVE：公开漏洞的唯一标识编号。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