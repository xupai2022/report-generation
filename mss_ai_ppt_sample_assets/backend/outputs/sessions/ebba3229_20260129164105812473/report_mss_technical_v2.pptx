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本期威胁态势呈现两极分化：高危告警62起（0.5%），但低风险告警占比达79.8%（9914起）。检测能力表现尚可（MTTD 31分钟），但处置效率存在优化空间（MTTR 2.8小时）。关键技术短板包括：1）暴露面管理不足（12个外部IP，3个新增暴露服务） 2）云安全组0.0.0/0开放问题持续恶化（+7起） 3）高危漏洞修复滞后（15个高危漏洞仅33%完成修复）。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事件概述：攻击者通过暴露的云服务接口获取AccessKey，尝试访问敏感资源。判定依据为异常API调用行为及资产暴露状态。
攻击向量：利用未加固的云服务接口（如未限制IP的API网关）进行凭证窃取。入侵路径推测为通过横向扫描发现暴露的云服务端点，结合弱凭据猜解或泄露的AccessKey访问。
影响范围：仅涉及prod-web-02主机，未造成数据泄露但存在横向移动风险。
处置措施：1）隔离主机并封禁可疑IP；2）回收并重新生成AccessKey；3）更新云服务安全组策略限制IP访问。
根因分析：云服务接口缺乏细粒度访问控制（如IP白名单）和多因素认证（MFA），导致攻击面扩大。建议加强云服务暴露配置审计。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事件概述：攻击者通过端口扫描发现对外暴露的数据库和跳板机服务（db-core-01, bastion-01），并尝试利用已知漏洞进行攻击。判定依据为异常扫描流量及漏洞利用特征。
攻击向量：通过自动化工具扫描暴露服务（如SSH、RDP），结合漏洞利用框架（如Metasploit）尝试利用已知漏洞（如未修补的ActiveMQ RCE）。
影响范围：涉及3个关键资产（db-core-01, bastion-01, prod-web-01），存在数据泄露和系统控制风险。
处置措施：1）隔离受影响资产并封禁攻击源IP；2）重置所有相关凭据并强制启用MFA；3）部署紧急补丁及更新WAF规则阻止特定攻击特征。
根因分析：服务暴露缺乏最小化原则（如RDP直接暴露公网），且未及时应用安全补丁。建议定期执行暴露面审计及漏洞管理。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本期攻击模式呈现以下特征：1）攻击者优先利用暴露服务（如SSH、云API）进行横向移动，结合凭证泄露或弱口令入侵；2）针对未修补漏洞（如ActiveMQ RCE）的利用频率上升，攻击链自动化程度高；3）云环境配置缺陷（如0.0.0/0安全组）是主要入侵路径；4）攻击时间集中在工作日白天（如11月1日事件），与APT组织的典型行为模式部分吻合。建议加强云配置审计和暴露面收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**CVE-2024-3094 (XZ Utils 后门风险)**：攻击者可利用恶意构建的XZ包在目标系统执行任意代码。漏洞存在于XZ Utils 5.4.2版本，需系统依赖该版本时才可触发。修复建议：升级至官方补丁版本5.4.3或更高，或禁用非必要的XZ包解压功能。
2. **CVE-2023-46604 (ActiveMQ RCE)**：未授权攻击者通过JMX接口发送特制消息实现远程代码执行。影响Apache ActiveMQ 5.18.0-5.18.2。修复建议：升级至5.18.3并配置IP白名单限制JMX访问。
3. **CVE-2024-6387 (OpenSSH regreSSHion)**：特定版本的OpenSSH在密钥解析时存在缓冲区溢出漏洞。影响OpenSSH 9.6p1及以下。修复建议：升级至9.7p1，或应用上游补丁并禁用不必要功能。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已修复：CVE-2024-3094（2资产）通过镜像更新完成修补
修复中：CVE-2023-46604（2资产）需在12月初完成补丁验证
未修复：CVE-2024-6387（1资产）因兼容性问题暂无法升级，已启用WAF规则拦截潜在利用请求
高风险遗留项：ActiveMQ RCE漏洞未修复，建议优先安排维护窗口
临时缓解：对未修复漏洞资产实施网络层访问控制（IP白名单）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当前暴露服务分析：
1. **SSH(22)**：17台资产暴露公网，主要为运维跳板机。风险点：缺乏IP白名单及MFA认证，易被自动化爆破工具攻击。
2. **RDP(3389)**：1台资产暴露，无必要性，建议立即下线或迁移至内网。
3. **Kibana(5601)/Grafana(3000)**：暴露的可视化工具可能被利用获取敏感日志数据，需配置身份验证并限制IP访问。
4. **外部IP总量**：12个IP对外暴露，建议合并为网关统一出口以减少攻击面。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攻击面变化：新增3个暴露服务（本月初无新增）。当前外部IP数较上月持平，但SSH暴露资产数显著高于行业基准（建议值&lt;5）。需重点关注未授权访问的云服务接口及运维通道。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SSH服务：启用IP白名单+MFA认证，优先级P0（立即实施）
RDP服务：迁移至内网并通过VPN访问，预计工作量2人天
Kibana/Grafana：配置基于角色的访问控制（RBAC），优先级P1
云服务接口：通过安全组限制0.0.0/0为具体IP段，优先级P1
定期审计：部署自动化工具每周扫描暴露面变化，优先级P2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当前IAM风险：
1. 1个高权限账号未启用MFA，需立即整改。
2. 服务账号AccessKey未设置轮转策略，存在泄露风险。
3. 多个角色权限超出最小化原则（如赋予S3写入权限的运维角色）。
加固建议：1）强制所有高权限账号启用MFA；2）配置AccessKey生命周期策略（最长有效期90天）；3）通过云平台的权限分析工具定期审查角色权限。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满足项：CIS 1.1.2（安全组默认拒绝）已实施
未满足项：CIS 1.1.1（VPC启用DNS主机名）未配置
优先整改项：CIS 3.2（IAM策略最小权限）需优化现有角色权限
建议项：启用云平台的自动合规检查（如AWS Config）
待验证项：CIS 4.1（日志加密存储）需检查现有日志策略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修复未修补的ActiveMQ RCE漏洞（CVE-2023-46604）
目标：消除远程代码执行风险
步骤：执行`yum update activemq`并验证补丁有效性
效果：阻断攻击者通过该漏洞的横向移动
风险：补丁可能与现有应用冲突，需在测试环境验证
2. 限制SSH/RDP暴露服务
目标：减少攻击面
步骤：配置安全组`aws ec2 authorize-security-group-ingress`仅允许运维IP
效果：防止自动化扫描工具发现开放端口
风险：误配置可能导致运维中断
3. 优化Kubernetes节点权限配置
目标：防止提权攻击
步骤：在RBAC中禁用`cluster-admin`默认绑定，执行`kubectl apply -f restricted-rbac.yaml`
效果：限制容器逃逸攻击路径
风险：需重新评估服务依赖的权限模型
4. 强化对象存储访问控制
目标：消除公开访问风险
步骤：在S3策略中添加`"Principal": {"AWS": "*"}, "Effect": "Deny"`
效果：阻止未授权的数据泄露
风险：需确保现有合法访问不受影响
5. 实施容器镜像基线扫描
目标：发现镜像层漏洞
步骤：集成Trivy到CI/CD流程，执行`trivy image --exit-code 1 --severity HIGH,CRITICAL your-image`
效果：在部署前拦截高危镜像
风险：可能增加构建时间
6. 配置网络层东西向流量控制
目标：阻断横向移动
步骤：在Calico策略中添加`egress:`规则限制容器间通信
效果：隔离敏感服务通信
风险：需与微服务架构兼容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建议新增检测规则：
1）勒索软件横向移动检测（基于异常SMB协议行为）
2）云环境IAM凭据泄露检测（基于异常API调用模式）
现有规则调优：
- 降低R-SSH-BRUTE-01的误报率（当前13%）：增加登录失败间隔阈值（从5分钟调整为10分钟）
- 优化R-O365-PHISH-02的邮件特征库匹配算法
日志覆盖改进：
- 增加Kubernetes审计日志收集（容器逃逸检测）
- 补充物联网设备流量镜像（基于NetFlow协议）
检测盲区补充：
- 针对暴露的Grafana服务（3000端口）新增Web目录扫描规则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检查SSH配置（/etc/ssh/sshd_config）是否禁用root登录
2. 验证安全组是否限制非必要端口访问（如5601/3000）
3. 确认MySQL远程访问仅允许VPC内IP
4. 检查Redis配置是否绑定127.0.0.1
5. 验证所有云存储桶ACL策略
6. 检查Kubernetes服务账户权限最小化
7. 审计系统日志记录完整性（auditd配置）
8. 验证所有高权限账号已启用MFA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周趋势 | qry_alerts_trend_weekly_v4
分类统计 | qry_top_categories_v5
规则详情 | qry_top_rules_v3
事件记录 | qry_incidents_v3
漏洞数据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T+1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告警口径为去重后的规则触发次数；WAF与EDR重复告警已在聚合时合并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漏洞数据来源于定期安全扫描，覆盖主机、应用和网络设备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Kubernetes,MySQL,Redis,Nginx,Office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MTTD（平均检测时间）
MTTR（平均响应时间）
TTP（战术技术程序）
IOC（失陷指标）
EDR（终端检测响应）
SIEM（安全信息事件管理）
WAF（Web应用防火墙）
RBAC（基于角色的访问控制）
MFA（多因素认证）
ACL（访问控制列表）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