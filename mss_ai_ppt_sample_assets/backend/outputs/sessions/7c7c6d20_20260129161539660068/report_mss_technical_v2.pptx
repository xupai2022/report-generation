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本月检测到12,414条告警（高危62/中危837），5起安全事件（含2起高危）。威胁分布显示代理工具攻击（400次）占比最高，云配置错误（+25%环比）和暴力破解（+11%）呈上升趋势。MTTD 31分钟、MTTR 2.8小时符合SLA要求，但高危事件平均处置时长（4.5小时）需优化。暴露面管理存在短板：12个公网IP中3个为新增暴露，7个安全组存在0.0.0/0开放风险。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事件概述：检测到生产环境AccessKey存在未授权访问行为，MTTD 9分钟，MTTR 90分钟。攻击向量通过暴露的API接口尝试访问敏感资源，入侵路径推测为第三方服务配置错误导致Key泄露。影响范围仅限prod-web-02主机。处置措施包括隔离主机、封禁源IP并重置AccessKey。根因分析为Key管理流程存在漏洞，建议启用Key轮换策略并限制权限范围。
技术复盘显示攻击者通过自动化工具扫描暴露的云服务API端点，利用未校验的AccessKey获取临时凭证。建议实施API网关的访问控制策略，并启用云审计日志的异常行为检测规则。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事件概述：检测到db-core-01、bastion-01等核心资产遭受端口扫描和弱口令攻击，MTTD 38分钟，MTTR 179分钟。攻击向量为暴露的数据库服务（3306端口）和跳板机服务（22端口），利用SSH爆破和默认凭据尝试登录。影响范围覆盖生产数据库和网络入口点。处置措施包含隔离主机、封禁攻击源IP、重置所有服务凭据并强制启用MFA，同步实施WAF规则更新。
技术分析显示攻击者使用Hydra等工具进行自动化爆破，结合已知漏洞扫描（如CVE-2023-38831）。建议启用端口级访问控制策略，部署数据库脱敏功能，并对跳板机实施基于IP的SSH登录限制。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期攻击模式呈现以下特征：1）TTP以自动化扫描工具（Nmap、Masscan）为主，集中于SSH、RDP、数据库端口；2）80%攻击针对暴露在公网的服务（如Kibana、Grafana），利用默认凭据或弱密码；3）配置缺陷（如安全组0.0.0/0暴露）是主要入侵路径；4）与已知威胁组织如TA505的攻击模式相似，其常利用暴露的服务进行横向移动。建议加强暴露面管理并部署EDR实时阻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CVE-2024-3094（XZ Utils后门）：攻击者可利用恶意构建的xz工具解压时执行任意代码，需系统权限且依赖动态链接库加载。影响CentOS 7.9及以下版本。当前已通过yum更新至xz-5.2.4修复。
2. CVE-2023-46604（ActiveMQ RCE）：未授权访问Broker端点可触发反序列化漏洞，影响Apache ActiveMQ 5.16.0至5.17.0版本。需部署最新5.17.1补丁或配置JMX远程访问限制。
3. CVE-2024-6387（OpenSSH regreSSHion）：特定条件下允许远程代码执行，影响OpenSSH 9.3至9.4p1。已通过升级至9.5版本修复。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已修复高危漏洞2个（CVE-2024-3094、CVE-2024-6387）
2. ActiveMQ RCE（CVE-2023-46604）补丁预计12月5日前完成
3. 92个低危漏洞已通过基础镜像升级处理
4. 3个中危漏洞因兼容性问题暂未修复，已启用AppArmor强制访问控制
5. 优先排查未修复的Sudo权限提升漏洞（CVE-2021-3156）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{{EXTERNAL_EXPOSURE}}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{{ATTACK_SURFACE_TREND}}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{{EXPOSURE_REMEDIATION}}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{{IAM_RISK_ANALYSIS}}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{{CLOUD_COMPLIANCE}}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修复ActiveMQ RCE漏洞（CVE-2023-46604）
目标：消除远程代码执行风险
步骤：a. 下载官方补丁包 `activemq-5.17.0-patch.tar.gz` 
      b. 执行 `./activemq stop` 停止服务
      c. 应用补丁 `patch -p1 &lt; patch-file`
预期：阻止攻击者通过JMX接口提权
风险：补丁可能与现有插件冲突，建议测试环境验证
2. 限制SSH暴露面
目标：减少暴力破解攻击面
步骤：a. 修改sshd_config配置 `AllowUsers admin dev`
      b. 设置 `PasswordAuthentication no`
      c. 配置iptables限制源IP白名单
预期：降低80%的爆破攻击成功率
风险：需提前同步授权用户白名单
3. 优化Kibana暴露配置
目标：消除未授权访问风险
步骤：a. 修改elasticsearch.yml添加 `http.host: localhost`
      b. 配置basic auth认证 `xpack.security.enabled: true`
      c. 在Nginx反向代理增加JWT验证
预期：完全阻断外部未授权访问
风险：需同步更新CI/CD流水线配置
4. 强制MFA认证覆盖
目标：提升账号安全性
步骤：a. 在AWS IAM控制台启用MFA强制策略
      b. 使用AWS CLI执行 `aws iam create-virtual-mfa-device`
      c. 通过邮件/SMS推送激活链接
预期：消除未启用MFA的高危账号
风险：需考虑海外员工时区差异
5. 修复对象存储公开访问
目标：防止数据泄露
步骤：a. 执行AWS CLI命令 `aws s3api put-bucket-policy` 
      b. 配置Policy为`Principal`字段设为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{{DETECTION_IMPROVEMENTS}}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{{HARDENING_CHECKLIST}}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{{EVIDENCE_INDEX}}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{{DATA_FRESHNESS}}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{{DATA_SCOPE_NOTES}}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{{VULN_NOTES}}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{{EVIDENCE_NOTES}}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{{KEY_SERVICES_LIST}}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{{TERMINOLOGY_TECHNICAL}}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