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{{REPORT_TITLE}}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{{CUSTOMER_LABEL}}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{{PERIOD_LABEL}}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{{GENERATED_AT_LABEL}}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{{HEADLINE}}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{{KPI_SECTION}}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{{SUMMARY_PARAGRAPH}}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{{KEY_INSIGHTS}}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本月共处置5起安全事件，含2起高危事件。平均响应时间2.8小时接近SLA上限，暴露服务横向移动事件处置耗时最长（3小时10分钟）。事件多集中于暴露的云服务和Kubernetes节点。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攻击者主要针对暴露的SSH/RDP服务及云资产进行扫描利用，其中2起事件涉及容器环境提权。暴露服务持续被扫描利用反映访问控制策略不足，建议加强非必要端口封禁和强制MFA策略覆盖。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本期共发现131个漏洞，低危漏洞占比超70%。高危及以上漏洞修复率60%（4/4已修补，2/3进行中），整体风险可控但需关注未修复的ActiveMQ RCE漏洞。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CVE-2023-46604（ActiveMQ RCE）当前处于修复中，建议优先完成修补；XZ Utils后门风险已修复，OpenSSH漏洞修补及时。未修复的远程代码执行漏洞存在严重入侵风险，需72小时内闭环。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当前12个IP对外暴露，SSH和RDP服务暴露面较大。建议立即关闭非必要的22/3389端口，并通过网络ACL限制Kibana/Grafana的访问源IP。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云环境存在7处安全组0.0.0.0/0暴露（风险上升），2个对象存储公开访问（风险平稳），1个未启用MFA的高权限账号（风险下降）。主要风险集中在网络层暴露和数据泄露防护不足，IAM配置已有所改善但仍有优化空间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【紧急】收敛安全组0.0.0.0/0规则，仅开放必要端口给指定IP段（优先级P0）
【高】检查对象存储ACL策略，禁用非授权公开访问（优先级P1）
【中】为所有高权限账号启用MFA并定期审计权限（优先级P2）
【建议】部署云配置持续监控工具实现自动化合规检查（优先级P3）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【P0】72小时内修复ActiveMQ RCE漏洞（CVE-2023-46604），责任方：运维团队
【P0】关闭非必要的SSH/RDP对外暴露，责任方：网络安全部
【P0】加固被扫描利用的cdn-edge服务，责任方：DevOps团队
【P0】重置k8s-node-03的访问凭据并启用MFA，责任方：平台架构组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【P1】完成中危漏洞基线修复（20个），周期：30天，责任方：安全运维
【P1】建立云资产暴露面周度审查机制，责任方：云安全组
【P1】提升EDR终端覆盖率至95%，责任方：终端防护团队
【P1】实施云配置合规自动化扫描，责任方：DevSecOps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1）建立云安全配置持续监控体系，重点防范0.0.0.0/0暴露和存储误配置
2）投资威胁情报平台建设，针对高频攻击类型（SSH爆破、钓鱼邮件）建立自动化响应流程
3）开展全栈安全基线加固工程，优先提升容器环境和CI/CD流水线的安全成熟度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本报告数据来源于MSS安全运营平台，覆盖报告周期内的所有监控告警、安全事件、漏洞扫描和云安全检查数据。告警口径为去重后的规则触发次数；WAF与EDR重复告警已在聚合时合并。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MTTR：平均修复时间，指从威胁被发现到完成处置的平均耗时
MTTD：平均检测时间，指从威胁发生到被系统检测出的平均耗时
误报率：错误触发的安全告警占总告警量的比例
CVE：通用漏洞披露编号，用于唯一标识已知软硬件漏洞
MFA：多因素认证，通过两种及以上验证方式提升账户安全性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