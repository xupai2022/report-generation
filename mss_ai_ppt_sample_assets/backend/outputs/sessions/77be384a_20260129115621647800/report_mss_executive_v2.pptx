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 09:29:56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高危告警占比显著，云配置错误环比激增25%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本期整体安全状况需重点关注，云配置错误和暴力破解攻击呈上升趋势。建议优先处理高危事件中的横向移动威胁。MSS团队响应效率符合SLA要求，重大事件平均处置时间2.8小时。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暴力破解告警环比上升11%，主要针对SSH服务，建议加强访问控制
云配置错误环比激增25%，7个安全组暴露0.0.0/0，需强化云安全基线
高危事件平均处置274分钟，超过SLA基准值30%，需优化应急流程
恶意外联行为持续活跃（400次/月），建议部署流量深度检测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暴力破解（2546次）和云配置错误（1574次）为告警主力，分别环比增长11%和25%。钓鱼攻击量下降14%显示培训初见成效，但恶意外联行为保持高位运行。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告警总量环比下降12%（12,414→11,058），主要受钓鱼攻击减少驱动。云配置错误异常增长需警惕，可能反映云环境配置管理存在系统性漏洞。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本期记录5起安全事件（2起高危），高危事件平均MTTR 274分钟。4起事件涉及服务暴露面利用，1起疑似勒索攻击横向移动，整体事件处置效率符合SLA要求。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攻击者集中针对暴露的SSH/RDP服务（3/5事件）及Kubernetes节点。80%事件涉及凭证重置与MFA强化，暴露身份认证体系薄弱环节。建议立即执行暴露面审计并启用自动凭证轮转。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本期漏洞总量121个，高危占比12.4%。关键高危漏洞CVE-2023-46604（ActiveMQ RCE）正在修复中，其余高危漏洞修复率66.7%。整体风险可控但存在未修复高危漏洞需重点关注。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高危漏洞CVE-2023-46604（ActiveMQ RCE）影响2资产且修补中，需优先处理；CVE-2024-3094（XZ后门）已修补2资产。建议72小时内完成ActiveMQ修复并验证补丁有效性。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当前17台服务器暴露SSH服务（端口22），3台Grafana服务对外开放。建议立即限制SSH访问IP白名单，关闭非必要暴露端口，优先收窄Kibana和Grafana的公网访问范围。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云侧存在7处安全组0.0.0.0/0暴露（风险上升），2处对象存储公开访问，1个高权限账号未启用MFA。主要风险集中在过度开放的网络策略和存储权限配置，IAM风险已下降。整体云配置风险处于中高危水平，需重点收敛网络暴露面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【紧急】收敛安全组0.0.0.0/0规则，仅开放必要端口给指定IP段
【高】排查对象存储ACL策略，禁用非授权公开访问
【中】3个工作日内完成所有高权限账号MFA启用
【持续】建立云资产自动扫描机制，每日监控配置变更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【紧急】修补ActiveMQ RCE漏洞（IT负责人，7天内完成验证）
【紧急】封禁所有非授权公网暴露服务（安全团队，48小时内）
【紧急】重置k8s-node-03节点所有凭据（DevOps，24小时内）
【紧急】更新WAF规则防御SSH暴力破解（安全团队，72小时内）
【紧急】加固Redis和MySQL默认配置（DBA，7天内）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【重要】完成所有中危漏洞修复基线扫描（IT，30天内）
【重要】建立云资产安全组白名单模板（安全团队，15天内）
【重要】部署终端EDR日志自动分析（运维，30天内）
【重要】制定季度云配置审计计划（合规组，20天内）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建议分阶段建设：1）投资SaaS化云安全态势管理平台，实现7大云账号的统一配置监控；2）建立基于AI的异常登录行为分析系统，应对持续增长的暴力破解攻击；3）开展红蓝对抗演练，验证当前2.8小时MTTR的有效性。需重点提升云原生安全能力和自动化响应水平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本报告数据来源于MSS安全运营平台，覆盖报告周期内的所有监控告警、安全事件、漏洞扫描和云安全检查数据。告警口径为去重后的规则触发次数；WAF与EDR重复告警已在聚合时合并。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MTTR（平均修复时间）：指从安全事件被发现到成功修复的平均时间，用于衡量响应效率。
MTTD（平均检测时间）：指从攻击发生到被安全系统检测到的平均时间，反映威胁发现的速度。
误报率：指系统触发的告警中，实际为误报的比例，数值越低说明告警准确性越高。
CVE（通用漏洞披露）：是公开记录的软件漏洞唯一标识符，用于追踪和识别已知安全漏洞。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