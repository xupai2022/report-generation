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高危告警显著增加，云配置错误环比上升25%，需加强云环境安全管控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重点关注，高危告警同比增加且云配置错误显著上升。暴力破解和云安全配置缺陷为主要风险点，建议加强云资产访问控制。MSS团队平均响应时间2.8小时，符合SLA要求，但需提升高危事件处置效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云配置错误告警环比上升25%，涉及S3公开访问等风险，需加强云资产审计
2. 暴力破解告警增加11%，主要针对SSH服务，建议启用多因素认证
3. 误报率16%中，O365钓鱼邮件规则占23%，需优化规则阈值
4. 高危漏洞CVE-2024-3094已修复，但仍有2处高危漏洞未完成修复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{{INCIDENT_SUMMARY}}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{{INCIDENT_INSIGHT}}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本期共发现121个漏洞，高危及以上漏洞19个。4个严重漏洞中2个已修复，15个高危漏洞仅1个在修复中，整体风险处于较高水平。中低危漏洞数量庞大需建立分级修复机制。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XZ Utils后门漏洞（CVE-2024-3094）已修复2台受影响资产，但ActiveMQ RCE漏洞（CVE-2023-46604）仍有2台未完成修补，建议优先级【紧急】处理。OpenSSH漏洞已修复但需验证补丁有效性。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当前暴露17台SSH服务、3台Grafana服务，建议立即实施最小化暴露策略，关闭非必要服务端口，对Kibana等Web服务部署访问控制策略。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/0暴露（风险等级高），2处对象存储公开访问（中危），1个未启用MFA的高权限账号（已下降）。安全组暴露量较上期增加，云配置风险整体处于高危水平，需重点管控网络暴露面和访问控制策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【紧急】收敛安全组0.0.0/0规则，仅开放必要端口给指定IP段
【高优先级】检查所有对象存储桶权限，禁用非必要公共访问
【重要】审计高权限账号MFA启用状态，强制启用多因素认证
【持续改进】建立云配置自动扫描机制，每周输出风险报告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【紧急】修复ActiveMQ RCE漏洞（CVE-2023-46604），责任方：IT运维，完成标准：24小时内打补丁
【紧急】关闭非必要暴露服务端口，责任方：网络安全部，完成标准：48小时内完成收敛
【紧急】隔离受影响的cdn-edge资产，责任方：安全团队，完成标准：立即执行隔离操作
【紧急】处理0.0.0/0安全组配置，责任方：云平台组，完成标准：12小时内修复
【紧急】复查SSH服务暴露清单，责任方：系统运维，完成标准：36小时内限制访问来源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【重要】完成中危漏洞修复计划制定，责任方：IT安全部，完成标准：30天内完成80%修复
【重要】加固Kibana/Grafana等Web服务访问控制，责任方：系统组，完成标准：建立白名单机制
【重要】提升EDR终端覆盖率至95%，责任方：运维中心，完成标准：15天内完成部署
【重要】建立漏洞修复SLA制度，责任方：安全管理部，完成标准：制定分级修复时限规范
【重要】开展云安全配置基线核查，责任方：云平台组，完成标准：输出基线符合性报告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1：建立自动化漏洞管理流程，实现高危漏洞24小时闭环，中危漏洞7天修复。建议2：构建云安全左移体系，在CI/CD流水线集成安全组/存储策略检查。建议3：部署威胁情报平台，将恶意IP/域名特征与现有检测规则联动，提升主动防御能力。这些建设将有效降低重复性风险并提升整体安全成熟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MTTR（平均修复时间）：从威胁发现到彻底修复的平均耗时
MTTD（平均检测时间）：从攻击发生到系统发现的平均耗时
误报率：错误触发的告警占比
CVE：通用漏洞披露编号，唯一标识已知安全漏洞
高危/中危/低危：按漏洞危害程度的分级标准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