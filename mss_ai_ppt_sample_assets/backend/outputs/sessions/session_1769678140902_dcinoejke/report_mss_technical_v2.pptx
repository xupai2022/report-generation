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'[很多鱼安全运营工作报告-20250801.xlsx]数据统计'!$C$88:$C$90</c:f>
              <c:strCache>
                <c:ptCount val="3"/>
                <c:pt idx="0">
                  <c:v>高危漏洞</c:v>
                </c:pt>
                <c:pt idx="1">
                  <c:v>中危漏洞</c:v>
                </c:pt>
                <c:pt idx="2">
                  <c:v>低危漏洞</c:v>
                </c:pt>
              </c:strCache>
            </c:strRef>
          </c:cat>
          <c:val>
            <c:numRef>
              <c:f>'[很多鱼安全运营工作报告-20250801.xlsx]数据统计'!$D$88:$D$90</c:f>
              <c:numCache>
                <c:formatCode>General</c:formatCode>
                <c:ptCount val="3"/>
                <c:pt idx="0">
                  <c:v>2537</c:v>
                </c:pt>
                <c:pt idx="1">
                  <c:v>3633</c:v>
                </c:pt>
                <c:pt idx="2">
                  <c:v>3284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{{PERIOD_LABEL}}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{{CONFIDENTIALITY_LABEL}}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{{GENERATED_AT_LABEL}}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867015" y="39592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P11_bar}</a:t>
            </a:r>
            <a:r>
              <a:rPr lang="zh-CN" altLang="en-US">
                <a:sym typeface="+mn-ea"/>
              </a:rPr>
              <a:t>}</a:t>
            </a: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08145" y="5645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P12_pie}</a:t>
            </a:r>
            <a:r>
              <a:rPr lang="zh-CN" altLang="en-US">
                <a:sym typeface="+mn-ea"/>
              </a:rPr>
              <a:t>}</a:t>
            </a:r>
            <a:endParaRPr lang="zh-CN" altLang="en-US">
              <a:sym typeface="+mn-ea"/>
            </a:endParaRPr>
          </a:p>
        </p:txBody>
      </p:sp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570345" y="22980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</a:t>
            </a:r>
            <a:r>
              <a:rPr lang="en-US" altLang="zh-CN"/>
              <a:t>P14_pie</a:t>
            </a:r>
            <a:r>
              <a:rPr lang="zh-CN" altLang="en-US"/>
              <a:t>}}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【中危】云侧AccessKey泄露风险处置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生产环境主机prod-web-02的AccessKey存在泄露风险，攻击者通过暴露的API接口尝试横向移动。判定依据：攻击行为符合AWS/阿里云AccessKey泄露的典型模式。攻击向量：推测攻击者通过暴露的Kibana(5601)或Grafana(3000)服务获取内部凭证。影响范围：仅影响prod-web-02主机，但存在扩散风险。处置措施：隔离主机、封禁攻击源IP、重置AccessKey并启用MFA。根因分析：AccessKey未遵循最小权限原则，且未及时轮换，暴露面管理存在疏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概述：检测到db-core-01、bastion-01和prod-web-01遭受端口扫描和SQL注入尝试。攻击向量：攻击者利用开放的SSH(22)端口和弱WAF规则进行横向渗透。影响范围：3台关键资产受影响，包含数据库和跳板机。处置措施：隔离主机、封禁IP、重置凭据并启用MFA，同时更新WAF规则和应用补丁。根因分析：暴露服务缺乏网络层隔离，安全组规则未限制源IP范围，导致攻击面扩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攻击者主要采用横向移动和暴露面利用策略，重点针对SSH、RDP及管理界面服务。TTP包括：1）通过弱凭证或泄露密钥获取初始访问 2）利用未修补的中间件漏洞（如ActiveMQ）进行权限提升 3）扫描暴露服务寻找可利用配置缺陷。攻击模式与Magecart和Tropic Trooper团伙的部分行为特征吻合，建议加强暴露面监控和密钥管理。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CVE-2024-3094（XZ Utils后门）：攻击者可利用恶意压缩包执行任意代码，影响Ubuntu 22.04及CentOS 7.9。当前环境存在2台容器主机受影响，建议升级至xz-5.4.2或更高版本。2. CVE-2023-46604（ActiveMQ RCE）：未授权访问可触发反序列化漏洞，影响Apache ActiveMQ 5.18.0以下版本。当前2台消息队列服务未修复，需升级至5.18.2并禁用JMX远程访问。3. CVE-2024-6387（OpenSSH regreSSHion）：攻击者可构造特殊密钥触发缓冲区溢出，建议升级至OpenSSH 9.8p1。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已修复高危漏洞1项（CVE-2024-6387）
2. 正在修复高危漏洞CVE-2023-46604（预计12月15日前完成）
3. 低危漏洞CVE-2024-3094已通过镜像升级修复
4. 未修复漏洞主要受资产停用影响，已配置网络ACL限制访问
5. 优先关注ActiveMQ中间件的RCE风险，需尽快完成补丁验证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存在显著安全风险：1）17台服务器开放SSH(22)端口，未实施IP白名单导致暴力破解风险；2）RDP(3389)和Kibana(5601)服务直接暴露，缺乏多因子认证；3）Grafana(3000)未启用HTTPS和访问控制。建议立即实施网络分段，关闭非必要端口，并通过跳板机或VPN集中访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本月外部IP数量维持12个，新增3个暴露服务（Grafana、Kibana实例）。攻击面呈现扩大趋势，暴露服务数量较上月增长25%。需重点关注管理界面和数据库端口的暴露问题，当前缺乏统一的暴露面监控策略。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SSH服务：立即配置安全组IP白名单，启用Key-Based认证
2. RDP服务：迁移至内网访问，通过SSL-VPN实现安全连接
3. Kibana/Grafana：部署Web应用防火墙并限制来源IP
4. 数据库存储：关闭公网访问，通过专线或PrivateLink连接
5. 建立暴露面基线：每周扫描并自动生成收敛报告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云环境存在显著IAM风险：1）1个高权限账号未启用MFA，建议强制启用硬件令牌；2）7个安全组存在0.0.0.0/0暴露，需按最小权限原则调整；3）AccessKey管理缺失，未设置轮换周期。加固建议：实施基于RBAC的权限分离，建立AccessKey生命周期管理制度，并启用云审计日志实时监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已满足CIS 1.1（关闭公网SSH）和1.2（MFA启用率）
2. 未满足CIS 2.3（安全组最小化配置），需整改7处安全组规则
3. 未满足CIS 4.1（对象存储加密），需启用默认加密策略
4. 未满足等保2.0三级要求（日志留存180天），需配置日志投递到OSS
5. 优先整改安全组配置和对象存储ACL策略，建议3个工作日内完成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修复高危漏洞CVE-2023-46604
目标：消除ActiveMQ远程代码执行风险
步骤：
1. 执行`apt update &amp;&amp; apt upgrade apache-activemq`
2. 验证补丁状态：`activemq --version`
3. 重启服务：`systemctl restart activemq`
效果：阻断已知RCE攻击路径
风险：补丁可能引入兼容性问题，需在测试环境验证
2. 优化SSH访问控制
目标：减少暴力破解攻击面
步骤：
1. 修改sshd_config：`PermitRootLogin no`, `MaxAuthTries 3`
2. 配置IP白名单：`AllowUsers devops@192.168.1.0/24`
3. 启用密钥认证：`ssh-keygen -t ed25519`
效果：降低90%暴力破解成功率
风险：误配置可能锁死管理员访问
3. 关闭不必要的暴露服务
目标：消除Kibana/Grafana直接暴露风险
步骤：
1. 修改nginx配置：`location /kibana { deny all; }`
2. 配置VPC网络策略：`aws ec2 authorize-security-group-ingress --group-id sg-xxxx --protocol tcp --port 5601 --cidr 10.0.0.0/8`
3. 使用跳板机访问
效果：消除外部直接访问路径
风险：可能影响开发人员工作效率
4. 强化云安全组策略
目标：解决0.0.0.0/0暴露问题
步骤：
1. 通过AWS CLI批量修改：`aws ec2 modify-security-group-rules --group-id sg-xxxx --security-group-rules "[{'RuleId':'sgr-xxxx','CidrIpv4':'10.0.0.0/8'}]"`
2. 设置最小必要端口
效果：减少70%横向移动攻击面
风险：需验证现有业务连通性
5. 优化O365钓鱼检测规则
目标：降低误报率23%
步骤：
1. 调整规则阈值：`set phishing_score_threshold=0.8`
2. 增加附件类型白名单：`add attachment_whitelist=".pdf,.docx"`
3. 启用机器学习分类
效果：预计降低误报率至15%以下
风险：可能遗漏新型钓鱼变种
6. 实施容器镜像扫描
目标：解决云镜像漏洞风险
步骤：
1. 部署Trivvy：`trivy image --severity HIGH,CRITICAL nginx:latest`
2. 配置CI/CD扫描流水线
3. 设置自动阻断机制
效果：实现镜像安全左移
风险：可能延迟部署进度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建议新增检测规则：
1. 勒索软件横向移动行为检测（基于INC-20251101-004特征）
2. 云存储敏感数据外泄检测规则
3. SSH爆破攻击的IP关联分析规则
现有规则优化方向：
- R-O365-PHISH-02：增加邮件附件内容分析维度，优化发件人验证逻辑
- R-SSH-BRUTE-01：引入IP信誉库过滤已知安全IP
- R-CLOUD-S3-OPEN：增加S3存储策略变更的上下文关联分析
日志源改进：
- 增加Kubernetes审计日志采集
- 完善微服务链路追踪日志
检测盲区补充：
- 物联网设备流量行为基线建立
- 云函数（Lambda）执行日志监控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操作系统基线：检查SSH配置（/etc/ssh/sshd_config）是否禁用root登录
2. 应用安全配置：验证所有云存储ACL是否禁用公开访问
3. 网络访问控制：审计安全组是否限制到最小必要IP/端口
4. 认证授权：检查所有云账号是否启用MFA
5. 服务暴露：确认5601/3000端口是否通过VPC访问
6. 密码策略：验证密码复杂度策略是否符合CIS标准
7. 日志审计：确认所有关键服务日志已接入SIEM
8. 补丁管理：检查漏洞CVE-2023-46604的修复状态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周趋势数据 | qry_alerts_trend_weekly_v4
告警分类 | qry_top_categories_v5
检测规则 | qry_top_rules_v3
事件数据 | qry_incidents_v3
漏洞数据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T+1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本报告数据来源于MSS安全运营平台，包含告警、事件、漏洞、云安全等多维度数据。告警口径为去重后的规则触发次数；WAF与EDR重复告警已在聚合时合并。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漏洞数据来源于定期安全扫描，覆盖主机、应用和网络设备，包含云镜像与容器镜像基线扫描结果。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Kubernetes,MySQL,Redis,Nginx,Office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MTTD（平均检测时间）: 从攻击发生到被检测到的平均时间
MTTR（平均响应时间）: 从检测到攻击到完成处置的平均时间
TTP（战术技术程序）: 攻击者使用的特定攻击手法
IOC（失陷指标）: 用于识别恶意活动的特定证据
EDR（终端检测响应）: 终端安全监控和响应技术
SIEM（安全信息事件管理）: 安全日志集中管理系统
WAF（Web应用防火墙）: 防护Web应用的网络安全设备
MFA（多因素认证）: 需要两种以上验证方式的认证机制
CIS（中心互联网协会）: 信息安全标准制定机构
RCE（远程代码执行）: 攻击者远程执行代码的漏洞类型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