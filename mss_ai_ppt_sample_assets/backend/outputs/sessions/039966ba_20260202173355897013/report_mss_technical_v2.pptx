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[REPORT_TITLE: AI生成内容占位]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[CUSTOMER_LABEL: AI生成内容占位]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[PERIOD_LABEL: AI生成内容占位]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[CONFIDENTIALITY_LABEL: AI生成内容占位]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[GENERATED_AT_LABEL: AI生成内容占位]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[TECHNICAL_ASSESSMENT: AI生成内容占位]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[INCIDENT1_TITLE: AI生成内容占位]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[INCIDENT_DETAIL_1: AI生成内容占位]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[INCIDENT2_TITLE: AI生成内容占位]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[INCIDENT_DETAIL_2: AI生成内容占位]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[ATTACK_PATTERN_SUMMARY: AI生成内容占位]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[CVE_TECHNICAL_ANALYSIS: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[EXTERNAL_EXPOSURE: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[ATTACK_SURFACE_TREND: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[IAM_RISK_ANALYSIS: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[DETECTION_IMPROVEMENTS: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[EVIDENCE_INDEX: AI生成内容占位]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[DATA_FRESHNESS: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[DATA_SCOPE_NOTES: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[VULN_NOTES: AI生成内容占位]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[EVIDENCE_NOTES: AI生成内容占位]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[KEY_SERVICES_LIST: AI生成内容占位]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