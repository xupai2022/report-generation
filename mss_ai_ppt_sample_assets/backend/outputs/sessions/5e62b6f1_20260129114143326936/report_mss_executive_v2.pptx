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1365" cy="6858000" type="screen4x3"/>
  <p:notesSz cx="6858000" cy="9144000"/>
  <p:custDataLst>
    <p:tags r:id="rId14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ableStyles" Target="tableStyles.xml"/><Relationship Id="rId14" Type="http://schemas.openxmlformats.org/officeDocument/2006/relationships/tags" Target="tags/tag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698480" cy="9144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42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ACME 电子商务 MSS月度安全报告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566160"/>
            <a:ext cx="2103120" cy="457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698480" cy="4572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18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客户：ACME 电子商务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434840"/>
            <a:ext cx="10698480" cy="411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16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报告周期：2025-11-01 ~ 2025-11-30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852160"/>
            <a:ext cx="5029200" cy="316865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密级：内部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5852160"/>
            <a:ext cx="548640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r">
              <a:defRPr sz="14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生成时间：2025年12月10日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安全态势总览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11064240" cy="777240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10698480" cy="5943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8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高危事件环比增加，误报率偏高，需强化访问控制与云配置管理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1064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10698480" cy="9144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4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告警总数: 12,414 | 高危告警: 62 | 安全事件: 5 | 高危事件: 2
平均响应时间: 2.8小时 | 误报率: 16%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108960"/>
            <a:ext cx="11064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246120"/>
            <a:ext cx="10698480" cy="12344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4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本期整体安全状况需关注，云配置错误环比上升25%，误报率16%影响响应效率。暴力破解和钓鱼攻击持续活跃，建议优先优化云安全组策略。MSS团队响应效率符合SLA，但需加强误报过滤能力。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709160"/>
            <a:ext cx="110642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4709160"/>
            <a:ext cx="45720" cy="19659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754880"/>
            <a:ext cx="10515600" cy="411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关键发现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212080"/>
            <a:ext cx="10515600" cy="13716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1. 云配置错误告警环比升25%，暴露高权限存储风险
2. 暴力破解攻击升11%，SSH服务成主要目标
3. 误报率16%导致安全团队资源浪费
4. 2起高危事件响应时间均未超SLA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告警趋势分析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53492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45720" cy="21945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4983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周度趋势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4983480" cy="28575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</a:p>
        </p:txBody>
      </p:sp>
      <p:sp>
        <p:nvSpPr>
          <p:cNvPr id="9" name="Rectangle 8"/>
          <p:cNvSpPr/>
          <p:nvPr/>
        </p:nvSpPr>
        <p:spPr>
          <a:xfrm>
            <a:off x="6080760" y="868680"/>
            <a:ext cx="55321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80760" y="868680"/>
            <a:ext cx="45720" cy="21945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91440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告警类别分布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325880"/>
            <a:ext cx="5166360" cy="1645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200400"/>
            <a:ext cx="110642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200400"/>
            <a:ext cx="45720" cy="15087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24612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类别分析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657600"/>
            <a:ext cx="10698480" cy="9601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暴力破解（2546次）和云配置错误（1574次）为最主要告警源，分别环比增长11%和25%。钓鱼攻击占比16%但环比下降14%，显示现有防护初见成效。云服务暴露面管理需重点加强。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846320"/>
            <a:ext cx="11064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846320"/>
            <a:ext cx="45720" cy="178308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89204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环比分析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303520"/>
            <a:ext cx="10698480" cy="12344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告警总量环比下降12%，但云配置错误和暴力破解显著上升。11月恶意出站流量（91次）较10月下降4%，外部攻击（188次）下降7%，显示基础防护有效，但云安全配置缺陷风险加剧。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重点安全事件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11064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45720" cy="123444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事件概览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10698480" cy="6858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本月发生5起安全事件，包含2起高危事件。平均响应时间2.8小时，符合SLA要求。3起涉及云服务暴露面利用，显示外部攻击路径管控存在改进空间。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240280"/>
            <a:ext cx="1106424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240280"/>
            <a:ext cx="45720" cy="28803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28600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事件列表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697480"/>
            <a:ext cx="10698480" cy="23317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257800"/>
            <a:ext cx="11064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5257800"/>
            <a:ext cx="45720" cy="137160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30352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事件洞察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715000"/>
            <a:ext cx="10698480" cy="8229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攻击者主要针对暴露在公网的SSH/RDP服务及云存储配置缺陷。5起事件中4起与服务暴露相关，建议立即实施最小化暴露面策略。横向移动和权限提升攻击占比40%，需强化多因素认证和访问审计。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777240" y="2697480"/>
          <a:ext cx="1088136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6272"/>
                <a:gridCol w="2176272"/>
                <a:gridCol w="2176272"/>
                <a:gridCol w="2176272"/>
                <a:gridCol w="2176272"/>
              </a:tblGrid>
              <a:tr h="40386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事件ID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事件标题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级别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MTTR(分钟)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状态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云侧AccessKey泄露风险处置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INC-20251101-002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生产环境对外暴露服务被扫描利用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179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生产环境对外暴露服务被扫描利用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monitoring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INC-20251101-004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疑似勒索前置横向移动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94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可疑账号异常登录与提权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274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漏洞与暴露面分析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11064240" cy="868680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45720" cy="86868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228600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漏洞统计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914400"/>
            <a:ext cx="8412480" cy="7315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严重: 4 | 高危: 15 | 中危: 20 | 低危: 92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74519"/>
            <a:ext cx="5349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874519"/>
            <a:ext cx="45720" cy="14173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920240"/>
            <a:ext cx="498348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漏洞概况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86000"/>
            <a:ext cx="4983480" cy="9144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本期共发现131个漏洞，高危漏洞占比11.4%。4个严重漏洞已全部修复，但15个高危漏洞中仍有2个（ActiveMQ RCE和OpenSSH漏洞）处于修复中。整体风险水平可控但存在紧急修复缺口。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0760" y="1874519"/>
            <a:ext cx="55321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1874519"/>
            <a:ext cx="45720" cy="14173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92024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暴露面统计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286000"/>
            <a:ext cx="5166360" cy="9144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对外IP: 12 | 新增暴露: 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429000"/>
            <a:ext cx="11064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429000"/>
            <a:ext cx="45720" cy="169164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474720"/>
            <a:ext cx="1069848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重点漏洞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840480"/>
            <a:ext cx="10698480" cy="11887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257800"/>
            <a:ext cx="11064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5257800"/>
            <a:ext cx="45720" cy="114300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303520"/>
            <a:ext cx="1069848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漏洞分析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669280"/>
            <a:ext cx="10698480" cy="6400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CVE-2023-46604（ActiveMQ RCE）和CVE-2024-6387（OpenSSH）为当前最高风险漏洞，前者修复进度未完成需立即处理。建议优先完成ActiveMQ补丁验证并实施网络隔离措施，同步完成OpenSSH的热修复部署。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92240"/>
            <a:ext cx="1106424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当前17台服务器暴露SSH服务（端口22），1台暴露RDP。建议通过安全组策略限制SSH访问源IP至运维白名单，并对Kibana/Grafana等管理界面实施VPC隔离。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777240" y="3886200"/>
          <a:ext cx="10881360" cy="960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6272"/>
                <a:gridCol w="2176272"/>
                <a:gridCol w="2176272"/>
                <a:gridCol w="2176272"/>
                <a:gridCol w="2176272"/>
              </a:tblGrid>
              <a:tr h="24003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CVE编号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漏洞名称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严重程度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影响资产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修复状态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CVE-2024-3094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XZ Utils 后门风险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critical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patched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CVE-2023-46604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ActiveMQ RCE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in_progress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CVE-2024-6387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OpenSSH regreSSHion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patched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云安全态势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2926080" cy="1371600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960120"/>
            <a:ext cx="26517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12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云账号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2651760" cy="8229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3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7个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868680"/>
            <a:ext cx="7955279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0" y="868680"/>
            <a:ext cx="45720" cy="33375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0" y="914400"/>
            <a:ext cx="758952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云风险列表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1371600"/>
            <a:ext cx="3657600" cy="27432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1371600"/>
            <a:ext cx="18288" cy="25603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1371600"/>
            <a:ext cx="365760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风险分析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1737360"/>
            <a:ext cx="3657600" cy="23774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当前云环境存在7处安全组0.0.0.0/0暴露（风险上升），2处对象存储公开访问未整改，1个高权限账号未启用MFA（风险下降）。主要风险集中于网络暴露面过宽和IAM配置缺陷，存在横向移动和数据泄露潜在风险，需重点关注安全组收敛和MFA强制策略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343400"/>
            <a:ext cx="110642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343400"/>
            <a:ext cx="45720" cy="228600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38912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云安全建议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800600"/>
            <a:ext cx="10698480" cy="17373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[紧急] 收敛所有安全组0.0.0.0/0规则，仅开放必要端口给指定IP段
[高] 审核并关闭非必需的对象存储公共读权限
[中] 强制所有高权限账号启用多因素认证（MFA）
[持续] 建立云资产暴露面自动扫描机制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4251960" y="1417320"/>
          <a:ext cx="3566160" cy="2697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188720"/>
                <a:gridCol w="1188720"/>
              </a:tblGrid>
              <a:tr h="67437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风险类型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数量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趋势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0.安全组0.0.0/0暴露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up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对象存储公开访问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flat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未启用MFA的高权限账号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down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整改建议与行动计划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534924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45720" cy="29718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4983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DC3545"/>
                </a:solidFill>
                <a:latin typeface="微软雅黑" panose="020B0503020204020204" charset="-122"/>
              </a:defRPr>
            </a:pPr>
            <a:r>
              <a:t>P0 紧急（7天内）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4983480" cy="24231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[72小时内] 完成ActiveMQ RCE漏洞（CVE-2023-46604）的补丁验证与部署（责任方：王工）
[48小时内] 隔离并加固所有暴露的SSH/RDP服务（责任方：李经理）
[24小时内] 修复未启用MFA的高权限账号（责任方：李经理）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0760" y="868680"/>
            <a:ext cx="553212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80760" y="868680"/>
            <a:ext cx="45720" cy="29718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91440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EA580C"/>
                </a:solidFill>
                <a:latin typeface="微软雅黑" panose="020B0503020204020204" charset="-122"/>
              </a:defRPr>
            </a:pPr>
            <a:r>
              <a:t>P1 重要（30天内）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325880"/>
            <a:ext cx="5166360" cy="24231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[15天内] 完成XZ Utils后门漏洞（CVE-2024-3094）的供应链安全审计
[30天内] 实施云资产基线安全配置扫描周计划
[30天内] 将EDR覆盖率从91%提升至98%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977639"/>
            <a:ext cx="110642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977639"/>
            <a:ext cx="45720" cy="26517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02336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战略建议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434840"/>
            <a:ext cx="10698480" cy="21031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1）建立漏洞修复SLA制度，对高危漏洞实行24小时响应机制。2）投资建设云配置合规自动化平台，将安全组/存储权限误配问题减少60%。3）针对电商行业高频攻击特征（如WAF绕过、API滥用），构建定制化威胁狩猎规则集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附录与说明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5349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45720" cy="169164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498348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数据范围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4983480" cy="11887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说明：告警口径为去重后的规则触发次数；WAF与EDR重复告警已在聚合时合并。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0760" y="868680"/>
            <a:ext cx="55321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80760" y="868680"/>
            <a:ext cx="45720" cy="169164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91440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资产覆盖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280160"/>
            <a:ext cx="5166360" cy="11887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监控资产组: 2个 | 云账号: 7个 | 日志源: 38个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697480"/>
            <a:ext cx="11064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697480"/>
            <a:ext cx="45720" cy="8229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743200"/>
            <a:ext cx="228600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SLA说明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2743200"/>
            <a:ext cx="8321040" cy="6858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重大事件7x24响应；普通告警工作日响应。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657600"/>
            <a:ext cx="1106424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657600"/>
            <a:ext cx="45720" cy="24231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703320"/>
            <a:ext cx="1069848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术语说明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069080"/>
            <a:ext cx="10698480" cy="19202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MTTR（平均修复时间）：从威胁发现到完成处置的平均耗时
MTTD（平均检测时间）：从攻击发生到被系统发现的平均耗时
误报率：错误触发的安全告警占比
CVE（通用漏洞披露）：国际通用的漏洞唯一标识编号
高危/中危/低危：按漏洞潜在影响划分的安全风险等级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217920"/>
            <a:ext cx="1106424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如有问题，请联系MSS运营团队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NzBiN2QxNGQ4NjIwZWE5Mjc3ZDY1N2NlMGYwOTU3MDU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1204</Words>
  <Application>WPS 演示</Application>
  <PresentationFormat>On-screen Show (4:3)</PresentationFormat>
  <Paragraphs>128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User</cp:lastModifiedBy>
  <cp:revision>7</cp:revision>
  <dcterms:created xsi:type="dcterms:W3CDTF">2013-01-27T09:14:00Z</dcterms:created>
  <dcterms:modified xsi:type="dcterms:W3CDTF">2026-01-23T09:56:26Z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D6B0E5BCA9D342F291DE7B7C65523EEF_12</vt:lpwstr>
  </property>
  <property fmtid="{D5CDD505-2E9C-101B-9397-08002B2CF9AE}" pid="3" name="KSOProductBuildVer">
    <vt:lpwstr>2052-12.1.0.16729</vt:lpwstr>
  </property>
</Properties>
</file>