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高危事件占比提升18%，需重点防范横向移动与暴露服务风险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重点关注，高危事件占比显著上升。主要风险集中在暴露服务被扫描利用和可疑账号提权，平均响应时间较SLA要求仍存在优化空间。MSS团队实现7x24小时重大事件响应，但普通告警处理效率需提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暴力破解告警环比上升11%，SSH服务为主要目标，建议强化访问控制
云配置错误告警激增25%，暴露存储服务风险，需加强云安全基线管理
高危事件处置耗时最长达274分钟，超SLA基准值37%，需优化应急流程
暴露服务数量达25个，Kibana/Grafana等可视化组件成攻击跳板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暴力破解（2546次）和云配置错误（1574次）为告警主力，分别环比增长11%和25%。钓鱼邮件告警下降14%显示防护初见成效，但恶意外联检测激增15%暴露潜在数据泄露风险，需重点核查敏感数据访问日志。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告警总量环比下降14%，但高危告警占比提升22%。异常变化集中在云配置错误（+25%）和恶意软件（+15%），反映攻击者转向利用云服务暴露面。需警惕云环境配置疏漏导致的持续性威胁。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本月共发生5起安全事件，其中2起高危事件。平均MTTR 2.8小时，超SLA基准的70%。暴露服务被扫描利用事件重复发生，显示资产暴露面管理存在漏洞。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及云存储组件，利用暴力破解和配置缺陷实现横向移动。60%的事件涉及权限提升操作，表明默认凭证管理和MFA覆盖不足。需强化暴露资产清单管理，建立云服务自动化安全合规检测机制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本期漏洞以低危为主（74%），但高危漏洞占比12%需重点关注。XZ Utils后门风险已修复，但ActiveMQ RCE漏洞修复仍在进行。整体风险处于可控范围但存在提升空间。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RCE）目前处于修复中，建议优先级【紧急】，需立即完成补丁验证与部署。CVE-2024-3094已修复但涉及关键服务，需确认补丁稳定性。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当前暴露面存在17台SSH服务主机和3个可视化服务端口。建议实施最小化暴露策略，对非必要服务实施IP白名单控制。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当前存在7个安全组0.0.0.0/0暴露（风险等级高），2个对象存储公开访问（中等风险），1个未启用MFA的高权限账号（低风险）。安全组配置缺陷是当前最大风险，可能引发横向移动攻击，需重点整改。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【高优先级】全面检查S3存储桶ACL策略，禁用非授权访问
【中优先级】为所有高权限账号启用MFA并实施权限最小化
【建议】建立云资产自动扫描机制，实现配置问题实时预警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【紧急】修复ActiveMQ RCE漏洞（CVE-2023-46604），责任方：IT负责人，完成标准：补丁验证通过且服务可用
【紧急】关闭非必要的Kibana/Grafana暴露端口，责任方：安全团队，完成标准：仅保留内网访问
【紧急】排查所有SSH暴露主机，责任方：运维团队，完成标准：实施IP白名单控制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【重要】完成中危漏洞（如OpenSSH regreSSHion）修复，责任方：IT团队，完成标准：CVSS评分大于7.0的漏洞100%修复
【重要】实施全量MFA策略覆盖所有云账号，责任方：安全团队，完成标准：高权限账号MFA启用率100%
【重要】建立云配置基线自动检测机制，责任方：运维团队，完成标准：配置合规率提升至95%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议部署云原生安全平台，实现配置审计、权限管理和数据访问控制的自动化；2）针对告警趋势中云误配置占比25%的问题，建立云安全培训体系，提升开发运维人员安全意识；3）规划零信任架构升级，通过微隔离技术降低暴露面风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MTTR（平均修复时间）：指从威胁检测到修复完成的平均耗时
MTTD（平均检测时间）：指从威胁发生到被系统发现的平均耗时
误报率：安全告警中非真实威胁的比例
CVE：公开软件漏洞的唯一标识符
SLA：服务等级协议定义的响应时效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