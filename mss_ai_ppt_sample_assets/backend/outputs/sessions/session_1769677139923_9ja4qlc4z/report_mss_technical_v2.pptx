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本月安全态势呈现典型电商行业特征：1）威胁类型以账号爆破（200次）和代理工具（400次）为主，低危告警占比80.2%但存在62起高危事件；2）检测响应效率整体达标（MTTD 31分钟，MTTR 2.8小时），但INC-20251101-005事件处置耗时4小时54分钟，暴露应急流程优化空间；3）技术短板集中在SSH/RDP暴露服务（18资产）和云安全组0.0.0/0开放（+7趋势），需强化最小化暴露面策略。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云平台AccessKey异常访问行为，攻击者通过泄露的凭证尝试访问生产环境资源。判定依据：事件发生于凌晨3:49，检测到非工作时间异常访问，且涉及生产主机prod-web-02。攻击向量：疑似通过第三方系统泄露AccessKey，攻击者利用该凭证访问云资源。影响范围：仅影响prod-web-02主机。处置措施：立即隔离主机、封禁可疑IP、回收AccessKey并强制轮换凭证。根因分析：AccessKey未启用临时凭证机制，且未设置细粒度访问控制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多台生产环境主机（db-core-01,bastion-01,prod-web-01）被外部扫描工具探测暴露服务端口。判定依据：攻击者利用自动化工具扫描开放端口并尝试利用已知漏洞。攻击向量：通过互联网暴露的数据库和跳板机端口进行横向扫描。影响范围：涉及3台关键生产资产。处置措施：隔离主机、封禁IP、重置凭据、启用MFA并应用安全补丁。根因分析：暴露服务未实施最小化访问控制策略，且缺乏实时入侵检测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攻击模式呈现自动化工具特征：1）TTP表现为扫描暴露服务（SSH/RDP/数据库）、暴力破解和凭证泄露利用 2）主要针对生产环境的云主机和数据库服务 3）利用未修复的中间件漏洞（如ActiveMQ RCE）和弱访问控制 4）攻击时间集中在非工作时段（凌晨1-3点），与Lazarus组织的部分行为模式相似。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CVE-2024-3094（XZ Utils后门风险）：攻击者可构造恶意xz文件触发后门，影响Linux系统。当前环境2台云主机受影响，需升级至xz-5.4.4或以上版本。2) CVE-2023-46604（ActiveMQ RCE）：未授权访问可执行任意代码，2台ActiveMQ服务器受影响，需升级至5.17.0+并禁用Web控制台。3) CVE-2024-6387（OpenSSH regreSSHion）：允许SSH密钥注入攻击，1台Kubernetes节点受影响，已通过版本升级修复。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已修复：CVE-2024-3094、CVE-2024-6387（完成时间：11月10日）
2. 修复中：CVE-2023-46604（预计12月15日完成）
3. 临时缓解：限制ActiveMQ端口访问，禁用公网暴露
4. 高风险漏洞：ActiveMQ RCE漏洞需优先关注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当前暴露风险：1) SSH(22)端口开放在17台主机，建议禁用密码登录并限制源IP 2) RDP(3389)和Kibana(5601)等高危端口直接暴露，缺乏WAF防护 3) Grafana(3000)服务暴露3台，需关闭不必要的外部访问 4) 12个公网IP中3个为新增暴露，建议立即核查其必要性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本期公网IP数量稳定（12个），但新增3个暴露服务，攻击面呈扩大趋势。重点风险：Kubernetes节点和数据库服务的暴露量增加，需加强网络分段和访问控制策略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SSH端口：实施基于证书的认证并限制白名单
2. RDP服务：迁移至内网并启用VPN访问
3. Kibana：关闭公网访问，仅允许通过跳板机
4. Grafana：启用IP白名单和双因素认证
5. 新增暴露服务：立即下线非必要的公网访问配置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发现1个高权限账号未启用MFA，存在凭证泄露风险。建议：1) 强制所有IAM用户启用硬件Token MFA 2) 审核所有AccessKey的生命周期管理 3) 实施基于角色的最小权限策略（RBAC），禁止跨账户共享凭证 4) 对生产环境账号实施多因素认证+IP白名单绑定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已满足：CIS-1.1（确保MFA启用）、CIS-2.3（安全组默认拒绝）
2. 未达标：CIS-2.1（0.0.0/0暴露的7个安全组）
3. 优先整改：等保2.0要求数据库端口必须通过加密通道访问
4. 待完善：CIS-3.2（日志审计存储180天）
5. 建议：部署云原生防火墙实施微隔离策略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修复高危漏洞
整改目标：消除CVE-2023-46604 ActiveMQ RCE风险
实施步骤：
- 登录受影响的2台ActiveMQ服务器
- 执行官方补丁安装命令：`yum update activemq`
- 验证补丁版本：`activemq --version`
预期效果：消除远程代码执行漏洞
实施风险：补丁可能与自定义插件冲突，需测试环境验证
2. 限制云服务暴露面
整改目标：关闭非必要对外暴露端口
实施步骤：
- 使用AWS CLI修改安全组：
  `aws ec2 revoke-security-group-ingress --group-id sg-xxxx --protocol tcp --port 5601 --cidr 0.0.0.0/0`
- 重复操作关闭3000/3389端口
预期效果：减少攻击面83%
实施风险：需确认业务是否依赖公网访问
3. 强化SSH访问控制
整改目标：防止暴力破解攻击
实施步骤：
- 修改sshd_config：
  `MaxAuthTries 3`
  `LoginGraceTime 60`
  `AllowUsers devops admin`
- 重启服务：`systemctl restart sshd`
预期效果：降低857次/日暴力破解风险
实施风险：需提前测试SSH连接
4. 修复对象存储权限配置
整改目标：消除S3桶公开访问风险
实施步骤：
- 修改存储桶策略：
  `aws s3api put-bucket-policy --bucket acme-data --policy file://private.json`
- 验证策略：`aws s3api get-bucket-acl --bucket acme-data`
预期效果：阻断475次/月公开访问风险
实施风险：需确认共享文件访问需求
5. 实施MFA强制策略
整改目标：降低账号泄露风险
实施步骤：
- 配置AWS IAM策略：
  `{"Version":"2012-10-17","Statement":[{"Effect":"Deny","Action":"*","Resource":"*","Condition":{"Bool":{"aws:MultiFactorAuthPresent":"false"}}}]}`
- 为1个高权限账号绑定虚拟MFA
预期效果：提升账号安全性90%
实施风险：需培训用户使用MFA
6. 优化容器镜像基线
整改目标：消除镜像层漏洞
实施步骤：
- 更新Dockerfile基础镜像：
  `FROM alpine:3.18`
- 添加Trivy扫描CI/CD流程：
  `trivy image --exit-code 1 --severity HIGH,CRITICAL my-image:latest`
预期效果：提升镜像安全合规性
实施风险：可能延长构建时间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新增检测规则：
- 针对Kubernetes节点异常SSH跳转行为，创建检测规则：
  `检测kube-system命名空间内SSH连接发起行为`
- 新增容器逃逸检测规则：
  `监控容器内提权尝试和宿主机文件访问`
2. 规则调优方向：
- 优化R-SSH-BRUTE-01规则：
  - 将失败登录阈值从10次/5分钟调整为5次/2分钟
  - 增加IP信誉库实时验证
- 优化R-O365-PHISH-02规则：
  - 添加邮件发件人域名SPF/DKIM验证逻辑
  - 增加链接域名黑名单匹配
3. 日志源覆盖改进：
- 部署Nginx access/error日志采集
- 启用Redis慢日志审计功能
- 配置MySQL general_log=ON并设置审计保留周期
4. 检测盲区补充：
- 部署CDN日志分析模块，监控异常流量模式
- 在Kubernetes集群部署nsa审计，监控容器逃逸行为
- 建立Office 365 API调用审计流水线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操作系统基线：检查/etc/ssh/sshd_config是否配置MaxAuthTries和LoginGraceTime
2. 应用安全配置：验证Nginx是否禁用server_tokens和autoindex
3. 网络访问控制：审计安全组是否限制0.0.0.0/0到必需端口
4. 认证和授权：检查S3存储桶策略是否禁用公开写入权限
5. 容器安全：验证Docker默认安全选项是否启用
6. 日志审计：确认MySQL general_log是否开启并配置保留周期
7. 服务最小化：关闭非必要的5601/3000端口
8. 密钥管理：检查SSH密钥是否设置4096位强度并禁用密码登录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告警趋势 | qry_alerts_trend_weekly_v4
告警分类 | qry_top_categories_v5
检测规则 | qry_top_rules_v3
事件记录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数据更新周期：T+1日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MTTD：平均检测时间（Minutes to Detect）
MTTR：平均响应时间（Minutes to Respond）
TTP：战术技术程序（Tactics, Techniques, Procedures）
IOC：失陷指标（Indicators of Compromise）
EDR：终端检测响应（Endpoint Detection and Response）
SIEM：安全信息事件管理（Security Information and Event Management）
WAF：Web应用防火墙（Web Application Firewall）
MFA：多因素认证（Multi-Factor Authentication）
CVE：通用漏洞披露（Common Vulnerabilities and Exposures）
RCE：远程代码执行（Remote Code Execution）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