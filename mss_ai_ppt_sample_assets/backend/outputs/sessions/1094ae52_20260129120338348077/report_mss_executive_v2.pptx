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{{HEADLINE}}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{{KPI_SECTION}}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{{SUMMARY_PARAGRAPH}}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{{KEY_INSIGHTS}}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{{INCIDENT_SUMMARY}}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{{INCIDENT_INSIGHT}}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本期共发现121个漏洞，高危漏洞占比12.4%，其中4个严重漏洞已修补。整体风险可控，但需优先处理2个未修复的高危漏洞（如ActiveMQ RCE）。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高危漏洞CVE-2023-46604（ActiveMQ RCE）仍处于修复中，建议24小时内完成修补。严重漏洞CVE-2024-3094已修补，但需确认镜像基线更新有效性。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当前17台服务器暴露SSH端口（22），建议立即限制来源IP并关闭非必要对外端口，优先处理Kibana(5601)等高风险服务暴露。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当前存在7处安全组0.0.0/0暴露（风险上升），2个对象存储公开访问（风险持平），1个未启用MFA的高权限账号（风险下降）。整体云配置风险中等偏高，需重点优化网络访问控制策略。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【高优】排查对象存储ACL策略，禁用非授权公开访问
【重要】为所有高权限账号启用MFA并设置登录IP白名单
【常规】每月执行云配置合规性自动化扫描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【P0】修复ActiveMQ RCE漏洞（CVE-2023-46604），责任方：IT负责人，完成标准：48小时内修补并验证
【P0】加固SSH暴露服务，责任方：安全团队，完成标准：限制来源IP并启用端口映射
【P0】处理未修复的XZ Utils后门风险，责任方：系统运维，完成标准：确认镜像基线更新状态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【P1】30天内完成中危漏洞修复（20个），责任方：运维团队
【P1】建立云安全基线配置规范，责任方：安全部，完成标准：制定并实施最小化暴露策略
【P1】提升EDR覆盖至95%以上，责任方：IT负责人，完成标准：部署剩余9%终端的EDR代理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1）建议建立自动化漏洞修复流程，将高危漏洞平均修复时间缩短至72小时内
2）规划云原生安全架构升级，重点强化容器镜像扫描与运行时防护能力
3）开展季度红蓝对抗演练，验证当前防御体系对电商核心业务系统的保护效果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本报告数据来源于MSS安全运营平台，覆盖报告周期内的所有监控告警、安全事件、漏洞扫描和云安全检查数据。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MTTR（平均修复时间）：从事件发现到完成修复的平均耗时
MTTD（平均检测时间）：从攻击发生到被系统发现的平均耗时
误报率：错误标记为威胁的安全告警占比
CVE（通用漏洞披露）：公开记录的漏洞唯一标识符
云账号：客户在云服务商处注册的管理账户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