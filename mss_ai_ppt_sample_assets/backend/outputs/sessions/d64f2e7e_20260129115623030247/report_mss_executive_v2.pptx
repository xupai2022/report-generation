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告警量环比下降15%，但高危事件增加，需重点关注横向移动威胁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本期整体安全状况需关注：高危事件数量较上期增长，横向移动攻击风险上升。建议重点关注暴露服务防护和云配置合规性。MSS团队平均响应时间2.8小时，符合SLA要求，但误报率偏高需优化规则精准度。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暴力破解告警环比上升11%，主要针对SSH服务，建议加强访问控制
2. 云配置错误告警激增25%，涉及7个云账户暴露风险，需立即整改
3. 高危事件平均处置274分钟，超过行业基准30%，建议优化应急响应流程
4. 误报率16%高于警戒值，需优化R-SSH-BRUTE-01等高频规则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暴力破解（2546次）和云配置错误（1574次）占据告警前二，分别环比增长11%和25%。钓鱼邮件告警下降14%，显示防御策略有效，但暴露服务扫描行为持续活跃，需警惕针对生产环境的定向攻击。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告警总量环比下降15%，主要受钓鱼邮件减少驱动。但暴力破解和云配置错误异常增长，表明攻击者正转向针对基础设施的攻击。需特别关注Kibana/Grafana等管理界面的暴露风险，此类服务占暴露服务的33%。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本期共处置5起安全事件，含2起高危事件。最高危事件为疑似勒索软件横向移动（INC-20251101-004），平均处置时间274分钟。事件主要集中在暴露服务被扫描利用（3起），整体事件响应时间符合SLA要求。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在公网的SSH/RDP服务和云资产发起攻击，80%的事件涉及未授权访问尝试。横向移动行为表明攻击链已进入内网渗透阶段，建议立即检查cdn-edge和k8s-node资产的访问日志。暴露服务扫描行为持续活跃，需优先整改Kibana/Grafana等管理界面的暴露问题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本期漏洞以低危（74%）和中危（16%）为主，高危漏洞占比12%。关键漏洞CVE-2024-3094已修复，但ActiveMQ RCE漏洞修复仍在进行中，整体风险处于可控范围但需加强高危漏洞闭环。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高危漏洞CVE-2023-46604（ActiveMQ RCE）未修复，涉及2台资产，建议优先安排补丁验证与部署。中危漏洞OpenSSH regreSSHion已修复，但需持续监控同类漏洞。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SSH服务暴露量最大（17台），RDP、Kibana等非必要服务仍对外暴露。建议通过安全组限制仅允许运维IP访问，并启用端口随机化策略。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侧主要风险包括：1）安全组0.0.0.0/0暴露（7处，风险上升）导致横向移动风险；2）对象存储公开访问（2处）存在数据泄露隐患；3）1个高权限账号未启用MFA。整体云配置风险处于中等偏高水平，需重点加固网络边界和IAM策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【高优先级】排查对象存储ACL策略，禁用非授权公开访问
【立即执行】为未启用MFA的高权限账号强制配置多因素认证
【常规】建立云资产自动合规扫描机制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【7天内】修复ActiveMQ RCE漏洞（CVE-2023-46604），责任方：IT负责人，完成标准：补丁验证通过
【7天内】隔离暴露的RDP/Kibana服务，责任方：安全负责人，完成标准：仅允许内网访问
【7天内】处理未启用MFA的高权限账号，责任方：安全负责人，完成标准：100%启用MFA
【7天内】加固SSH访问控制，责任方：运维团队，完成标准：禁用root登录并限制IP范围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【30天内】完成所有中危漏洞修复基线验证
【30天内】实施云资产安全组自动收敛策略
【30天内】建立容器镜像扫描与修复SOP
【30天内】开展全员安全意识培训（重点钓鱼邮件识别）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1）建议建立云原生安全治理框架，覆盖自动合规检查、IAM最小权限原则和敏感数据加密；2）优化告警响应流程，针对Brute Force等高频威胁引入自动化响应（如IP封禁）；3）建设威胁情报驱动的漏洞优先级管理机制，重点防御与业务相关的高危漏洞。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MTTR（平均修复时间）：从威胁发现到完成处置的平均耗时
MTTD（平均检测时间）：从攻击发生到系统发现的平均耗时
误报率：错误触发的安全告警占比
CVE：通用漏洞披露编号，用于唯一标识已知安全漏洞
资产组：按业务或属性分类管理的设备集合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