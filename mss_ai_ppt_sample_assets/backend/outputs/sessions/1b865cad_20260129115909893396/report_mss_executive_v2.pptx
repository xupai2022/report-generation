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高危告警占比显著，需重点关注横向移动与云配置风险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 | 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本期整体安全态势需关注，高危告警占比达0.5%且存在2起高危事件。暴力破解与云配置风险显著上升，建议加强暴露面管控。MSS团队响应效率符合SLA要求，重大事件平均响应时间2.8小时。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暴力破解告警环比上升11%，主要针对SSH服务，建议启用MFA并限制登录IP
云配置错误告警增长25%，涉及存储公开访问风险，需加强云安全基线管控
误报率16%影响分析效率，建议优化R-SSH-BRUTE-01等高频规则的检测逻辑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暴力破解(2546)和钓鱼邮件(1977)占告警总量47%，云配置错误环比激增25%。异常登录与暴露服务扫描行为持续增加，反映外部攻击者对生产资产的重点关注。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告警总量环比下降14%，但暴力破解与云配置错误显著上升。钓鱼邮件告警减少14%显示防御措施有效，但横向移动相关告警需警惕。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本月发生5起安全事件，含2起高危事件。平均响应时间2.8小时优于SLA要求，但存在1起高危事件处置耗时4小时54分钟，暴露应急流程优化空间。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攻击者主要针对暴露的SSH/RDP服务及云存储进行扫描利用，3起事件涉及生产环境服务暴露。横向移动和权限提权手法频发，反映需加强内部网络分段与最小权限管控。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本期漏洞总数131个，高危及以上占比14.5%。4个严重漏洞已全部修补，15个高危漏洞中有1个（ActiveMQ RCE）尚未完成修复。整体存在中等风险，需重点关注未修复的高危漏洞。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XZ Utils后门（CVE-2024-3094）已修补，OpenSSH漏洞（CVE-2024-6387）已修复，但ActiveMQ RCE漏洞（CVE-2023-46604）仍待处理。建议优先修复ActiveMQ漏洞，该漏洞可能被利用实现远程代码执行。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当前暴露SSH/RDP等高风险服务共22个端口，建议立即限制非必要服务的公网访问，并定期执行暴露面扫描。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侧风险主要集中在安全组配置（7个0.0.0/0暴露，风险等级高）和对象存储权限（2个公开访问）。IAM权限风险已降低（未启用MFA的高权限账号从2个降至1个）。整体云安全风险处于中等水平，但安全组配置缺陷需优先改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[紧急] 收敛安全组0.0.0/0规则，仅保留业务必需的最小访问范围（优先级P0）
[高] 审计对象存储ACL策略，移除非授权公开访问权限（优先级P1）
[中] 为剩余未启用MFA的高权限账号强制启用多因素认证（优先级P1）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[P0] 7日内修复ActiveMQ RCE漏洞（CVE-2023-46604），责任方：王工团队，完成标准：补丁验证通过
[P0] 禁用非必要暴露的Kibana/Grafana服务，责任方：李经理团队，完成标准：仅保留内网访问
[P0] 隔离cdn-edge异常行为，责任方：安全运营组，完成标准：流量基线恢复正常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[P1] 30日内完成所有中危漏洞修复，重点加固Kubernetes组件
[P1] 优化安全组策略，关闭非业务时段的远程访问权限
[P1] 将EDR覆盖率从91%提升至98%，覆盖剩余10%终端资产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建议建立自动化漏洞管理流程，缩短高危漏洞修复周期；部署云配置持续监控系统，实现安全组/存储权限实时告警；建设威胁情报驱动的检测体系，提升对新型攻击手法（如勒索软件横向移动）的识别能力。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MTTR：平均修复时间，指从威胁发现到彻底解决的平均耗时
MTTD：平均检测时间，指从威胁发生到被系统发现的平均耗时
误报率：安全告警中错误触发的比例（如16%表示每100个告警中有16个非真实威胁）
CVE：通用漏洞披露编号，用于唯一标识已知安全漏洞
高危漏洞：可能被远程直接利用导致系统控制权丧失的严重漏洞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