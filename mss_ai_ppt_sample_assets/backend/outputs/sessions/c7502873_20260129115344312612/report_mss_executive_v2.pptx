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告警量稳定，高危事件环比上升，需警惕横向移动和异常登录风险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 | 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本期整体安全态势需关注，高危事件数量较前期上升，存在横向移动和异常登录风险。管理层需重点关注暴露服务防护及云配置风险。MSS团队平均响应时间2.8小时，符合SLA要求。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云配置错误告警环比增长25%，需优先排查对象存储和安全组配置
3. 高危事件平均处置时间94分钟，建议优化应急响应流程
4. 误报率16%主要集中在SSH暴力破解规则，需优化检测阈值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暴力破解（2546次）和云配置错误（1574次）是主要告警来源，前者集中攻击SSH服务，后者涉及对象存储暴露风险。钓鱼邮件告警量下降14%，但仍需警惕O365账户威胁。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告警总量较上月基本稳定，但云配置错误类告警显著增长25%。暴力破解和恶意软件告警分别上升11%和15%，反映攻击者持续针对暴露服务进行渗透尝试。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本月发生5起安全事件，含2起高危事件。所有事件平均响应时间2.8小时，其中高危事件平均处置时间94分钟。事件主要涉及暴露服务被扫描利用和账户异常行为。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攻击者主要针对暴露的SSH/RDP服务进行扫描利用，结合横向移动和权限提权手段。5起事件中有4起涉及暴露资产，反映外围服务防护存在缺口。建议加强非必要端口封禁和MFA强制策略。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本期共发现121个漏洞，高危漏洞占比12.4%。关键漏洞CVE-2024-3094已修补，但ActiveMQ RCE漏洞（CVE-2023-46604）修复进度滞后。整体风险可控但需关注高危漏洞修复效率。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Utils后门风险（CVE-2024-3094）已修复，OpenSSH漏洞（CVE-2024-6387）已完成修补。需紧急处理ActiveMQ RCE漏洞（CVE-2023-46604），该漏洞影响2个关键资产且修复进度仅为33%。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当前17台服务器暴露SSH服务，3个Grafana实例存在未授权访问风险。建议立即收敛0.0.0.0/0开放策略，采用最小化端口暴露原则，实施访问控制列表精细化管理。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云环境存在7处安全组0.0.0.0/0暴露（风险上升），2个对象存储公开访问，1个未启用MFA的高权限账号。其中安全组配置问题为当前最大风险点，可能导致横向渗透。需重点关注云资产访问控制策略和数据保护机制。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【高优】全量检查对象存储ACL策略，禁用非授权公开访问
【常规】为所有高权限账号启用MFA并审计历史操作日志
【持续】建立云安全基线自动检测机制，每周扫描配置风险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【7天内】修复ActiveMQ RCE漏洞（CVE-2023-46604），由王工负责，完成标准：修补并验证漏洞修复
【7天内】隔离并修复3个暴露Grafana实例，由李经理监督，完成标准：限制为内网访问
【7天内】阻断所有RDP公网暴露，由运维团队执行，完成标准：仅保留SSH跳板机访问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【30天内】完成中危漏洞批量修复，由安全团队制定修复优先级
【30天内】提升EDR覆盖率至95%，重点覆盖核心生产资产组
【30天内】建立暴露服务审批流程，对新增对外服务实施安全评估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1）建立云安全治理框架，实现安全组/存储策略的自动化合规检测
2）建设统一威胁情报平台，提升对0day漏洞和新型攻击模式的检测能力
3）每季度开展红蓝对抗演练，验证安全策略有效性并持续改进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MTTR（平均修复时间）：从安全事件被发现到成功解决的平均耗时；
MTTD（平均检测时间）：从攻击发生到被系统检测到的平均时间；
误报率：错误触发的安全告警占总告警的比例；
CVE（通用漏洞披露）：全球唯一标识信息安全漏洞的编号体系。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