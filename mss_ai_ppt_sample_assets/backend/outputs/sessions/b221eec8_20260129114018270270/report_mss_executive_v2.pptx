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高危事件增加，暴力破解告警上升11%，需警惕横向移动威胁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安全状况需重点关注，高危事件数量较上期增加且存在勒索软件攻击风险。暴力破解攻击持续上升，暴露服务被利用事件频发。MSS团队响应效率符合SLA要求（平均2.8小时），但需加强暴露面管理和访问控制策略优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暴力破解告警环比上升11%，主要针对SSH服务，建议加强访问控制
2. 云配置错误告警激增25%，暴露关键服务安全风险
3. 高危漏洞修复率待提升，2个严重漏洞仍处于修复中
4. 误报率达16%，建议优化SSH暴力破解检测规则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暴力破解（2546次）和云配置错误（1574次）占据告警总量41%，主要源于SSH服务暴露和对象存储配置缺陷。钓鱼攻击虽环比下降14%，但仍需警惕O365账户安全。云配置问题显著增加，反映基础设施安全规范执行不足。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告警总量较上月下降23%，但高风险类别呈现分化：暴力破解+11%、云配置错误+25%，显示攻击者转向基础设施攻击。钓鱼攻击减少反映安全意识培训初见成效，但暴露服务攻击面扩大需紧急处理。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本期记录5起安全事件（2起高危），平均响应2.8小时。4起事件涉及暴露服务被利用，1起勒索软件前置攻击成功拦截。事件处置效率符合SLA要求，但暴露服务攻击占比过高需警惕。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攻击者持续利用暴露的SSH/RDP服务进行横向移动，3起事件涉及未授权访问。80%事件与暴露服务相关，显示网络资产测绘和访问控制存在明显短板。建议立即执行暴露面清理并强化堡垒机使用规范。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本期发现漏洞共121个，高危漏洞占比12.4%，其中2个关键漏洞已修复。整体风险可控但需关注未完成的ActiveMQ RCE修复任务。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CVE-2023-46604（ActiveMQ RCE）当前处于修复中，建议优先处理该高危漏洞。XZ Utils后门风险已修复，但需持续监控同类组件。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当前17台服务器开放SSH服务，1台RDP暴露存在横向移动风险。建议立即限制非必要服务的公网访问并启用网络分段。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云环境存在7处安全组0.0.0/0暴露（风险上升），2个对象存储公开访问未整改。IAM权限风险下降但仍有1个高权限账号未启用MFA。整体需重点加固网络层防护和数据访问控制。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【紧急】收敛安全组0.0.0.0/0规则，仅开放必要端口给指定IP段
2. 【高优】检查对象存储ACL策略，禁用非必要公共读权限
3. 【重要】为所有高权限账号强制启用MFA并审计权限有效性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【7日内】修复ActiveMQ RCE漏洞（CVE-2023-46604），由运维团队完成补丁验证部署
2. 【48小时内】封禁所有非业务必需的公网暴露端口，由网络团队执行
3. 【即刻】启用所有云账号的MFA并禁用长期凭证，由安全团队监督
4. 【24小时内】加固SSH服务访问控制，实施IP白名单策略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【30日内】完成中危漏洞修复，重点处理OpenSSH相关风险
2. 【15日内】建立云安全组基线配置标准并实施自动化审计
3. 【20日内】将EDR覆盖率从91%提升至98%，覆盖剩余办公终端
4. 【10日内】制定云存储访问控制策略并开展全员培训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建立云配置自动化合规检查体系，应对持续增加的云账户暴露面风险
2. 投资建设云原生安全能力，重点强化容器镜像扫描和无服务器架构防护
3. 构建威胁情报驱动的主动防御体系，应对告警量持续增长的趋势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本报告数据来源于MSS安全运营平台，覆盖报告周期内的所有监控告警、安全事件、漏洞扫描和云安全检查数据。告警口径为去重后的规则触发次数；WAF与EDR重复告警已在聚合时合并。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MTTR（平均修复时间）：指从安全事件被检测到到完成修复的平均时间。
MTTD（平均检测时间）：指从攻击发生到被安全系统检测到的平均时间。
误报率：指安全系统触发的告警中，实际为误报的比例。
CVE（通用漏洞披露）：是公开披露的漏洞的唯一标识符，用于跟踪和管理安全漏洞。
SLA（服务等级协议）：是服务提供商和客户之间的协议，定义了服务响应时间和质量标准。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