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 09:29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高危告警占比显著提升，需警惕横向移动攻击风险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态势需关注，高危事件占比提升至40%且包含勒索攻击特征。MSS团队平均2.8小时响应重大事件，但横向移动类攻击处置耗时达274分钟，暴露权限管理与网络隔离短板。建议优先加固暴露服务并优化MFA覆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暴力破解告警环比上升11%，SSH服务为主要目标，需加强访问控制
2. 云配置错误告警激增25%，暴露存储服务风险，建议启用自动化合规检查
3. 高危事件处置耗时超行业基准3倍，网络分段策略需强化
4. 物联网设备占比达400/1000资产，需补充专用安全防护方案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暴力破解（2546起）与云配置错误（1574起）占告警总量41%，主要针对SSH和对象存储服务。钓鱼攻击量下降14%但隐蔽性增强，需警惕供应链攻击路径。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告警总量环比下降8%，但高危告警占比从0.5%升至0.5%（绝对值62起）。云配置错误告警激增25%反映新业务部署风险，需加强CI/CD安全集成。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本月共发生5起安全事件，其中2起高危事件涉及勒索攻击特征。平均MTTR 2.8小时符合SLA要求，但横向移动事件处置耗时达274分钟，暴露运维资产防护缺口。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攻击者集中针对暴露的SSH/RDP服务（3/5事件），利用未修补的ActiveMQ漏洞（CVE-2023-46604）进行横向移动。70%事件涉及特权账号，暴露MFA覆盖率不足和云安全组0.0.0.0暴露（7处）的系统性风险。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本期共发现121个漏洞，其中高危漏洞占比12.4%，整体风险可控但需关注未修复的高危漏洞。XZ Utils后门漏洞已修复，但ActiveMQ RCE漏洞修复仍在进行中。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CVE-2023-46604（ActiveMQ RCE）目前处于修复中，建议72小时内完成补丁验证与部署。CVE-2024-3094（XZ后门）已完成修复，需保持镜像仓库安全扫描策略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当前17台服务器暴露SSH服务，1台暴露RDP，需立即关闭非必要的远程访问端口。建议实施最小化暴露策略并建立定期审计机制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当前存在7处安全组0.0.0.0/0开放风险（风险等级：高危），2处对象存储公开访问（中危），1个未启用MFA的高权限账号（低危）。安全组暴露面较上期扩大，整体云安全基线需强化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
【高优先级】检查对象存储ACL策略，禁用非必要公共访问
【常规】为所有高权限账号启用MFA并审计权限分配
【监控】建立云资产暴露面自动扫描机制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【72小时内】修复ActiveMQ RCE漏洞（CVE-2023-46604），由运维团队验证补丁有效性
【48小时内】关闭Kibana/Grafana对外暴露，由网络团队执行端口屏蔽
【24小时内】重置k8s-node-03异常登录账号凭证，由DevOps团队实施强制MFA
【立即】封禁攻击事件中关联的可疑IP段，由安全运营团队执行
【2小时内】启动cdn-edge主机的深度取证分析，由安全团队主导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【30天内】完成所有中危漏洞的基线修复，建立修复进度看板
【15天内】为所有云数据库实施VPC隔离策略
【20天内】部署终端检测日志聚合平台，提升威胁狩猎能力
【30天内】建立第三方组件供应链安全扫描流程
【15天内】完成云安全组自动化合规检查工具部署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议建立云配置持续监控体系，解决安全组和存储ACL的重复暴露问题。需加强容器镜像供应链安全，当前92个低危漏洞反映基础镜像管理不足。建议建设威胁情报驱动的主动防御体系，针对频繁出现的SSH爆破和云配置错误问题，需提升自动化响应能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MTTR（平均修复时间）：从威胁发现到完成处置的平均耗时
MTTD（平均检测时间）：从攻击发生到系统发现的平均耗时
误报率：错误触发的告警占总告警的比例
CVE：通用漏洞披露编号，用于唯一标识公开的安全漏洞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