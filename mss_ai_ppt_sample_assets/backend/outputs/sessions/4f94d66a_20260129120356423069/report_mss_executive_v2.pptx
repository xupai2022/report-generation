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1365" cy="6858000" type="screen4x3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tags" Target="tags/tag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42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ACME 电子商务 MSS月度安全报告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566160"/>
            <a:ext cx="2103120" cy="457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8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客户：ACME 电子商务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6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报告周期：2025-11-01 ~ 2025-11-30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5029200" cy="316865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密级：内部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5852160"/>
            <a:ext cx="54864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r">
              <a:defRPr sz="14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生成时间：2025-12-10T09:29:56Z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安全态势总览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60120"/>
            <a:ext cx="10698480" cy="594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8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高危告警占比显著，云配置风险激增25%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783080"/>
            <a:ext cx="110642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98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告警总数: 12,414 | 高危告警: 62 | 安全事件: 5 | 高危事件: 2
平均响应时间: 2.8小时 | 误报率: 16%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11064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4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整体安全态势需关注：高危告警占比持续走高，云配置错误类告警环比激增25%。MSS团队响应效率良好（平均2.8小时处置），但需重点防范横向移动攻击和暴露服务风险。建议加强云环境合规检查及暴露面管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709160"/>
            <a:ext cx="11064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709160"/>
            <a:ext cx="45720" cy="1965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80"/>
            <a:ext cx="10515600" cy="4114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关键发现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13716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暴力破解告警环比上升11%，主要针对SSH服务，建议加强访问控制
云配置错误告警激增25%，7个安全组仍开放0.0.0/0，需优先整改
钓鱼邮件告警下降14%，但O365账户异常登录风险仍需监控
高危漏洞修补率待提升，CVE-2023-46604修复进度滞后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告警趋势分析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周度趋势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8575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194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告警类别分布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1645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200400"/>
            <a:ext cx="110642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200400"/>
            <a:ext cx="45720" cy="1508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类别分析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657600"/>
            <a:ext cx="10698480" cy="960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暴力破解（2546次）和云配置错误（1574次）为告警主力，分别环比增长11%和25%。钓鱼邮件告警占比16%但环比下降14%，暴露服务扫描类攻击持续活跃，建议加强云资产访问控制策略审计。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46320"/>
            <a:ext cx="110642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846320"/>
            <a:ext cx="45720" cy="17830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环比分析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698480" cy="1234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告警总量环比保持稳定（±0.5%），但云配置错误类告警异常激增25%，反映出近期云环境配置管理存在薄弱环节。暴力破解攻击持续活跃，表明攻击者仍聚焦传统入口点。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重点安全事件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2344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事件概览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本期共处置5起安全事件，含2起高危事件。平均响应时间2.8小时优于SLA要求（7x24重大事件响应），但1起勒索软件前置攻击事件暴露横向移动防护缺口，需提升网络分段防护能力。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80"/>
            <a:ext cx="1106424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45720" cy="28803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8600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事件列表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7480"/>
            <a:ext cx="10698480" cy="2331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257800"/>
            <a:ext cx="110642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5257800"/>
            <a:ext cx="45720" cy="13716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035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事件洞察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715000"/>
            <a:ext cx="1069848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攻击者主要针对暴露的SSH/RDP服务（3/5事件）及K8s节点展开攻击，利用配置错误和弱凭据进行横向移动。80%事件涉及暴露服务被扫描利用，暴露面管理及补丁及时性是当前最需强化的防护环节。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2697480"/>
          <a:ext cx="1088136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事件ID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事件标题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级别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MTTR(分钟)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云侧AccessKey泄露风险处置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179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生产环境对外暴露服务被扫描利用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疑似勒索前置横向移动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94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INC-20251101-005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可疑账号异常登录与提权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closed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漏洞与暴露面分析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11064240" cy="86868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86868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228600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漏洞统计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914400"/>
            <a:ext cx="8412480" cy="7315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严重: 4 | 高危: 15 | 中危: 20 | 低危: 92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53492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漏洞概况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498348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本期共发现131个漏洞，其中低危漏洞占比70%（92/131），但存在2个未修复的高危漏洞（CVE-2023-46604）和1个正在修复的高危漏洞。整体风险处于中等偏高水平，需优先处理未修复的高危漏洞。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874519"/>
            <a:ext cx="55321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874519"/>
            <a:ext cx="45720" cy="14173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192024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暴露面统计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286000"/>
            <a:ext cx="5166360" cy="9144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对外IP: 12 | 新增暴露: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29000"/>
            <a:ext cx="11064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2900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重点漏洞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840480"/>
            <a:ext cx="10698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257800"/>
            <a:ext cx="45720" cy="1143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漏洞分析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高危漏洞CVE-2023-46604（ActiveMQ RCE）目前处于修复中，需作为最高优先级处理。该漏洞可能被利用实现远程代码执行，建议IT部门在72小时内完成剩余受影响资产的补丁部署。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0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当前存在17个SSH服务（22端口）和1个RDP服务（3389端口）对外暴露，建议立即收敛非必要服务的公网访问，通过IP白名单限制访问源，并定期进行暴露面扫描。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777240" y="3886200"/>
          <a:ext cx="108813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24003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CVE编号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漏洞名称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严重程度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影响资产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修复状态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CVE-2024-3094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XZ Utils 后门风险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critical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CVE-2023-46604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ActiveMQ RCE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in_progress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CVE-2024-6387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OpenSSH regreSSHion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patched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云安全态势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2926080" cy="1371600"/>
          </a:xfrm>
          <a:prstGeom prst="rect">
            <a:avLst/>
          </a:prstGeom>
          <a:solidFill>
            <a:srgbClr val="EDF2F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26517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微软雅黑" panose="020B0503020204020204" charset="-122"/>
              </a:defRPr>
            </a:pPr>
            <a:r>
              <a:t>云账号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2651760" cy="8229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3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7个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868680"/>
            <a:ext cx="7955279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868680"/>
            <a:ext cx="45720" cy="33375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914400"/>
            <a:ext cx="758952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云风险列表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371600"/>
            <a:ext cx="3657600" cy="27432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1371600"/>
            <a:ext cx="18288" cy="25603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371600"/>
            <a:ext cx="36576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风险分析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1737360"/>
            <a:ext cx="3657600" cy="23774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当前云环境存在7处安全组0.0.0.0/0暴露（风险上升），2处对象存储公开访问（风险稳定），1个高权限账号未启用MFA（风险下降）。整体云风险处于中等水平，需重点关注安全组配置缺陷可能导致的横向移动风险。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4340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43400"/>
            <a:ext cx="45720" cy="228600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云安全建议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00600"/>
            <a:ext cx="10698480" cy="17373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【紧急】收敛安全组0.0.0.0/0规则，仅开放必要端口给指定IP段（优先级P0）
2. 【高】修复对象存储公开访问配置，设置最小权限策略（优先级P1）
3. 【中】强制所有高权限账号启用MFA，每周审计账号权限（优先级P2）
4. 【建议】部署云配置自动化合规检查工具，实时监控安全组变更（优先级P3）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4251960" y="1417320"/>
          <a:ext cx="35661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188720"/>
                <a:gridCol w="1188720"/>
              </a:tblGrid>
              <a:tr h="67437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风险类型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趋势</a:t>
                      </a:r>
                    </a:p>
                  </a:txBody>
                  <a:tcPr anchor="ctr">
                    <a:solidFill>
                      <a:srgbClr val="0A4275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0.安全组0.0.0/0暴露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对象存储公开访问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flat</a:t>
                      </a:r>
                    </a:p>
                  </a:txBody>
                  <a:tcPr anchor="ctr">
                    <a:solidFill>
                      <a:srgbClr val="EDF2F7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未启用MFA的高权限账号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E293B"/>
                          </a:solidFill>
                          <a:latin typeface="微软雅黑"/>
                        </a:defRPr>
                      </a:pPr>
                      <a:r>
                        <a:t>down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整改建议与行动计划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2971800"/>
          </a:xfrm>
          <a:prstGeom prst="rect">
            <a:avLst/>
          </a:prstGeom>
          <a:solidFill>
            <a:srgbClr val="DC3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DC3545"/>
                </a:solidFill>
                <a:latin typeface="微软雅黑" panose="020B0503020204020204" charset="-122"/>
              </a:defRPr>
            </a:pPr>
            <a:r>
              <a:t>P0 紧急（7天内）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98348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【紧急】修复ActiveMQ RCE漏洞（CVE-2023-46604），责任方：IT运维部，完成标准：24小时内完成补丁部署
2. 【紧急】关闭非必要对外暴露端口（SSH/RDP），责任方：网络安全部，完成标准：48小时内收敛暴露面
3. 【紧急】加固受影响Kubernetes节点，责任方：云平台团队，完成标准：72小时内完成安全基线修复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2971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EA580C"/>
                </a:solidFill>
                <a:latin typeface="微软雅黑" panose="020B0503020204020204" charset="-122"/>
              </a:defRPr>
            </a:pPr>
            <a:r>
              <a:t>P1 重要（30天内）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325880"/>
            <a:ext cx="5166360" cy="24231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【重要】建立漏洞修复SLA机制，责任方：安全运营中心，完成标准：30天内制定并实施漏洞响应流程
2. 【重要】提升EDR覆盖率至95%，责任方：终端安全部，完成标准：15天内完成剩余9%终端的代理部署
3. 【重要】开展季度性暴露面扫描，责任方：合规审计部，完成标准：30天内建立自动化扫描流程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77639"/>
            <a:ext cx="45720" cy="26517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6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战略建议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21031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3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1. 建议投资建设云原生安全平台，实现安全组配置的实时监控和自动合规化，解决当前安全组暴露面扩大的系统性风险。2. 需建立威胁情报驱动的漏洞优先级评估体系，结合攻击面数据优化补丁管理策略。3. 建议引入AI驱动的钓鱼邮件检测系统，针对本月Phishing告警量同比下降14%的态势进行技术升级。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28600"/>
            <a:ext cx="45720" cy="50292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28600"/>
            <a:ext cx="10927080" cy="5029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27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附录与说明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68680"/>
            <a:ext cx="53492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914400"/>
            <a:ext cx="4983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数据范围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80160"/>
            <a:ext cx="498348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说明：告警口径为去重后的规则触发次数；WAF与EDR重复告警已在聚合时合并。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0760" y="868680"/>
            <a:ext cx="55321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868680"/>
            <a:ext cx="45720" cy="169164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914400"/>
            <a:ext cx="516636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资产覆盖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80160"/>
            <a:ext cx="5166360" cy="118872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监控资产组: 2个 | 云账号: 7个 | 日志源: 38个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97480"/>
            <a:ext cx="1106424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5720" cy="8229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743200"/>
            <a:ext cx="228600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SLA说明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43200"/>
            <a:ext cx="8321040" cy="68580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重大事件7x24响应；普通告警工作日响应。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110642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45720" cy="2423160"/>
          </a:xfrm>
          <a:prstGeom prst="rect">
            <a:avLst/>
          </a:prstGeom>
          <a:solidFill>
            <a:srgbClr val="0A42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03320"/>
            <a:ext cx="10698480" cy="3200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defRPr sz="1400" b="1">
                <a:solidFill>
                  <a:srgbClr val="0A4275"/>
                </a:solidFill>
                <a:latin typeface="微软雅黑" panose="020B0503020204020204" charset="-122"/>
              </a:defRPr>
            </a:pPr>
            <a:r>
              <a:t>术语说明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69080"/>
            <a:ext cx="10698480" cy="192024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100" b="0">
                <a:solidFill>
                  <a:srgbClr val="333333"/>
                </a:solidFill>
                <a:latin typeface="微软雅黑" panose="020B0503020204020204" charset="-122"/>
              </a:defRPr>
            </a:pPr>
            <a:r>
              <a:t>- MTTR（平均修复时间）：指从安全事件被检测到到完成修复的平均时间，以小时为单位。
- MTTD（平均检测时间）：指从攻击发生到被安全系统检测到的平均时间，以分钟为单位。
- 误报率：指被系统标记为威胁但实际为正常活动的告警比例，反映告警的准确性。
- CVE（通用漏洞披露）：指公开记录的软件或系统漏洞的唯一标识符，用于跟踪和管理安全风险。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 lIns="101600" tIns="50800" rIns="101600" bIns="50800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微软雅黑" panose="020B0503020204020204" charset="-122"/>
              </a:defRPr>
            </a:pPr>
            <a:r>
              <a:t>如有问题，请联系MSS运营团队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NzBiN2QxNGQ4NjIwZWE5Mjc3ZDY1N2NlMGYwOTU3MD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WPS 演示</Application>
  <PresentationFormat>On-screen Show (4:3)</PresentationFormat>
  <Paragraphs>128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7</cp:revision>
  <dcterms:created xsi:type="dcterms:W3CDTF">2013-01-27T09:14:00Z</dcterms:created>
  <dcterms:modified xsi:type="dcterms:W3CDTF">2026-01-23T09:56:26Z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D6B0E5BCA9D342F291DE7B7C65523EEF_12</vt:lpwstr>
  </property>
  <property fmtid="{D5CDD505-2E9C-101B-9397-08002B2CF9AE}" pid="3" name="KSOProductBuildVer">
    <vt:lpwstr>2052-12.1.0.16729</vt:lpwstr>
  </property>
</Properties>
</file>