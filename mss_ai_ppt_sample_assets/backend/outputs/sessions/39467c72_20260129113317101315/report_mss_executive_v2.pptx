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 09:29:56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本期告警量环比下降，但高危事件增加2起，需重点关注横向移动与云配置风险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需关注，高危事件数量较上期增加，且云配置错误类告警显著上升。建议优先处理暴露服务与访问控制问题。MSS团队平均响应时间符合SLA要求（2.8小时），但部分事件处置耗时较长（最长274分钟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暴力破解告警环比上升11%，主要针对SSH服务，建议加强访问控制
2. 云配置错误告警激增25%，涉及对象存储暴露风险，需规范云安全基线
3. 高危事件平均处置时间274分钟，超过行业基准值（建议&lt;2小时），需优化应急流程
4. 误报率16%影响安全团队效率，建议优先优化R-SSH-BRUTE-01规则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为首要告警类别，分别环比上升11%和25%。钓鱼邮件告警下降14%，可能反映安全意识培训效果。暴力破解集中攻击SSH服务，存在横向移动风险；云配置错误涉及对象存储公开访问，可能引发数据泄露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本月告警总量环比下降（具体数值需补充上月数据），但高风险类别呈上升趋势。云配置错误激增25%需警惕，而钓鱼邮件下降14%显示防御措施有效。异常服务扫描类告警波动需持续监控。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本月共处置5起安全事件，其中2起为高危（含1起疑似勒索攻击）。平均响应时间2.8小时，符合SLA要求，但最高单事件处置耗时274分钟。暴露服务攻击事件占比达60%，整体事件态势较上月更为严峻。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在外的生产环境服务（SSH/RDP/Kibana），利用暴力破解和未授权访问进行渗透。50%的事件涉及横向移动尝试，显示攻击者意图扩大控制范围。需重点加固暴露面管理，完善MFA策略，并缩短补丁部署周期（如ActiveMQ漏洞修复进度滞后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本期发现4个严重漏洞（已修补2个）和15个高危漏洞（1个正在修补）。整体风险处于可控范围，但ActiveMQ RCE等高危漏洞修复进度滞后需重点关注。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CVE-2024-3094（XZ后门）已修补，CVE-2023-46604（ActiveMQ RCE）需优先修复（当前修补中）。建议72小时内完成ActiveMQ组件补丁验证与回滚方案准备。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17台服务器暴露SSH服务（端口22），1台暴露RDP。建议立即启用端到端加密隧道替代明文协议，并实施基于IP白名单的访问控制策略。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当前存在7处安全组0.0.0/0暴露（风险上升），2个对象存储桶公开访问，1个未启用MFA的高权限账号。整体云配置风险处于较高水平，需重点加强网络层防护和权限最小化管理。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【紧急】收敛安全组0.0.0/0规则，仅开放必要端口给指定IP段
【高优】核查对象存储ACL策略，禁用非授权公开访问
【必做】为所有高权限账号启用MFA并定期审计权限
【长期】建立云配置自动巡检机制，集成CI/CD流水线实时阻断违规配置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【72小时内】IT团队完成ActiveMQ RCE漏洞修补验证
【48小时内】安全部门封禁所有非必要暴露端口
【24小时内】运维团队重置cdn-edge服务的访问凭据
【即刻】启用Kibana/Grafana的IP白名单访问控制
【紧急】审计未启用MFA的账号并强制启用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【15个工作日内】完成中危漏洞修复率提升至95%
【30天】建立容器镜像基线扫描自动化流程
【下季度】部署EDR终端防护系统覆盖剩余9%资产
【持续】优化WAF规则库，降低误报率至15%以下
【每月】执行云安全配置基线合规性检查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：1）建立威胁情报驱动的主动防御体系，针对高频攻击类型（SSH爆破/钓鱼邮件）部署专项防护；2）投资建设云原生安全平台，实现配置风险实时感知与自动化修复；3）开展全员安全意识培训，特别是针对钓鱼邮件识别的专项演练。需在Q2前完成安全运营中心（SOC）的能力建设规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"MTTR（平均修复时间）：从安全事件发现到完全修复的平均耗时","MTTD（平均检测时间）：从攻击发生到系统发现威胁的平均耗时","误报率：错误触发的安全告警占比（当前为16%）","CVE：通用漏洞披露编号，用于唯一标识已知安全漏洞","高危漏洞：可能直接导致系统沦陷的严重安全缺陷"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